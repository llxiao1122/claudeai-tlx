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0.svg" ContentType="image/svg+xml"/>
  <Override PartName="/ppt/media/image12.svg" ContentType="image/svg+xml"/>
  <Override PartName="/ppt/media/image13.svg" ContentType="image/svg+xml"/>
  <Override PartName="/ppt/media/image14.svg" ContentType="image/svg+xml"/>
  <Override PartName="/ppt/media/image2.svg" ContentType="image/svg+xml"/>
  <Override PartName="/ppt/media/image4.svg" ContentType="image/svg+xml"/>
  <Override PartName="/ppt/media/image6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ppt/tags/tag357.xml" ContentType="application/vnd.openxmlformats-officedocument.presentationml.tags+xml"/>
  <Override PartName="/ppt/tags/tag358.xml" ContentType="application/vnd.openxmlformats-officedocument.presentationml.tags+xml"/>
  <Override PartName="/ppt/tags/tag359.xml" ContentType="application/vnd.openxmlformats-officedocument.presentationml.tags+xml"/>
  <Override PartName="/ppt/tags/tag36.xml" ContentType="application/vnd.openxmlformats-officedocument.presentationml.tags+xml"/>
  <Override PartName="/ppt/tags/tag360.xml" ContentType="application/vnd.openxmlformats-officedocument.presentationml.tags+xml"/>
  <Override PartName="/ppt/tags/tag361.xml" ContentType="application/vnd.openxmlformats-officedocument.presentationml.tags+xml"/>
  <Override PartName="/ppt/tags/tag362.xml" ContentType="application/vnd.openxmlformats-officedocument.presentationml.tags+xml"/>
  <Override PartName="/ppt/tags/tag363.xml" ContentType="application/vnd.openxmlformats-officedocument.presentationml.tags+xml"/>
  <Override PartName="/ppt/tags/tag364.xml" ContentType="application/vnd.openxmlformats-officedocument.presentationml.tags+xml"/>
  <Override PartName="/ppt/tags/tag365.xml" ContentType="application/vnd.openxmlformats-officedocument.presentationml.tags+xml"/>
  <Override PartName="/ppt/tags/tag366.xml" ContentType="application/vnd.openxmlformats-officedocument.presentationml.tags+xml"/>
  <Override PartName="/ppt/tags/tag367.xml" ContentType="application/vnd.openxmlformats-officedocument.presentationml.tags+xml"/>
  <Override PartName="/ppt/tags/tag368.xml" ContentType="application/vnd.openxmlformats-officedocument.presentationml.tags+xml"/>
  <Override PartName="/ppt/tags/tag369.xml" ContentType="application/vnd.openxmlformats-officedocument.presentationml.tags+xml"/>
  <Override PartName="/ppt/tags/tag37.xml" ContentType="application/vnd.openxmlformats-officedocument.presentationml.tags+xml"/>
  <Override PartName="/ppt/tags/tag370.xml" ContentType="application/vnd.openxmlformats-officedocument.presentationml.tags+xml"/>
  <Override PartName="/ppt/tags/tag371.xml" ContentType="application/vnd.openxmlformats-officedocument.presentationml.tags+xml"/>
  <Override PartName="/ppt/tags/tag372.xml" ContentType="application/vnd.openxmlformats-officedocument.presentationml.tags+xml"/>
  <Override PartName="/ppt/tags/tag373.xml" ContentType="application/vnd.openxmlformats-officedocument.presentationml.tags+xml"/>
  <Override PartName="/ppt/tags/tag374.xml" ContentType="application/vnd.openxmlformats-officedocument.presentationml.tags+xml"/>
  <Override PartName="/ppt/tags/tag375.xml" ContentType="application/vnd.openxmlformats-officedocument.presentationml.tags+xml"/>
  <Override PartName="/ppt/tags/tag376.xml" ContentType="application/vnd.openxmlformats-officedocument.presentationml.tags+xml"/>
  <Override PartName="/ppt/tags/tag377.xml" ContentType="application/vnd.openxmlformats-officedocument.presentationml.tags+xml"/>
  <Override PartName="/ppt/tags/tag378.xml" ContentType="application/vnd.openxmlformats-officedocument.presentationml.tags+xml"/>
  <Override PartName="/ppt/tags/tag379.xml" ContentType="application/vnd.openxmlformats-officedocument.presentationml.tags+xml"/>
  <Override PartName="/ppt/tags/tag38.xml" ContentType="application/vnd.openxmlformats-officedocument.presentationml.tags+xml"/>
  <Override PartName="/ppt/tags/tag380.xml" ContentType="application/vnd.openxmlformats-officedocument.presentationml.tags+xml"/>
  <Override PartName="/ppt/tags/tag381.xml" ContentType="application/vnd.openxmlformats-officedocument.presentationml.tags+xml"/>
  <Override PartName="/ppt/tags/tag382.xml" ContentType="application/vnd.openxmlformats-officedocument.presentationml.tags+xml"/>
  <Override PartName="/ppt/tags/tag383.xml" ContentType="application/vnd.openxmlformats-officedocument.presentationml.tags+xml"/>
  <Override PartName="/ppt/tags/tag384.xml" ContentType="application/vnd.openxmlformats-officedocument.presentationml.tags+xml"/>
  <Override PartName="/ppt/tags/tag385.xml" ContentType="application/vnd.openxmlformats-officedocument.presentationml.tags+xml"/>
  <Override PartName="/ppt/tags/tag386.xml" ContentType="application/vnd.openxmlformats-officedocument.presentationml.tags+xml"/>
  <Override PartName="/ppt/tags/tag387.xml" ContentType="application/vnd.openxmlformats-officedocument.presentationml.tags+xml"/>
  <Override PartName="/ppt/tags/tag388.xml" ContentType="application/vnd.openxmlformats-officedocument.presentationml.tags+xml"/>
  <Override PartName="/ppt/tags/tag389.xml" ContentType="application/vnd.openxmlformats-officedocument.presentationml.tags+xml"/>
  <Override PartName="/ppt/tags/tag39.xml" ContentType="application/vnd.openxmlformats-officedocument.presentationml.tags+xml"/>
  <Override PartName="/ppt/tags/tag390.xml" ContentType="application/vnd.openxmlformats-officedocument.presentationml.tags+xml"/>
  <Override PartName="/ppt/tags/tag391.xml" ContentType="application/vnd.openxmlformats-officedocument.presentationml.tags+xml"/>
  <Override PartName="/ppt/tags/tag392.xml" ContentType="application/vnd.openxmlformats-officedocument.presentationml.tags+xml"/>
  <Override PartName="/ppt/tags/tag393.xml" ContentType="application/vnd.openxmlformats-officedocument.presentationml.tags+xml"/>
  <Override PartName="/ppt/tags/tag394.xml" ContentType="application/vnd.openxmlformats-officedocument.presentationml.tags+xml"/>
  <Override PartName="/ppt/tags/tag395.xml" ContentType="application/vnd.openxmlformats-officedocument.presentationml.tags+xml"/>
  <Override PartName="/ppt/tags/tag396.xml" ContentType="application/vnd.openxmlformats-officedocument.presentationml.tags+xml"/>
  <Override PartName="/ppt/tags/tag397.xml" ContentType="application/vnd.openxmlformats-officedocument.presentationml.tags+xml"/>
  <Override PartName="/ppt/tags/tag398.xml" ContentType="application/vnd.openxmlformats-officedocument.presentationml.tags+xml"/>
  <Override PartName="/ppt/tags/tag39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00.xml" ContentType="application/vnd.openxmlformats-officedocument.presentationml.tags+xml"/>
  <Override PartName="/ppt/tags/tag401.xml" ContentType="application/vnd.openxmlformats-officedocument.presentationml.tags+xml"/>
  <Override PartName="/ppt/tags/tag402.xml" ContentType="application/vnd.openxmlformats-officedocument.presentationml.tags+xml"/>
  <Override PartName="/ppt/tags/tag403.xml" ContentType="application/vnd.openxmlformats-officedocument.presentationml.tags+xml"/>
  <Override PartName="/ppt/tags/tag404.xml" ContentType="application/vnd.openxmlformats-officedocument.presentationml.tags+xml"/>
  <Override PartName="/ppt/tags/tag405.xml" ContentType="application/vnd.openxmlformats-officedocument.presentationml.tags+xml"/>
  <Override PartName="/ppt/tags/tag406.xml" ContentType="application/vnd.openxmlformats-officedocument.presentationml.tags+xml"/>
  <Override PartName="/ppt/tags/tag407.xml" ContentType="application/vnd.openxmlformats-officedocument.presentationml.tags+xml"/>
  <Override PartName="/ppt/tags/tag408.xml" ContentType="application/vnd.openxmlformats-officedocument.presentationml.tags+xml"/>
  <Override PartName="/ppt/tags/tag409.xml" ContentType="application/vnd.openxmlformats-officedocument.presentationml.tags+xml"/>
  <Override PartName="/ppt/tags/tag41.xml" ContentType="application/vnd.openxmlformats-officedocument.presentationml.tags+xml"/>
  <Override PartName="/ppt/tags/tag410.xml" ContentType="application/vnd.openxmlformats-officedocument.presentationml.tags+xml"/>
  <Override PartName="/ppt/tags/tag411.xml" ContentType="application/vnd.openxmlformats-officedocument.presentationml.tags+xml"/>
  <Override PartName="/ppt/tags/tag412.xml" ContentType="application/vnd.openxmlformats-officedocument.presentationml.tags+xml"/>
  <Override PartName="/ppt/tags/tag413.xml" ContentType="application/vnd.openxmlformats-officedocument.presentationml.tags+xml"/>
  <Override PartName="/ppt/tags/tag414.xml" ContentType="application/vnd.openxmlformats-officedocument.presentationml.tags+xml"/>
  <Override PartName="/ppt/tags/tag415.xml" ContentType="application/vnd.openxmlformats-officedocument.presentationml.tags+xml"/>
  <Override PartName="/ppt/tags/tag416.xml" ContentType="application/vnd.openxmlformats-officedocument.presentationml.tags+xml"/>
  <Override PartName="/ppt/tags/tag417.xml" ContentType="application/vnd.openxmlformats-officedocument.presentationml.tags+xml"/>
  <Override PartName="/ppt/tags/tag418.xml" ContentType="application/vnd.openxmlformats-officedocument.presentationml.tags+xml"/>
  <Override PartName="/ppt/tags/tag419.xml" ContentType="application/vnd.openxmlformats-officedocument.presentationml.tags+xml"/>
  <Override PartName="/ppt/tags/tag42.xml" ContentType="application/vnd.openxmlformats-officedocument.presentationml.tags+xml"/>
  <Override PartName="/ppt/tags/tag420.xml" ContentType="application/vnd.openxmlformats-officedocument.presentationml.tags+xml"/>
  <Override PartName="/ppt/tags/tag421.xml" ContentType="application/vnd.openxmlformats-officedocument.presentationml.tags+xml"/>
  <Override PartName="/ppt/tags/tag422.xml" ContentType="application/vnd.openxmlformats-officedocument.presentationml.tags+xml"/>
  <Override PartName="/ppt/tags/tag423.xml" ContentType="application/vnd.openxmlformats-officedocument.presentationml.tags+xml"/>
  <Override PartName="/ppt/tags/tag424.xml" ContentType="application/vnd.openxmlformats-officedocument.presentationml.tags+xml"/>
  <Override PartName="/ppt/tags/tag425.xml" ContentType="application/vnd.openxmlformats-officedocument.presentationml.tags+xml"/>
  <Override PartName="/ppt/tags/tag426.xml" ContentType="application/vnd.openxmlformats-officedocument.presentationml.tags+xml"/>
  <Override PartName="/ppt/tags/tag427.xml" ContentType="application/vnd.openxmlformats-officedocument.presentationml.tags+xml"/>
  <Override PartName="/ppt/tags/tag428.xml" ContentType="application/vnd.openxmlformats-officedocument.presentationml.tags+xml"/>
  <Override PartName="/ppt/tags/tag429.xml" ContentType="application/vnd.openxmlformats-officedocument.presentationml.tags+xml"/>
  <Override PartName="/ppt/tags/tag43.xml" ContentType="application/vnd.openxmlformats-officedocument.presentationml.tags+xml"/>
  <Override PartName="/ppt/tags/tag430.xml" ContentType="application/vnd.openxmlformats-officedocument.presentationml.tags+xml"/>
  <Override PartName="/ppt/tags/tag431.xml" ContentType="application/vnd.openxmlformats-officedocument.presentationml.tags+xml"/>
  <Override PartName="/ppt/tags/tag432.xml" ContentType="application/vnd.openxmlformats-officedocument.presentationml.tags+xml"/>
  <Override PartName="/ppt/tags/tag433.xml" ContentType="application/vnd.openxmlformats-officedocument.presentationml.tags+xml"/>
  <Override PartName="/ppt/tags/tag434.xml" ContentType="application/vnd.openxmlformats-officedocument.presentationml.tags+xml"/>
  <Override PartName="/ppt/tags/tag435.xml" ContentType="application/vnd.openxmlformats-officedocument.presentationml.tags+xml"/>
  <Override PartName="/ppt/tags/tag436.xml" ContentType="application/vnd.openxmlformats-officedocument.presentationml.tags+xml"/>
  <Override PartName="/ppt/tags/tag437.xml" ContentType="application/vnd.openxmlformats-officedocument.presentationml.tags+xml"/>
  <Override PartName="/ppt/tags/tag438.xml" ContentType="application/vnd.openxmlformats-officedocument.presentationml.tags+xml"/>
  <Override PartName="/ppt/tags/tag439.xml" ContentType="application/vnd.openxmlformats-officedocument.presentationml.tags+xml"/>
  <Override PartName="/ppt/tags/tag44.xml" ContentType="application/vnd.openxmlformats-officedocument.presentationml.tags+xml"/>
  <Override PartName="/ppt/tags/tag440.xml" ContentType="application/vnd.openxmlformats-officedocument.presentationml.tags+xml"/>
  <Override PartName="/ppt/tags/tag441.xml" ContentType="application/vnd.openxmlformats-officedocument.presentationml.tags+xml"/>
  <Override PartName="/ppt/tags/tag442.xml" ContentType="application/vnd.openxmlformats-officedocument.presentationml.tags+xml"/>
  <Override PartName="/ppt/tags/tag443.xml" ContentType="application/vnd.openxmlformats-officedocument.presentationml.tags+xml"/>
  <Override PartName="/ppt/tags/tag444.xml" ContentType="application/vnd.openxmlformats-officedocument.presentationml.tags+xml"/>
  <Override PartName="/ppt/tags/tag445.xml" ContentType="application/vnd.openxmlformats-officedocument.presentationml.tags+xml"/>
  <Override PartName="/ppt/tags/tag446.xml" ContentType="application/vnd.openxmlformats-officedocument.presentationml.tags+xml"/>
  <Override PartName="/ppt/tags/tag447.xml" ContentType="application/vnd.openxmlformats-officedocument.presentationml.tags+xml"/>
  <Override PartName="/ppt/tags/tag448.xml" ContentType="application/vnd.openxmlformats-officedocument.presentationml.tags+xml"/>
  <Override PartName="/ppt/tags/tag449.xml" ContentType="application/vnd.openxmlformats-officedocument.presentationml.tags+xml"/>
  <Override PartName="/ppt/tags/tag45.xml" ContentType="application/vnd.openxmlformats-officedocument.presentationml.tags+xml"/>
  <Override PartName="/ppt/tags/tag450.xml" ContentType="application/vnd.openxmlformats-officedocument.presentationml.tags+xml"/>
  <Override PartName="/ppt/tags/tag451.xml" ContentType="application/vnd.openxmlformats-officedocument.presentationml.tags+xml"/>
  <Override PartName="/ppt/tags/tag452.xml" ContentType="application/vnd.openxmlformats-officedocument.presentationml.tags+xml"/>
  <Override PartName="/ppt/tags/tag453.xml" ContentType="application/vnd.openxmlformats-officedocument.presentationml.tags+xml"/>
  <Override PartName="/ppt/tags/tag454.xml" ContentType="application/vnd.openxmlformats-officedocument.presentationml.tags+xml"/>
  <Override PartName="/ppt/tags/tag455.xml" ContentType="application/vnd.openxmlformats-officedocument.presentationml.tags+xml"/>
  <Override PartName="/ppt/tags/tag456.xml" ContentType="application/vnd.openxmlformats-officedocument.presentationml.tags+xml"/>
  <Override PartName="/ppt/tags/tag457.xml" ContentType="application/vnd.openxmlformats-officedocument.presentationml.tags+xml"/>
  <Override PartName="/ppt/tags/tag458.xml" ContentType="application/vnd.openxmlformats-officedocument.presentationml.tags+xml"/>
  <Override PartName="/ppt/tags/tag459.xml" ContentType="application/vnd.openxmlformats-officedocument.presentationml.tags+xml"/>
  <Override PartName="/ppt/tags/tag46.xml" ContentType="application/vnd.openxmlformats-officedocument.presentationml.tags+xml"/>
  <Override PartName="/ppt/tags/tag460.xml" ContentType="application/vnd.openxmlformats-officedocument.presentationml.tags+xml"/>
  <Override PartName="/ppt/tags/tag461.xml" ContentType="application/vnd.openxmlformats-officedocument.presentationml.tags+xml"/>
  <Override PartName="/ppt/tags/tag462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>
  <p:sldMasterIdLst>
    <p:sldMasterId id="2147483648" r:id="rId1"/>
    <p:sldMasterId id="2147483652" r:id="rId3"/>
  </p:sldMasterIdLst>
  <p:notesMasterIdLst>
    <p:notesMasterId r:id="rId5"/>
  </p:notesMasterIdLst>
  <p:handoutMasterIdLst>
    <p:handoutMasterId r:id="rId21"/>
  </p:handoutMasterIdLst>
  <p:sldIdLst>
    <p:sldId id="303" r:id="rId4"/>
    <p:sldId id="257" r:id="rId6"/>
    <p:sldId id="258" r:id="rId7"/>
    <p:sldId id="304" r:id="rId8"/>
    <p:sldId id="260" r:id="rId9"/>
    <p:sldId id="305" r:id="rId10"/>
    <p:sldId id="306" r:id="rId11"/>
    <p:sldId id="308" r:id="rId12"/>
    <p:sldId id="309" r:id="rId13"/>
    <p:sldId id="310" r:id="rId14"/>
    <p:sldId id="313" r:id="rId15"/>
    <p:sldId id="314" r:id="rId16"/>
    <p:sldId id="315" r:id="rId17"/>
    <p:sldId id="261" r:id="rId18"/>
    <p:sldId id="316" r:id="rId19"/>
    <p:sldId id="294" r:id="rId20"/>
  </p:sldIdLst>
  <p:sldSz cx="12192000" cy="6858000"/>
  <p:notesSz cx="6858000" cy="9144000"/>
  <p:custDataLst>
    <p:tags r:id="rId26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4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作者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860" autoAdjust="0"/>
    <p:restoredTop sz="95366" autoAdjust="0"/>
  </p:normalViewPr>
  <p:slideViewPr>
    <p:cSldViewPr snapToGrid="0" showGuides="1">
      <p:cViewPr>
        <p:scale>
          <a:sx n="110" d="100"/>
          <a:sy n="110" d="100"/>
        </p:scale>
        <p:origin x="-774" y="-210"/>
      </p:cViewPr>
      <p:guideLst>
        <p:guide orient="horz" pos="2164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6" Type="http://schemas.openxmlformats.org/officeDocument/2006/relationships/tags" Target="tags/tag462.xml"/><Relationship Id="rId25" Type="http://schemas.openxmlformats.org/officeDocument/2006/relationships/commentAuthors" Target="commentAuthors.xml"/><Relationship Id="rId24" Type="http://schemas.openxmlformats.org/officeDocument/2006/relationships/tableStyles" Target="tableStyles.xml"/><Relationship Id="rId23" Type="http://schemas.openxmlformats.org/officeDocument/2006/relationships/viewProps" Target="viewProps.xml"/><Relationship Id="rId22" Type="http://schemas.openxmlformats.org/officeDocument/2006/relationships/presProps" Target="presProps.xml"/><Relationship Id="rId21" Type="http://schemas.openxmlformats.org/officeDocument/2006/relationships/handoutMaster" Target="handoutMasters/handoutMaster1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F25A8C7-CC1A-4A08-9B4B-31F43B054C7F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E1B693-632D-4080-9CF6-EA28B66DC801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9" Type="http://schemas.openxmlformats.org/officeDocument/2006/relationships/tags" Target="../tags/tag10.xml"/><Relationship Id="rId8" Type="http://schemas.openxmlformats.org/officeDocument/2006/relationships/tags" Target="../tags/tag9.xml"/><Relationship Id="rId7" Type="http://schemas.openxmlformats.org/officeDocument/2006/relationships/tags" Target="../tags/tag8.xml"/><Relationship Id="rId6" Type="http://schemas.openxmlformats.org/officeDocument/2006/relationships/tags" Target="../tags/tag7.xml"/><Relationship Id="rId5" Type="http://schemas.openxmlformats.org/officeDocument/2006/relationships/tags" Target="../tags/tag6.xml"/><Relationship Id="rId4" Type="http://schemas.openxmlformats.org/officeDocument/2006/relationships/tags" Target="../tags/tag5.xml"/><Relationship Id="rId38" Type="http://schemas.openxmlformats.org/officeDocument/2006/relationships/tags" Target="../tags/tag31.xml"/><Relationship Id="rId37" Type="http://schemas.openxmlformats.org/officeDocument/2006/relationships/tags" Target="../tags/tag30.xml"/><Relationship Id="rId36" Type="http://schemas.openxmlformats.org/officeDocument/2006/relationships/tags" Target="../tags/tag29.xml"/><Relationship Id="rId35" Type="http://schemas.openxmlformats.org/officeDocument/2006/relationships/tags" Target="../tags/tag28.xml"/><Relationship Id="rId34" Type="http://schemas.openxmlformats.org/officeDocument/2006/relationships/tags" Target="../tags/tag27.xml"/><Relationship Id="rId33" Type="http://schemas.openxmlformats.org/officeDocument/2006/relationships/tags" Target="../tags/tag26.xml"/><Relationship Id="rId32" Type="http://schemas.openxmlformats.org/officeDocument/2006/relationships/image" Target="../media/image8.svg"/><Relationship Id="rId31" Type="http://schemas.openxmlformats.org/officeDocument/2006/relationships/image" Target="../media/image7.png"/><Relationship Id="rId30" Type="http://schemas.openxmlformats.org/officeDocument/2006/relationships/tags" Target="../tags/tag25.xml"/><Relationship Id="rId3" Type="http://schemas.openxmlformats.org/officeDocument/2006/relationships/tags" Target="../tags/tag4.xml"/><Relationship Id="rId29" Type="http://schemas.openxmlformats.org/officeDocument/2006/relationships/image" Target="../media/image6.svg"/><Relationship Id="rId28" Type="http://schemas.openxmlformats.org/officeDocument/2006/relationships/image" Target="../media/image5.png"/><Relationship Id="rId27" Type="http://schemas.openxmlformats.org/officeDocument/2006/relationships/tags" Target="../tags/tag24.xml"/><Relationship Id="rId26" Type="http://schemas.openxmlformats.org/officeDocument/2006/relationships/tags" Target="../tags/tag23.xml"/><Relationship Id="rId25" Type="http://schemas.openxmlformats.org/officeDocument/2006/relationships/tags" Target="../tags/tag22.xml"/><Relationship Id="rId24" Type="http://schemas.openxmlformats.org/officeDocument/2006/relationships/tags" Target="../tags/tag21.xml"/><Relationship Id="rId23" Type="http://schemas.openxmlformats.org/officeDocument/2006/relationships/tags" Target="../tags/tag20.xml"/><Relationship Id="rId22" Type="http://schemas.openxmlformats.org/officeDocument/2006/relationships/image" Target="../media/image4.svg"/><Relationship Id="rId21" Type="http://schemas.openxmlformats.org/officeDocument/2006/relationships/image" Target="../media/image3.png"/><Relationship Id="rId20" Type="http://schemas.openxmlformats.org/officeDocument/2006/relationships/tags" Target="../tags/tag19.xml"/><Relationship Id="rId2" Type="http://schemas.openxmlformats.org/officeDocument/2006/relationships/tags" Target="../tags/tag3.xml"/><Relationship Id="rId19" Type="http://schemas.openxmlformats.org/officeDocument/2006/relationships/tags" Target="../tags/tag18.xml"/><Relationship Id="rId18" Type="http://schemas.openxmlformats.org/officeDocument/2006/relationships/tags" Target="../tags/tag17.xml"/><Relationship Id="rId17" Type="http://schemas.openxmlformats.org/officeDocument/2006/relationships/tags" Target="../tags/tag16.xml"/><Relationship Id="rId16" Type="http://schemas.openxmlformats.org/officeDocument/2006/relationships/tags" Target="../tags/tag15.xml"/><Relationship Id="rId15" Type="http://schemas.openxmlformats.org/officeDocument/2006/relationships/tags" Target="../tags/tag14.xml"/><Relationship Id="rId14" Type="http://schemas.openxmlformats.org/officeDocument/2006/relationships/tags" Target="../tags/tag13.xml"/><Relationship Id="rId13" Type="http://schemas.openxmlformats.org/officeDocument/2006/relationships/tags" Target="../tags/tag12.xml"/><Relationship Id="rId12" Type="http://schemas.openxmlformats.org/officeDocument/2006/relationships/image" Target="../media/image2.svg"/><Relationship Id="rId11" Type="http://schemas.openxmlformats.org/officeDocument/2006/relationships/image" Target="../media/image1.png"/><Relationship Id="rId10" Type="http://schemas.openxmlformats.org/officeDocument/2006/relationships/tags" Target="../tags/tag11.xml"/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6" Type="http://schemas.openxmlformats.org/officeDocument/2006/relationships/tags" Target="../tags/tag36.xml"/><Relationship Id="rId5" Type="http://schemas.openxmlformats.org/officeDocument/2006/relationships/tags" Target="../tags/tag35.xml"/><Relationship Id="rId4" Type="http://schemas.openxmlformats.org/officeDocument/2006/relationships/tags" Target="../tags/tag34.xml"/><Relationship Id="rId3" Type="http://schemas.openxmlformats.org/officeDocument/2006/relationships/tags" Target="../tags/tag33.xml"/><Relationship Id="rId2" Type="http://schemas.openxmlformats.org/officeDocument/2006/relationships/tags" Target="../tags/tag32.xml"/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9" Type="http://schemas.openxmlformats.org/officeDocument/2006/relationships/tags" Target="../tags/tag44.xml"/><Relationship Id="rId8" Type="http://schemas.openxmlformats.org/officeDocument/2006/relationships/tags" Target="../tags/tag43.xml"/><Relationship Id="rId76" Type="http://schemas.openxmlformats.org/officeDocument/2006/relationships/tags" Target="../tags/tag107.xml"/><Relationship Id="rId75" Type="http://schemas.openxmlformats.org/officeDocument/2006/relationships/tags" Target="../tags/tag106.xml"/><Relationship Id="rId74" Type="http://schemas.openxmlformats.org/officeDocument/2006/relationships/image" Target="../media/image12.svg"/><Relationship Id="rId73" Type="http://schemas.openxmlformats.org/officeDocument/2006/relationships/image" Target="../media/image11.png"/><Relationship Id="rId72" Type="http://schemas.openxmlformats.org/officeDocument/2006/relationships/tags" Target="../tags/tag105.xml"/><Relationship Id="rId71" Type="http://schemas.openxmlformats.org/officeDocument/2006/relationships/tags" Target="../tags/tag104.xml"/><Relationship Id="rId70" Type="http://schemas.openxmlformats.org/officeDocument/2006/relationships/tags" Target="../tags/tag103.xml"/><Relationship Id="rId7" Type="http://schemas.openxmlformats.org/officeDocument/2006/relationships/tags" Target="../tags/tag42.xml"/><Relationship Id="rId69" Type="http://schemas.openxmlformats.org/officeDocument/2006/relationships/tags" Target="../tags/tag102.xml"/><Relationship Id="rId68" Type="http://schemas.openxmlformats.org/officeDocument/2006/relationships/tags" Target="../tags/tag101.xml"/><Relationship Id="rId67" Type="http://schemas.openxmlformats.org/officeDocument/2006/relationships/tags" Target="../tags/tag100.xml"/><Relationship Id="rId66" Type="http://schemas.openxmlformats.org/officeDocument/2006/relationships/tags" Target="../tags/tag99.xml"/><Relationship Id="rId65" Type="http://schemas.openxmlformats.org/officeDocument/2006/relationships/tags" Target="../tags/tag98.xml"/><Relationship Id="rId64" Type="http://schemas.openxmlformats.org/officeDocument/2006/relationships/tags" Target="../tags/tag97.xml"/><Relationship Id="rId63" Type="http://schemas.openxmlformats.org/officeDocument/2006/relationships/tags" Target="../tags/tag96.xml"/><Relationship Id="rId62" Type="http://schemas.openxmlformats.org/officeDocument/2006/relationships/tags" Target="../tags/tag95.xml"/><Relationship Id="rId61" Type="http://schemas.openxmlformats.org/officeDocument/2006/relationships/tags" Target="../tags/tag94.xml"/><Relationship Id="rId60" Type="http://schemas.openxmlformats.org/officeDocument/2006/relationships/tags" Target="../tags/tag93.xml"/><Relationship Id="rId6" Type="http://schemas.openxmlformats.org/officeDocument/2006/relationships/tags" Target="../tags/tag41.xml"/><Relationship Id="rId59" Type="http://schemas.openxmlformats.org/officeDocument/2006/relationships/tags" Target="../tags/tag92.xml"/><Relationship Id="rId58" Type="http://schemas.openxmlformats.org/officeDocument/2006/relationships/tags" Target="../tags/tag91.xml"/><Relationship Id="rId57" Type="http://schemas.openxmlformats.org/officeDocument/2006/relationships/tags" Target="../tags/tag90.xml"/><Relationship Id="rId56" Type="http://schemas.openxmlformats.org/officeDocument/2006/relationships/tags" Target="../tags/tag89.xml"/><Relationship Id="rId55" Type="http://schemas.openxmlformats.org/officeDocument/2006/relationships/tags" Target="../tags/tag88.xml"/><Relationship Id="rId54" Type="http://schemas.openxmlformats.org/officeDocument/2006/relationships/tags" Target="../tags/tag87.xml"/><Relationship Id="rId53" Type="http://schemas.openxmlformats.org/officeDocument/2006/relationships/tags" Target="../tags/tag86.xml"/><Relationship Id="rId52" Type="http://schemas.openxmlformats.org/officeDocument/2006/relationships/tags" Target="../tags/tag85.xml"/><Relationship Id="rId51" Type="http://schemas.openxmlformats.org/officeDocument/2006/relationships/tags" Target="../tags/tag84.xml"/><Relationship Id="rId50" Type="http://schemas.openxmlformats.org/officeDocument/2006/relationships/tags" Target="../tags/tag83.xml"/><Relationship Id="rId5" Type="http://schemas.openxmlformats.org/officeDocument/2006/relationships/tags" Target="../tags/tag40.xml"/><Relationship Id="rId49" Type="http://schemas.openxmlformats.org/officeDocument/2006/relationships/tags" Target="../tags/tag82.xml"/><Relationship Id="rId48" Type="http://schemas.openxmlformats.org/officeDocument/2006/relationships/tags" Target="../tags/tag81.xml"/><Relationship Id="rId47" Type="http://schemas.openxmlformats.org/officeDocument/2006/relationships/tags" Target="../tags/tag80.xml"/><Relationship Id="rId46" Type="http://schemas.openxmlformats.org/officeDocument/2006/relationships/tags" Target="../tags/tag79.xml"/><Relationship Id="rId45" Type="http://schemas.openxmlformats.org/officeDocument/2006/relationships/tags" Target="../tags/tag78.xml"/><Relationship Id="rId44" Type="http://schemas.openxmlformats.org/officeDocument/2006/relationships/tags" Target="../tags/tag77.xml"/><Relationship Id="rId43" Type="http://schemas.openxmlformats.org/officeDocument/2006/relationships/tags" Target="../tags/tag76.xml"/><Relationship Id="rId42" Type="http://schemas.openxmlformats.org/officeDocument/2006/relationships/tags" Target="../tags/tag75.xml"/><Relationship Id="rId41" Type="http://schemas.openxmlformats.org/officeDocument/2006/relationships/tags" Target="../tags/tag74.xml"/><Relationship Id="rId40" Type="http://schemas.openxmlformats.org/officeDocument/2006/relationships/tags" Target="../tags/tag73.xml"/><Relationship Id="rId4" Type="http://schemas.openxmlformats.org/officeDocument/2006/relationships/tags" Target="../tags/tag39.xml"/><Relationship Id="rId39" Type="http://schemas.openxmlformats.org/officeDocument/2006/relationships/tags" Target="../tags/tag72.xml"/><Relationship Id="rId38" Type="http://schemas.openxmlformats.org/officeDocument/2006/relationships/tags" Target="../tags/tag71.xml"/><Relationship Id="rId37" Type="http://schemas.openxmlformats.org/officeDocument/2006/relationships/tags" Target="../tags/tag70.xml"/><Relationship Id="rId36" Type="http://schemas.openxmlformats.org/officeDocument/2006/relationships/tags" Target="../tags/tag69.xml"/><Relationship Id="rId35" Type="http://schemas.openxmlformats.org/officeDocument/2006/relationships/tags" Target="../tags/tag68.xml"/><Relationship Id="rId34" Type="http://schemas.openxmlformats.org/officeDocument/2006/relationships/tags" Target="../tags/tag67.xml"/><Relationship Id="rId33" Type="http://schemas.openxmlformats.org/officeDocument/2006/relationships/tags" Target="../tags/tag66.xml"/><Relationship Id="rId32" Type="http://schemas.openxmlformats.org/officeDocument/2006/relationships/tags" Target="../tags/tag65.xml"/><Relationship Id="rId31" Type="http://schemas.openxmlformats.org/officeDocument/2006/relationships/tags" Target="../tags/tag64.xml"/><Relationship Id="rId30" Type="http://schemas.openxmlformats.org/officeDocument/2006/relationships/tags" Target="../tags/tag63.xml"/><Relationship Id="rId3" Type="http://schemas.openxmlformats.org/officeDocument/2006/relationships/tags" Target="../tags/tag38.xml"/><Relationship Id="rId29" Type="http://schemas.openxmlformats.org/officeDocument/2006/relationships/tags" Target="../tags/tag62.xml"/><Relationship Id="rId28" Type="http://schemas.openxmlformats.org/officeDocument/2006/relationships/tags" Target="../tags/tag61.xml"/><Relationship Id="rId27" Type="http://schemas.openxmlformats.org/officeDocument/2006/relationships/tags" Target="../tags/tag60.xml"/><Relationship Id="rId26" Type="http://schemas.openxmlformats.org/officeDocument/2006/relationships/tags" Target="../tags/tag59.xml"/><Relationship Id="rId25" Type="http://schemas.openxmlformats.org/officeDocument/2006/relationships/tags" Target="../tags/tag58.xml"/><Relationship Id="rId24" Type="http://schemas.openxmlformats.org/officeDocument/2006/relationships/tags" Target="../tags/tag57.xml"/><Relationship Id="rId23" Type="http://schemas.openxmlformats.org/officeDocument/2006/relationships/tags" Target="../tags/tag56.xml"/><Relationship Id="rId22" Type="http://schemas.openxmlformats.org/officeDocument/2006/relationships/tags" Target="../tags/tag55.xml"/><Relationship Id="rId21" Type="http://schemas.openxmlformats.org/officeDocument/2006/relationships/tags" Target="../tags/tag54.xml"/><Relationship Id="rId20" Type="http://schemas.openxmlformats.org/officeDocument/2006/relationships/tags" Target="../tags/tag53.xml"/><Relationship Id="rId2" Type="http://schemas.openxmlformats.org/officeDocument/2006/relationships/tags" Target="../tags/tag37.xml"/><Relationship Id="rId19" Type="http://schemas.openxmlformats.org/officeDocument/2006/relationships/tags" Target="../tags/tag52.xml"/><Relationship Id="rId18" Type="http://schemas.openxmlformats.org/officeDocument/2006/relationships/tags" Target="../tags/tag51.xml"/><Relationship Id="rId17" Type="http://schemas.openxmlformats.org/officeDocument/2006/relationships/tags" Target="../tags/tag50.xml"/><Relationship Id="rId16" Type="http://schemas.openxmlformats.org/officeDocument/2006/relationships/tags" Target="../tags/tag49.xml"/><Relationship Id="rId15" Type="http://schemas.openxmlformats.org/officeDocument/2006/relationships/tags" Target="../tags/tag48.xml"/><Relationship Id="rId14" Type="http://schemas.openxmlformats.org/officeDocument/2006/relationships/tags" Target="../tags/tag47.xml"/><Relationship Id="rId13" Type="http://schemas.openxmlformats.org/officeDocument/2006/relationships/tags" Target="../tags/tag46.xml"/><Relationship Id="rId12" Type="http://schemas.openxmlformats.org/officeDocument/2006/relationships/image" Target="../media/image10.svg"/><Relationship Id="rId11" Type="http://schemas.openxmlformats.org/officeDocument/2006/relationships/image" Target="../media/image9.png"/><Relationship Id="rId10" Type="http://schemas.openxmlformats.org/officeDocument/2006/relationships/tags" Target="../tags/tag45.xml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9" Type="http://schemas.openxmlformats.org/officeDocument/2006/relationships/tags" Target="../tags/tag111.xml"/><Relationship Id="rId8" Type="http://schemas.openxmlformats.org/officeDocument/2006/relationships/image" Target="../media/image2.svg"/><Relationship Id="rId7" Type="http://schemas.openxmlformats.org/officeDocument/2006/relationships/image" Target="../media/image1.png"/><Relationship Id="rId6" Type="http://schemas.openxmlformats.org/officeDocument/2006/relationships/tags" Target="../tags/tag110.xml"/><Relationship Id="rId5" Type="http://schemas.openxmlformats.org/officeDocument/2006/relationships/image" Target="../media/image10.svg"/><Relationship Id="rId4" Type="http://schemas.openxmlformats.org/officeDocument/2006/relationships/image" Target="../media/image9.png"/><Relationship Id="rId38" Type="http://schemas.openxmlformats.org/officeDocument/2006/relationships/tags" Target="../tags/tag134.xml"/><Relationship Id="rId37" Type="http://schemas.openxmlformats.org/officeDocument/2006/relationships/tags" Target="../tags/tag133.xml"/><Relationship Id="rId36" Type="http://schemas.openxmlformats.org/officeDocument/2006/relationships/tags" Target="../tags/tag132.xml"/><Relationship Id="rId35" Type="http://schemas.openxmlformats.org/officeDocument/2006/relationships/image" Target="../media/image13.svg"/><Relationship Id="rId34" Type="http://schemas.openxmlformats.org/officeDocument/2006/relationships/image" Target="../media/image7.png"/><Relationship Id="rId33" Type="http://schemas.openxmlformats.org/officeDocument/2006/relationships/tags" Target="../tags/tag131.xml"/><Relationship Id="rId32" Type="http://schemas.openxmlformats.org/officeDocument/2006/relationships/tags" Target="../tags/tag130.xml"/><Relationship Id="rId31" Type="http://schemas.openxmlformats.org/officeDocument/2006/relationships/tags" Target="../tags/tag129.xml"/><Relationship Id="rId30" Type="http://schemas.openxmlformats.org/officeDocument/2006/relationships/tags" Target="../tags/tag128.xml"/><Relationship Id="rId3" Type="http://schemas.openxmlformats.org/officeDocument/2006/relationships/tags" Target="../tags/tag109.xml"/><Relationship Id="rId29" Type="http://schemas.openxmlformats.org/officeDocument/2006/relationships/tags" Target="../tags/tag127.xml"/><Relationship Id="rId28" Type="http://schemas.openxmlformats.org/officeDocument/2006/relationships/tags" Target="../tags/tag126.xml"/><Relationship Id="rId27" Type="http://schemas.openxmlformats.org/officeDocument/2006/relationships/tags" Target="../tags/tag125.xml"/><Relationship Id="rId26" Type="http://schemas.openxmlformats.org/officeDocument/2006/relationships/tags" Target="../tags/tag124.xml"/><Relationship Id="rId25" Type="http://schemas.openxmlformats.org/officeDocument/2006/relationships/tags" Target="../tags/tag123.xml"/><Relationship Id="rId24" Type="http://schemas.openxmlformats.org/officeDocument/2006/relationships/tags" Target="../tags/tag122.xml"/><Relationship Id="rId23" Type="http://schemas.openxmlformats.org/officeDocument/2006/relationships/image" Target="../media/image6.svg"/><Relationship Id="rId22" Type="http://schemas.openxmlformats.org/officeDocument/2006/relationships/image" Target="../media/image5.png"/><Relationship Id="rId21" Type="http://schemas.openxmlformats.org/officeDocument/2006/relationships/tags" Target="../tags/tag121.xml"/><Relationship Id="rId20" Type="http://schemas.openxmlformats.org/officeDocument/2006/relationships/tags" Target="../tags/tag120.xml"/><Relationship Id="rId2" Type="http://schemas.openxmlformats.org/officeDocument/2006/relationships/tags" Target="../tags/tag108.xml"/><Relationship Id="rId19" Type="http://schemas.openxmlformats.org/officeDocument/2006/relationships/image" Target="../media/image4.svg"/><Relationship Id="rId18" Type="http://schemas.openxmlformats.org/officeDocument/2006/relationships/image" Target="../media/image3.png"/><Relationship Id="rId17" Type="http://schemas.openxmlformats.org/officeDocument/2006/relationships/tags" Target="../tags/tag119.xml"/><Relationship Id="rId16" Type="http://schemas.openxmlformats.org/officeDocument/2006/relationships/tags" Target="../tags/tag118.xml"/><Relationship Id="rId15" Type="http://schemas.openxmlformats.org/officeDocument/2006/relationships/tags" Target="../tags/tag117.xml"/><Relationship Id="rId14" Type="http://schemas.openxmlformats.org/officeDocument/2006/relationships/tags" Target="../tags/tag116.xml"/><Relationship Id="rId13" Type="http://schemas.openxmlformats.org/officeDocument/2006/relationships/tags" Target="../tags/tag115.xml"/><Relationship Id="rId12" Type="http://schemas.openxmlformats.org/officeDocument/2006/relationships/tags" Target="../tags/tag114.xml"/><Relationship Id="rId11" Type="http://schemas.openxmlformats.org/officeDocument/2006/relationships/tags" Target="../tags/tag113.xml"/><Relationship Id="rId10" Type="http://schemas.openxmlformats.org/officeDocument/2006/relationships/tags" Target="../tags/tag112.xml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140.xml"/><Relationship Id="rId6" Type="http://schemas.openxmlformats.org/officeDocument/2006/relationships/tags" Target="../tags/tag139.xml"/><Relationship Id="rId5" Type="http://schemas.openxmlformats.org/officeDocument/2006/relationships/tags" Target="../tags/tag138.xml"/><Relationship Id="rId4" Type="http://schemas.openxmlformats.org/officeDocument/2006/relationships/tags" Target="../tags/tag137.xml"/><Relationship Id="rId3" Type="http://schemas.openxmlformats.org/officeDocument/2006/relationships/tags" Target="../tags/tag136.xml"/><Relationship Id="rId2" Type="http://schemas.openxmlformats.org/officeDocument/2006/relationships/tags" Target="../tags/tag135.xml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9" Type="http://schemas.openxmlformats.org/officeDocument/2006/relationships/tags" Target="../tags/tag148.xml"/><Relationship Id="rId8" Type="http://schemas.openxmlformats.org/officeDocument/2006/relationships/tags" Target="../tags/tag147.xml"/><Relationship Id="rId7" Type="http://schemas.openxmlformats.org/officeDocument/2006/relationships/tags" Target="../tags/tag146.xml"/><Relationship Id="rId6" Type="http://schemas.openxmlformats.org/officeDocument/2006/relationships/tags" Target="../tags/tag145.xml"/><Relationship Id="rId5" Type="http://schemas.openxmlformats.org/officeDocument/2006/relationships/tags" Target="../tags/tag144.xml"/><Relationship Id="rId4" Type="http://schemas.openxmlformats.org/officeDocument/2006/relationships/tags" Target="../tags/tag143.xml"/><Relationship Id="rId3" Type="http://schemas.openxmlformats.org/officeDocument/2006/relationships/tags" Target="../tags/tag142.xml"/><Relationship Id="rId2" Type="http://schemas.openxmlformats.org/officeDocument/2006/relationships/tags" Target="../tags/tag141.xml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152.xml"/><Relationship Id="rId4" Type="http://schemas.openxmlformats.org/officeDocument/2006/relationships/tags" Target="../tags/tag151.xml"/><Relationship Id="rId3" Type="http://schemas.openxmlformats.org/officeDocument/2006/relationships/tags" Target="../tags/tag150.xml"/><Relationship Id="rId2" Type="http://schemas.openxmlformats.org/officeDocument/2006/relationships/tags" Target="../tags/tag149.xml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4" Type="http://schemas.openxmlformats.org/officeDocument/2006/relationships/tags" Target="../tags/tag155.xml"/><Relationship Id="rId3" Type="http://schemas.openxmlformats.org/officeDocument/2006/relationships/tags" Target="../tags/tag154.xml"/><Relationship Id="rId2" Type="http://schemas.openxmlformats.org/officeDocument/2006/relationships/tags" Target="../tags/tag153.xml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5" Type="http://schemas.openxmlformats.org/officeDocument/2006/relationships/tags" Target="../tags/tag159.xml"/><Relationship Id="rId4" Type="http://schemas.openxmlformats.org/officeDocument/2006/relationships/tags" Target="../tags/tag158.xml"/><Relationship Id="rId3" Type="http://schemas.openxmlformats.org/officeDocument/2006/relationships/tags" Target="../tags/tag157.xml"/><Relationship Id="rId2" Type="http://schemas.openxmlformats.org/officeDocument/2006/relationships/tags" Target="../tags/tag156.xml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6" Type="http://schemas.openxmlformats.org/officeDocument/2006/relationships/tags" Target="../tags/tag164.xml"/><Relationship Id="rId5" Type="http://schemas.openxmlformats.org/officeDocument/2006/relationships/tags" Target="../tags/tag163.xml"/><Relationship Id="rId4" Type="http://schemas.openxmlformats.org/officeDocument/2006/relationships/tags" Target="../tags/tag162.xml"/><Relationship Id="rId3" Type="http://schemas.openxmlformats.org/officeDocument/2006/relationships/tags" Target="../tags/tag161.xml"/><Relationship Id="rId2" Type="http://schemas.openxmlformats.org/officeDocument/2006/relationships/tags" Target="../tags/tag160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9" Type="http://schemas.openxmlformats.org/officeDocument/2006/relationships/tags" Target="../tags/tag172.xml"/><Relationship Id="rId8" Type="http://schemas.openxmlformats.org/officeDocument/2006/relationships/tags" Target="../tags/tag171.xml"/><Relationship Id="rId7" Type="http://schemas.openxmlformats.org/officeDocument/2006/relationships/tags" Target="../tags/tag170.xml"/><Relationship Id="rId6" Type="http://schemas.openxmlformats.org/officeDocument/2006/relationships/tags" Target="../tags/tag169.xml"/><Relationship Id="rId5" Type="http://schemas.openxmlformats.org/officeDocument/2006/relationships/tags" Target="../tags/tag168.xml"/><Relationship Id="rId4" Type="http://schemas.openxmlformats.org/officeDocument/2006/relationships/tags" Target="../tags/tag167.xml"/><Relationship Id="rId38" Type="http://schemas.openxmlformats.org/officeDocument/2006/relationships/tags" Target="../tags/tag193.xml"/><Relationship Id="rId37" Type="http://schemas.openxmlformats.org/officeDocument/2006/relationships/tags" Target="../tags/tag192.xml"/><Relationship Id="rId36" Type="http://schemas.openxmlformats.org/officeDocument/2006/relationships/tags" Target="../tags/tag191.xml"/><Relationship Id="rId35" Type="http://schemas.openxmlformats.org/officeDocument/2006/relationships/tags" Target="../tags/tag190.xml"/><Relationship Id="rId34" Type="http://schemas.openxmlformats.org/officeDocument/2006/relationships/tags" Target="../tags/tag189.xml"/><Relationship Id="rId33" Type="http://schemas.openxmlformats.org/officeDocument/2006/relationships/tags" Target="../tags/tag188.xml"/><Relationship Id="rId32" Type="http://schemas.openxmlformats.org/officeDocument/2006/relationships/image" Target="../media/image14.svg"/><Relationship Id="rId31" Type="http://schemas.openxmlformats.org/officeDocument/2006/relationships/image" Target="../media/image7.png"/><Relationship Id="rId30" Type="http://schemas.openxmlformats.org/officeDocument/2006/relationships/tags" Target="../tags/tag187.xml"/><Relationship Id="rId3" Type="http://schemas.openxmlformats.org/officeDocument/2006/relationships/tags" Target="../tags/tag166.xml"/><Relationship Id="rId29" Type="http://schemas.openxmlformats.org/officeDocument/2006/relationships/image" Target="../media/image6.svg"/><Relationship Id="rId28" Type="http://schemas.openxmlformats.org/officeDocument/2006/relationships/image" Target="../media/image5.png"/><Relationship Id="rId27" Type="http://schemas.openxmlformats.org/officeDocument/2006/relationships/tags" Target="../tags/tag186.xml"/><Relationship Id="rId26" Type="http://schemas.openxmlformats.org/officeDocument/2006/relationships/tags" Target="../tags/tag185.xml"/><Relationship Id="rId25" Type="http://schemas.openxmlformats.org/officeDocument/2006/relationships/tags" Target="../tags/tag184.xml"/><Relationship Id="rId24" Type="http://schemas.openxmlformats.org/officeDocument/2006/relationships/tags" Target="../tags/tag183.xml"/><Relationship Id="rId23" Type="http://schemas.openxmlformats.org/officeDocument/2006/relationships/tags" Target="../tags/tag182.xml"/><Relationship Id="rId22" Type="http://schemas.openxmlformats.org/officeDocument/2006/relationships/image" Target="../media/image4.svg"/><Relationship Id="rId21" Type="http://schemas.openxmlformats.org/officeDocument/2006/relationships/image" Target="../media/image3.png"/><Relationship Id="rId20" Type="http://schemas.openxmlformats.org/officeDocument/2006/relationships/tags" Target="../tags/tag181.xml"/><Relationship Id="rId2" Type="http://schemas.openxmlformats.org/officeDocument/2006/relationships/tags" Target="../tags/tag165.xml"/><Relationship Id="rId19" Type="http://schemas.openxmlformats.org/officeDocument/2006/relationships/tags" Target="../tags/tag180.xml"/><Relationship Id="rId18" Type="http://schemas.openxmlformats.org/officeDocument/2006/relationships/tags" Target="../tags/tag179.xml"/><Relationship Id="rId17" Type="http://schemas.openxmlformats.org/officeDocument/2006/relationships/tags" Target="../tags/tag178.xml"/><Relationship Id="rId16" Type="http://schemas.openxmlformats.org/officeDocument/2006/relationships/tags" Target="../tags/tag177.xml"/><Relationship Id="rId15" Type="http://schemas.openxmlformats.org/officeDocument/2006/relationships/tags" Target="../tags/tag176.xml"/><Relationship Id="rId14" Type="http://schemas.openxmlformats.org/officeDocument/2006/relationships/tags" Target="../tags/tag175.xml"/><Relationship Id="rId13" Type="http://schemas.openxmlformats.org/officeDocument/2006/relationships/tags" Target="../tags/tag174.xml"/><Relationship Id="rId12" Type="http://schemas.openxmlformats.org/officeDocument/2006/relationships/image" Target="../media/image2.svg"/><Relationship Id="rId11" Type="http://schemas.openxmlformats.org/officeDocument/2006/relationships/image" Target="../media/image1.png"/><Relationship Id="rId10" Type="http://schemas.openxmlformats.org/officeDocument/2006/relationships/tags" Target="../tags/tag173.xml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524000" y="1854199"/>
            <a:ext cx="9144000" cy="1655763"/>
          </a:xfrm>
        </p:spPr>
        <p:txBody>
          <a:bodyPr anchor="b">
            <a:normAutofit/>
          </a:bodyPr>
          <a:lstStyle>
            <a:lvl1pPr algn="ctr">
              <a:defRPr sz="7200" b="0"/>
            </a:lvl1pPr>
          </a:lstStyle>
          <a:p>
            <a:r>
              <a:rPr lang="zh-CN" altLang="en-US"/>
              <a:t>单击此处编辑标题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  <p:hf sldNum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anchor="ctr" anchorCtr="0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  <p:hf sldNum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  <p:hf sldNum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0" y="2660015"/>
            <a:ext cx="12192000" cy="4197985"/>
          </a:xfrm>
          <a:prstGeom prst="rect">
            <a:avLst/>
          </a:prstGeom>
          <a:gradFill>
            <a:gsLst>
              <a:gs pos="0">
                <a:schemeClr val="accent1">
                  <a:lumMod val="20000"/>
                  <a:lumOff val="80000"/>
                  <a:alpha val="0"/>
                </a:schemeClr>
              </a:gs>
              <a:gs pos="100000">
                <a:schemeClr val="accent1">
                  <a:alpha val="69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cs typeface="黑体" panose="02010609060101010101" pitchFamily="49" charset="-122"/>
              <a:sym typeface="+mn-ea"/>
            </a:endParaRPr>
          </a:p>
        </p:txBody>
      </p:sp>
      <p:sp>
        <p:nvSpPr>
          <p:cNvPr id="17" name="任意多边形: 形状 16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976654" cy="2150327"/>
          </a:xfrm>
          <a:custGeom>
            <a:avLst/>
            <a:gdLst>
              <a:gd name="connsiteX0" fmla="*/ 0 w 1452284"/>
              <a:gd name="connsiteY0" fmla="*/ 0 h 3197534"/>
              <a:gd name="connsiteX1" fmla="*/ 190682 w 1452284"/>
              <a:gd name="connsiteY1" fmla="*/ 0 h 3197534"/>
              <a:gd name="connsiteX2" fmla="*/ 217063 w 1452284"/>
              <a:gd name="connsiteY2" fmla="*/ 33192 h 3197534"/>
              <a:gd name="connsiteX3" fmla="*/ 240054 w 1452284"/>
              <a:gd name="connsiteY3" fmla="*/ 75552 h 3197534"/>
              <a:gd name="connsiteX4" fmla="*/ 373222 w 1452284"/>
              <a:gd name="connsiteY4" fmla="*/ 297347 h 3197534"/>
              <a:gd name="connsiteX5" fmla="*/ 550777 w 1452284"/>
              <a:gd name="connsiteY5" fmla="*/ 544342 h 3197534"/>
              <a:gd name="connsiteX6" fmla="*/ 926380 w 1452284"/>
              <a:gd name="connsiteY6" fmla="*/ 849303 h 3197534"/>
              <a:gd name="connsiteX7" fmla="*/ 1039056 w 1452284"/>
              <a:gd name="connsiteY7" fmla="*/ 1324556 h 3197534"/>
              <a:gd name="connsiteX8" fmla="*/ 1315660 w 1452284"/>
              <a:gd name="connsiteY8" fmla="*/ 1665890 h 3197534"/>
              <a:gd name="connsiteX9" fmla="*/ 1397624 w 1452284"/>
              <a:gd name="connsiteY9" fmla="*/ 2197656 h 3197534"/>
              <a:gd name="connsiteX10" fmla="*/ 1452284 w 1452284"/>
              <a:gd name="connsiteY10" fmla="*/ 2699611 h 3197534"/>
              <a:gd name="connsiteX11" fmla="*/ 969666 w 1452284"/>
              <a:gd name="connsiteY11" fmla="*/ 3147560 h 3197534"/>
              <a:gd name="connsiteX12" fmla="*/ 694816 w 1452284"/>
              <a:gd name="connsiteY12" fmla="*/ 3197159 h 3197534"/>
              <a:gd name="connsiteX13" fmla="*/ 188031 w 1452284"/>
              <a:gd name="connsiteY13" fmla="*/ 3133493 h 3197534"/>
              <a:gd name="connsiteX14" fmla="*/ 0 w 1452284"/>
              <a:gd name="connsiteY14" fmla="*/ 3087026 h 3197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452284" h="3197534">
                <a:moveTo>
                  <a:pt x="0" y="0"/>
                </a:moveTo>
                <a:lnTo>
                  <a:pt x="190682" y="0"/>
                </a:lnTo>
                <a:lnTo>
                  <a:pt x="217063" y="33192"/>
                </a:lnTo>
                <a:cubicBezTo>
                  <a:pt x="225973" y="47681"/>
                  <a:pt x="233228" y="62326"/>
                  <a:pt x="240054" y="75552"/>
                </a:cubicBezTo>
                <a:cubicBezTo>
                  <a:pt x="267409" y="128459"/>
                  <a:pt x="332239" y="173849"/>
                  <a:pt x="373222" y="297347"/>
                </a:cubicBezTo>
                <a:cubicBezTo>
                  <a:pt x="414204" y="420844"/>
                  <a:pt x="434695" y="491436"/>
                  <a:pt x="550777" y="544342"/>
                </a:cubicBezTo>
                <a:cubicBezTo>
                  <a:pt x="666860" y="597248"/>
                  <a:pt x="841009" y="647699"/>
                  <a:pt x="926380" y="849303"/>
                </a:cubicBezTo>
                <a:cubicBezTo>
                  <a:pt x="1011751" y="1050907"/>
                  <a:pt x="970769" y="1199956"/>
                  <a:pt x="1039056" y="1324556"/>
                </a:cubicBezTo>
                <a:cubicBezTo>
                  <a:pt x="1107343" y="1449156"/>
                  <a:pt x="1247323" y="1517192"/>
                  <a:pt x="1315660" y="1665890"/>
                </a:cubicBezTo>
                <a:cubicBezTo>
                  <a:pt x="1383947" y="1814588"/>
                  <a:pt x="1424929" y="1993547"/>
                  <a:pt x="1397624" y="2197656"/>
                </a:cubicBezTo>
                <a:cubicBezTo>
                  <a:pt x="1370319" y="2401815"/>
                  <a:pt x="1435200" y="2583980"/>
                  <a:pt x="1452284" y="2699611"/>
                </a:cubicBezTo>
                <a:cubicBezTo>
                  <a:pt x="1387554" y="2821756"/>
                  <a:pt x="1242313" y="3047409"/>
                  <a:pt x="969666" y="3147560"/>
                </a:cubicBezTo>
                <a:cubicBezTo>
                  <a:pt x="848724" y="3191999"/>
                  <a:pt x="746319" y="3195706"/>
                  <a:pt x="694816" y="3197159"/>
                </a:cubicBezTo>
                <a:cubicBezTo>
                  <a:pt x="557428" y="3200992"/>
                  <a:pt x="379631" y="3175193"/>
                  <a:pt x="188031" y="3133493"/>
                </a:cubicBezTo>
                <a:lnTo>
                  <a:pt x="0" y="3087026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25000">
                <a:schemeClr val="accent3"/>
              </a:gs>
              <a:gs pos="57000">
                <a:schemeClr val="accent4"/>
              </a:gs>
              <a:gs pos="81000">
                <a:schemeClr val="accent4">
                  <a:alpha val="0"/>
                </a:schemeClr>
              </a:gs>
            </a:gsLst>
            <a:lin ang="5400000" scaled="1"/>
          </a:gradFill>
          <a:ln w="9525" cap="flat">
            <a:gradFill>
              <a:gsLst>
                <a:gs pos="0">
                  <a:srgbClr val="FFEBC9"/>
                </a:gs>
                <a:gs pos="52000">
                  <a:srgbClr val="FFEBC9">
                    <a:alpha val="0"/>
                  </a:srgbClr>
                </a:gs>
              </a:gsLst>
              <a:lin ang="5400000" scaled="1"/>
            </a:gradFill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zh-CN" altLang="en-US">
              <a:cs typeface="黑体" panose="02010609060101010101" pitchFamily="49" charset="-122"/>
            </a:endParaRPr>
          </a:p>
        </p:txBody>
      </p:sp>
      <p:sp>
        <p:nvSpPr>
          <p:cNvPr id="46" name="椭圆 45"/>
          <p:cNvSpPr/>
          <p:nvPr userDrawn="1">
            <p:custDataLst>
              <p:tags r:id="rId4"/>
            </p:custDataLst>
          </p:nvPr>
        </p:nvSpPr>
        <p:spPr>
          <a:xfrm>
            <a:off x="1833064" y="1517921"/>
            <a:ext cx="832031" cy="832031"/>
          </a:xfrm>
          <a:prstGeom prst="ellipse">
            <a:avLst/>
          </a:prstGeom>
          <a:gradFill>
            <a:gsLst>
              <a:gs pos="0">
                <a:schemeClr val="accent2"/>
              </a:gs>
              <a:gs pos="100000">
                <a:schemeClr val="accent2">
                  <a:alpha val="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黑体" panose="02010609060101010101" pitchFamily="49" charset="-122"/>
            </a:endParaRPr>
          </a:p>
        </p:txBody>
      </p:sp>
      <p:sp>
        <p:nvSpPr>
          <p:cNvPr id="37" name="任意多边形: 形状 36"/>
          <p:cNvSpPr/>
          <p:nvPr userDrawn="1">
            <p:custDataLst>
              <p:tags r:id="rId5"/>
            </p:custDataLst>
          </p:nvPr>
        </p:nvSpPr>
        <p:spPr>
          <a:xfrm>
            <a:off x="930518" y="5164874"/>
            <a:ext cx="1839932" cy="315939"/>
          </a:xfrm>
          <a:custGeom>
            <a:avLst/>
            <a:gdLst>
              <a:gd name="connsiteX0" fmla="*/ 1839932 w 1839932"/>
              <a:gd name="connsiteY0" fmla="*/ 315868 h 315939"/>
              <a:gd name="connsiteX1" fmla="*/ 1514555 w 1839932"/>
              <a:gd name="connsiteY1" fmla="*/ 216580 h 315939"/>
              <a:gd name="connsiteX2" fmla="*/ 1196519 w 1839932"/>
              <a:gd name="connsiteY2" fmla="*/ 135753 h 315939"/>
              <a:gd name="connsiteX3" fmla="*/ 1091315 w 1839932"/>
              <a:gd name="connsiteY3" fmla="*/ 58489 h 315939"/>
              <a:gd name="connsiteX4" fmla="*/ 844199 w 1839932"/>
              <a:gd name="connsiteY4" fmla="*/ 185 h 315939"/>
              <a:gd name="connsiteX5" fmla="*/ 582400 w 1839932"/>
              <a:gd name="connsiteY5" fmla="*/ 109095 h 315939"/>
              <a:gd name="connsiteX6" fmla="*/ 376839 w 1839932"/>
              <a:gd name="connsiteY6" fmla="*/ 196266 h 315939"/>
              <a:gd name="connsiteX7" fmla="*/ 205562 w 1839932"/>
              <a:gd name="connsiteY7" fmla="*/ 255283 h 315939"/>
              <a:gd name="connsiteX8" fmla="*/ 0 w 1839932"/>
              <a:gd name="connsiteY8" fmla="*/ 315940 h 315939"/>
              <a:gd name="connsiteX9" fmla="*/ 1839932 w 1839932"/>
              <a:gd name="connsiteY9" fmla="*/ 315940 h 3159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839932" h="315939">
                <a:moveTo>
                  <a:pt x="1839932" y="315868"/>
                </a:moveTo>
                <a:cubicBezTo>
                  <a:pt x="1839932" y="315868"/>
                  <a:pt x="1771436" y="243238"/>
                  <a:pt x="1514555" y="216580"/>
                </a:cubicBezTo>
                <a:cubicBezTo>
                  <a:pt x="1257674" y="189923"/>
                  <a:pt x="1216049" y="174384"/>
                  <a:pt x="1196519" y="135753"/>
                </a:cubicBezTo>
                <a:cubicBezTo>
                  <a:pt x="1176918" y="97121"/>
                  <a:pt x="1140211" y="73243"/>
                  <a:pt x="1091315" y="58489"/>
                </a:cubicBezTo>
                <a:cubicBezTo>
                  <a:pt x="1042419" y="43735"/>
                  <a:pt x="1013053" y="-3308"/>
                  <a:pt x="844199" y="185"/>
                </a:cubicBezTo>
                <a:cubicBezTo>
                  <a:pt x="675345" y="3677"/>
                  <a:pt x="611767" y="74669"/>
                  <a:pt x="582400" y="109095"/>
                </a:cubicBezTo>
                <a:cubicBezTo>
                  <a:pt x="553035" y="143522"/>
                  <a:pt x="499221" y="177236"/>
                  <a:pt x="376839" y="196266"/>
                </a:cubicBezTo>
                <a:cubicBezTo>
                  <a:pt x="254457" y="215226"/>
                  <a:pt x="227586" y="236324"/>
                  <a:pt x="205562" y="255283"/>
                </a:cubicBezTo>
                <a:cubicBezTo>
                  <a:pt x="183537" y="274243"/>
                  <a:pt x="36707" y="288071"/>
                  <a:pt x="0" y="315940"/>
                </a:cubicBezTo>
                <a:lnTo>
                  <a:pt x="1839932" y="315940"/>
                </a:lnTo>
                <a:close/>
              </a:path>
            </a:pathLst>
          </a:custGeom>
          <a:gradFill>
            <a:gsLst>
              <a:gs pos="71000">
                <a:schemeClr val="accent4"/>
              </a:gs>
              <a:gs pos="541">
                <a:schemeClr val="accent3"/>
              </a:gs>
              <a:gs pos="100000">
                <a:schemeClr val="accent4">
                  <a:alpha val="0"/>
                </a:schemeClr>
              </a:gs>
            </a:gsLst>
            <a:lin ang="5818394" scaled="1"/>
          </a:gradFill>
          <a:ln w="8135" cap="flat">
            <a:gradFill>
              <a:gsLst>
                <a:gs pos="0">
                  <a:srgbClr val="FFEBC9"/>
                </a:gs>
                <a:gs pos="100000">
                  <a:srgbClr val="FFEBC9">
                    <a:alpha val="0"/>
                  </a:srgbClr>
                </a:gs>
              </a:gsLst>
              <a:lin ang="5400000" scaled="1"/>
            </a:gra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 algn="l">
              <a:buClrTx/>
              <a:buSzTx/>
              <a:buFontTx/>
            </a:pPr>
            <a:endParaRPr lang="zh-CN" altLang="en-US">
              <a:cs typeface="黑体" panose="02010609060101010101" pitchFamily="49" charset="-122"/>
              <a:sym typeface="+mn-ea"/>
            </a:endParaRPr>
          </a:p>
        </p:txBody>
      </p:sp>
      <p:sp>
        <p:nvSpPr>
          <p:cNvPr id="38" name="任意多边形: 形状 37"/>
          <p:cNvSpPr/>
          <p:nvPr userDrawn="1">
            <p:custDataLst>
              <p:tags r:id="rId6"/>
            </p:custDataLst>
          </p:nvPr>
        </p:nvSpPr>
        <p:spPr>
          <a:xfrm>
            <a:off x="0" y="5148919"/>
            <a:ext cx="1821756" cy="617901"/>
          </a:xfrm>
          <a:custGeom>
            <a:avLst/>
            <a:gdLst>
              <a:gd name="connsiteX0" fmla="*/ 0 w 1821756"/>
              <a:gd name="connsiteY0" fmla="*/ 617901 h 617901"/>
              <a:gd name="connsiteX1" fmla="*/ 177835 w 1821756"/>
              <a:gd name="connsiteY1" fmla="*/ 482404 h 617901"/>
              <a:gd name="connsiteX2" fmla="*/ 376055 w 1821756"/>
              <a:gd name="connsiteY2" fmla="*/ 414977 h 617901"/>
              <a:gd name="connsiteX3" fmla="*/ 498366 w 1821756"/>
              <a:gd name="connsiteY3" fmla="*/ 303215 h 617901"/>
              <a:gd name="connsiteX4" fmla="*/ 672494 w 1821756"/>
              <a:gd name="connsiteY4" fmla="*/ 181974 h 617901"/>
              <a:gd name="connsiteX5" fmla="*/ 848476 w 1821756"/>
              <a:gd name="connsiteY5" fmla="*/ 134575 h 617901"/>
              <a:gd name="connsiteX6" fmla="*/ 948548 w 1821756"/>
              <a:gd name="connsiteY6" fmla="*/ 54816 h 617901"/>
              <a:gd name="connsiteX7" fmla="*/ 1099227 w 1821756"/>
              <a:gd name="connsiteY7" fmla="*/ 5 h 617901"/>
              <a:gd name="connsiteX8" fmla="*/ 1290675 w 1821756"/>
              <a:gd name="connsiteY8" fmla="*/ 163014 h 617901"/>
              <a:gd name="connsiteX9" fmla="*/ 1369721 w 1821756"/>
              <a:gd name="connsiteY9" fmla="*/ 270499 h 617901"/>
              <a:gd name="connsiteX10" fmla="*/ 1475923 w 1821756"/>
              <a:gd name="connsiteY10" fmla="*/ 429303 h 617901"/>
              <a:gd name="connsiteX11" fmla="*/ 1655041 w 1821756"/>
              <a:gd name="connsiteY11" fmla="*/ 509418 h 617901"/>
              <a:gd name="connsiteX12" fmla="*/ 1734087 w 1821756"/>
              <a:gd name="connsiteY12" fmla="*/ 577559 h 617901"/>
              <a:gd name="connsiteX13" fmla="*/ 1821757 w 1821756"/>
              <a:gd name="connsiteY13" fmla="*/ 617830 h 617901"/>
              <a:gd name="connsiteX14" fmla="*/ 0 w 1821756"/>
              <a:gd name="connsiteY14" fmla="*/ 617830 h 6179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821756" h="617901">
                <a:moveTo>
                  <a:pt x="0" y="617901"/>
                </a:moveTo>
                <a:cubicBezTo>
                  <a:pt x="61155" y="599441"/>
                  <a:pt x="126017" y="535078"/>
                  <a:pt x="177835" y="482404"/>
                </a:cubicBezTo>
                <a:cubicBezTo>
                  <a:pt x="229653" y="429731"/>
                  <a:pt x="314900" y="436003"/>
                  <a:pt x="376055" y="414977"/>
                </a:cubicBezTo>
                <a:cubicBezTo>
                  <a:pt x="437210" y="393879"/>
                  <a:pt x="459449" y="368576"/>
                  <a:pt x="498366" y="303215"/>
                </a:cubicBezTo>
                <a:cubicBezTo>
                  <a:pt x="537283" y="237855"/>
                  <a:pt x="598438" y="191454"/>
                  <a:pt x="672494" y="181974"/>
                </a:cubicBezTo>
                <a:cubicBezTo>
                  <a:pt x="746622" y="172494"/>
                  <a:pt x="802146" y="171425"/>
                  <a:pt x="848476" y="134575"/>
                </a:cubicBezTo>
                <a:cubicBezTo>
                  <a:pt x="894806" y="97654"/>
                  <a:pt x="920109" y="76627"/>
                  <a:pt x="948548" y="54816"/>
                </a:cubicBezTo>
                <a:cubicBezTo>
                  <a:pt x="976916" y="33006"/>
                  <a:pt x="1001649" y="718"/>
                  <a:pt x="1099227" y="5"/>
                </a:cubicBezTo>
                <a:cubicBezTo>
                  <a:pt x="1196804" y="-708"/>
                  <a:pt x="1254823" y="77981"/>
                  <a:pt x="1290675" y="163014"/>
                </a:cubicBezTo>
                <a:cubicBezTo>
                  <a:pt x="1326528" y="248047"/>
                  <a:pt x="1357390" y="223457"/>
                  <a:pt x="1369721" y="270499"/>
                </a:cubicBezTo>
                <a:cubicBezTo>
                  <a:pt x="1382052" y="317542"/>
                  <a:pt x="1357390" y="406139"/>
                  <a:pt x="1475923" y="429303"/>
                </a:cubicBezTo>
                <a:cubicBezTo>
                  <a:pt x="1594527" y="452468"/>
                  <a:pt x="1625390" y="465868"/>
                  <a:pt x="1655041" y="509418"/>
                </a:cubicBezTo>
                <a:cubicBezTo>
                  <a:pt x="1684692" y="552968"/>
                  <a:pt x="1695811" y="567723"/>
                  <a:pt x="1734087" y="577559"/>
                </a:cubicBezTo>
                <a:cubicBezTo>
                  <a:pt x="1772362" y="587395"/>
                  <a:pt x="1809426" y="601864"/>
                  <a:pt x="1821757" y="617830"/>
                </a:cubicBezTo>
                <a:lnTo>
                  <a:pt x="0" y="617830"/>
                </a:lnTo>
                <a:close/>
              </a:path>
            </a:pathLst>
          </a:custGeom>
          <a:gradFill>
            <a:gsLst>
              <a:gs pos="71000">
                <a:schemeClr val="accent4"/>
              </a:gs>
              <a:gs pos="541">
                <a:schemeClr val="accent3"/>
              </a:gs>
              <a:gs pos="100000">
                <a:schemeClr val="accent4">
                  <a:alpha val="0"/>
                </a:schemeClr>
              </a:gs>
            </a:gsLst>
            <a:lin ang="5818394" scaled="1"/>
          </a:gradFill>
          <a:ln w="8135" cap="flat">
            <a:gradFill>
              <a:gsLst>
                <a:gs pos="0">
                  <a:srgbClr val="FFEBC9"/>
                </a:gs>
                <a:gs pos="100000">
                  <a:srgbClr val="FFEBC9">
                    <a:alpha val="0"/>
                  </a:srgbClr>
                </a:gs>
              </a:gsLst>
              <a:lin ang="5400000" scaled="1"/>
            </a:gra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 algn="l">
              <a:buClrTx/>
              <a:buSzTx/>
              <a:buFontTx/>
            </a:pPr>
            <a:endParaRPr lang="zh-CN" altLang="en-US">
              <a:cs typeface="黑体" panose="02010609060101010101" pitchFamily="49" charset="-122"/>
              <a:sym typeface="+mn-ea"/>
            </a:endParaRPr>
          </a:p>
        </p:txBody>
      </p:sp>
      <p:sp>
        <p:nvSpPr>
          <p:cNvPr id="39" name="任意多边形: 形状 38"/>
          <p:cNvSpPr/>
          <p:nvPr userDrawn="1">
            <p:custDataLst>
              <p:tags r:id="rId7"/>
            </p:custDataLst>
          </p:nvPr>
        </p:nvSpPr>
        <p:spPr>
          <a:xfrm>
            <a:off x="462840" y="5444602"/>
            <a:ext cx="928875" cy="315939"/>
          </a:xfrm>
          <a:custGeom>
            <a:avLst/>
            <a:gdLst>
              <a:gd name="connsiteX0" fmla="*/ 0 w 928875"/>
              <a:gd name="connsiteY0" fmla="*/ 315868 h 315939"/>
              <a:gd name="connsiteX1" fmla="*/ 164292 w 928875"/>
              <a:gd name="connsiteY1" fmla="*/ 216580 h 315939"/>
              <a:gd name="connsiteX2" fmla="*/ 324879 w 928875"/>
              <a:gd name="connsiteY2" fmla="*/ 135753 h 315939"/>
              <a:gd name="connsiteX3" fmla="*/ 377979 w 928875"/>
              <a:gd name="connsiteY3" fmla="*/ 58489 h 315939"/>
              <a:gd name="connsiteX4" fmla="*/ 502713 w 928875"/>
              <a:gd name="connsiteY4" fmla="*/ 185 h 315939"/>
              <a:gd name="connsiteX5" fmla="*/ 634860 w 928875"/>
              <a:gd name="connsiteY5" fmla="*/ 109095 h 315939"/>
              <a:gd name="connsiteX6" fmla="*/ 738639 w 928875"/>
              <a:gd name="connsiteY6" fmla="*/ 196266 h 315939"/>
              <a:gd name="connsiteX7" fmla="*/ 825097 w 928875"/>
              <a:gd name="connsiteY7" fmla="*/ 255283 h 315939"/>
              <a:gd name="connsiteX8" fmla="*/ 928876 w 928875"/>
              <a:gd name="connsiteY8" fmla="*/ 315940 h 315939"/>
              <a:gd name="connsiteX9" fmla="*/ 0 w 928875"/>
              <a:gd name="connsiteY9" fmla="*/ 315940 h 3159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28875" h="315939">
                <a:moveTo>
                  <a:pt x="0" y="315868"/>
                </a:moveTo>
                <a:cubicBezTo>
                  <a:pt x="0" y="315868"/>
                  <a:pt x="34569" y="243238"/>
                  <a:pt x="164292" y="216580"/>
                </a:cubicBezTo>
                <a:cubicBezTo>
                  <a:pt x="293944" y="189851"/>
                  <a:pt x="314971" y="174384"/>
                  <a:pt x="324879" y="135753"/>
                </a:cubicBezTo>
                <a:cubicBezTo>
                  <a:pt x="334786" y="97121"/>
                  <a:pt x="353318" y="73243"/>
                  <a:pt x="377979" y="58489"/>
                </a:cubicBezTo>
                <a:cubicBezTo>
                  <a:pt x="402641" y="43735"/>
                  <a:pt x="417467" y="-3308"/>
                  <a:pt x="502713" y="185"/>
                </a:cubicBezTo>
                <a:cubicBezTo>
                  <a:pt x="587960" y="3677"/>
                  <a:pt x="620035" y="74669"/>
                  <a:pt x="634860" y="109095"/>
                </a:cubicBezTo>
                <a:cubicBezTo>
                  <a:pt x="649686" y="143522"/>
                  <a:pt x="676842" y="177236"/>
                  <a:pt x="738639" y="196266"/>
                </a:cubicBezTo>
                <a:cubicBezTo>
                  <a:pt x="800364" y="215226"/>
                  <a:pt x="813978" y="236324"/>
                  <a:pt x="825097" y="255283"/>
                </a:cubicBezTo>
                <a:cubicBezTo>
                  <a:pt x="836216" y="274243"/>
                  <a:pt x="910344" y="288071"/>
                  <a:pt x="928876" y="315940"/>
                </a:cubicBezTo>
                <a:lnTo>
                  <a:pt x="0" y="315940"/>
                </a:lnTo>
                <a:close/>
              </a:path>
            </a:pathLst>
          </a:custGeom>
          <a:gradFill>
            <a:gsLst>
              <a:gs pos="77000">
                <a:schemeClr val="accent4">
                  <a:lumMod val="60000"/>
                  <a:lumOff val="40000"/>
                </a:schemeClr>
              </a:gs>
              <a:gs pos="541">
                <a:schemeClr val="accent5"/>
              </a:gs>
              <a:gs pos="100000">
                <a:schemeClr val="accent4">
                  <a:alpha val="0"/>
                </a:schemeClr>
              </a:gs>
            </a:gsLst>
            <a:lin ang="4981599" scaled="1"/>
          </a:gradFill>
          <a:ln w="5780" cap="flat">
            <a:gradFill>
              <a:gsLst>
                <a:gs pos="100000">
                  <a:srgbClr val="FFEBC9">
                    <a:alpha val="0"/>
                  </a:srgbClr>
                </a:gs>
                <a:gs pos="0">
                  <a:srgbClr val="FFEBC9"/>
                </a:gs>
              </a:gsLst>
              <a:lin ang="5400000" scaled="1"/>
            </a:gra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 algn="l">
              <a:buClrTx/>
              <a:buSzTx/>
              <a:buFontTx/>
            </a:pPr>
            <a:endParaRPr lang="zh-CN" altLang="en-US">
              <a:cs typeface="黑体" panose="02010609060101010101" pitchFamily="49" charset="-122"/>
              <a:sym typeface="+mn-ea"/>
            </a:endParaRPr>
          </a:p>
        </p:txBody>
      </p:sp>
      <p:sp>
        <p:nvSpPr>
          <p:cNvPr id="54" name="任意多边形: 形状 53"/>
          <p:cNvSpPr/>
          <p:nvPr userDrawn="1">
            <p:custDataLst>
              <p:tags r:id="rId8"/>
            </p:custDataLst>
          </p:nvPr>
        </p:nvSpPr>
        <p:spPr>
          <a:xfrm>
            <a:off x="0" y="5627995"/>
            <a:ext cx="1496208" cy="315940"/>
          </a:xfrm>
          <a:custGeom>
            <a:avLst/>
            <a:gdLst>
              <a:gd name="connsiteX0" fmla="*/ 652009 w 1496208"/>
              <a:gd name="connsiteY0" fmla="*/ 185 h 315940"/>
              <a:gd name="connsiteX1" fmla="*/ 913808 w 1496208"/>
              <a:gd name="connsiteY1" fmla="*/ 109095 h 315940"/>
              <a:gd name="connsiteX2" fmla="*/ 1119369 w 1496208"/>
              <a:gd name="connsiteY2" fmla="*/ 196266 h 315940"/>
              <a:gd name="connsiteX3" fmla="*/ 1290647 w 1496208"/>
              <a:gd name="connsiteY3" fmla="*/ 255283 h 315940"/>
              <a:gd name="connsiteX4" fmla="*/ 1496208 w 1496208"/>
              <a:gd name="connsiteY4" fmla="*/ 315940 h 315940"/>
              <a:gd name="connsiteX5" fmla="*/ 0 w 1496208"/>
              <a:gd name="connsiteY5" fmla="*/ 315940 h 315940"/>
              <a:gd name="connsiteX6" fmla="*/ 0 w 1496208"/>
              <a:gd name="connsiteY6" fmla="*/ 214559 h 315940"/>
              <a:gd name="connsiteX7" fmla="*/ 68271 w 1496208"/>
              <a:gd name="connsiteY7" fmla="*/ 207038 h 315940"/>
              <a:gd name="connsiteX8" fmla="*/ 299689 w 1496208"/>
              <a:gd name="connsiteY8" fmla="*/ 135753 h 315940"/>
              <a:gd name="connsiteX9" fmla="*/ 404893 w 1496208"/>
              <a:gd name="connsiteY9" fmla="*/ 58489 h 315940"/>
              <a:gd name="connsiteX10" fmla="*/ 652009 w 1496208"/>
              <a:gd name="connsiteY10" fmla="*/ 185 h 3159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496208" h="315940">
                <a:moveTo>
                  <a:pt x="652009" y="185"/>
                </a:moveTo>
                <a:cubicBezTo>
                  <a:pt x="820863" y="3677"/>
                  <a:pt x="884442" y="74669"/>
                  <a:pt x="913808" y="109095"/>
                </a:cubicBezTo>
                <a:cubicBezTo>
                  <a:pt x="943174" y="143522"/>
                  <a:pt x="996988" y="177236"/>
                  <a:pt x="1119369" y="196266"/>
                </a:cubicBezTo>
                <a:cubicBezTo>
                  <a:pt x="1241751" y="215226"/>
                  <a:pt x="1268622" y="236324"/>
                  <a:pt x="1290647" y="255283"/>
                </a:cubicBezTo>
                <a:cubicBezTo>
                  <a:pt x="1312671" y="274243"/>
                  <a:pt x="1459501" y="288071"/>
                  <a:pt x="1496208" y="315940"/>
                </a:cubicBezTo>
                <a:lnTo>
                  <a:pt x="0" y="315940"/>
                </a:lnTo>
                <a:lnTo>
                  <a:pt x="0" y="214559"/>
                </a:lnTo>
                <a:lnTo>
                  <a:pt x="68271" y="207038"/>
                </a:lnTo>
                <a:cubicBezTo>
                  <a:pt x="248595" y="185678"/>
                  <a:pt x="282600" y="169556"/>
                  <a:pt x="299689" y="135753"/>
                </a:cubicBezTo>
                <a:cubicBezTo>
                  <a:pt x="319290" y="97121"/>
                  <a:pt x="355998" y="73243"/>
                  <a:pt x="404893" y="58489"/>
                </a:cubicBezTo>
                <a:cubicBezTo>
                  <a:pt x="453789" y="43735"/>
                  <a:pt x="483155" y="-3308"/>
                  <a:pt x="652009" y="185"/>
                </a:cubicBezTo>
                <a:close/>
              </a:path>
            </a:pathLst>
          </a:custGeom>
          <a:gradFill>
            <a:gsLst>
              <a:gs pos="71000">
                <a:schemeClr val="accent4"/>
              </a:gs>
              <a:gs pos="541">
                <a:schemeClr val="accent3"/>
              </a:gs>
              <a:gs pos="100000">
                <a:schemeClr val="accent4">
                  <a:alpha val="0"/>
                </a:schemeClr>
              </a:gs>
            </a:gsLst>
            <a:lin ang="5818394" scaled="1"/>
          </a:gradFill>
          <a:ln w="8135" cap="flat">
            <a:gradFill>
              <a:gsLst>
                <a:gs pos="0">
                  <a:srgbClr val="FFEBC9"/>
                </a:gs>
                <a:gs pos="100000">
                  <a:srgbClr val="FFEBC9">
                    <a:alpha val="0"/>
                  </a:srgbClr>
                </a:gs>
              </a:gsLst>
              <a:lin ang="5400000" scaled="1"/>
            </a:gra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 algn="l">
              <a:buClrTx/>
              <a:buSzTx/>
              <a:buFontTx/>
            </a:pPr>
            <a:endParaRPr lang="zh-CN" altLang="en-US">
              <a:cs typeface="黑体" panose="02010609060101010101" pitchFamily="49" charset="-122"/>
              <a:sym typeface="+mn-ea"/>
            </a:endParaRPr>
          </a:p>
        </p:txBody>
      </p:sp>
      <p:sp>
        <p:nvSpPr>
          <p:cNvPr id="43" name="任意多边形: 形状 42"/>
          <p:cNvSpPr/>
          <p:nvPr userDrawn="1">
            <p:custDataLst>
              <p:tags r:id="rId9"/>
            </p:custDataLst>
          </p:nvPr>
        </p:nvSpPr>
        <p:spPr>
          <a:xfrm>
            <a:off x="8429931" y="5287803"/>
            <a:ext cx="3053162" cy="524266"/>
          </a:xfrm>
          <a:custGeom>
            <a:avLst/>
            <a:gdLst>
              <a:gd name="connsiteX0" fmla="*/ 0 w 3493107"/>
              <a:gd name="connsiteY0" fmla="*/ 599675 h 599810"/>
              <a:gd name="connsiteX1" fmla="*/ 617728 w 3493107"/>
              <a:gd name="connsiteY1" fmla="*/ 411177 h 599810"/>
              <a:gd name="connsiteX2" fmla="*/ 1221518 w 3493107"/>
              <a:gd name="connsiteY2" fmla="*/ 257726 h 599810"/>
              <a:gd name="connsiteX3" fmla="*/ 1421248 w 3493107"/>
              <a:gd name="connsiteY3" fmla="*/ 111041 h 599810"/>
              <a:gd name="connsiteX4" fmla="*/ 1890397 w 3493107"/>
              <a:gd name="connsiteY4" fmla="*/ 350 h 599810"/>
              <a:gd name="connsiteX5" fmla="*/ 2387421 w 3493107"/>
              <a:gd name="connsiteY5" fmla="*/ 207117 h 599810"/>
              <a:gd name="connsiteX6" fmla="*/ 2777679 w 3493107"/>
              <a:gd name="connsiteY6" fmla="*/ 372611 h 599810"/>
              <a:gd name="connsiteX7" fmla="*/ 3102849 w 3493107"/>
              <a:gd name="connsiteY7" fmla="*/ 484655 h 599810"/>
              <a:gd name="connsiteX8" fmla="*/ 3493107 w 3493107"/>
              <a:gd name="connsiteY8" fmla="*/ 599811 h 599810"/>
              <a:gd name="connsiteX9" fmla="*/ 0 w 3493107"/>
              <a:gd name="connsiteY9" fmla="*/ 599811 h 5998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493107" h="599810">
                <a:moveTo>
                  <a:pt x="0" y="599675"/>
                </a:moveTo>
                <a:cubicBezTo>
                  <a:pt x="0" y="599675"/>
                  <a:pt x="130041" y="461786"/>
                  <a:pt x="617728" y="411177"/>
                </a:cubicBezTo>
                <a:cubicBezTo>
                  <a:pt x="1105415" y="360433"/>
                  <a:pt x="1184441" y="331068"/>
                  <a:pt x="1221518" y="257726"/>
                </a:cubicBezTo>
                <a:cubicBezTo>
                  <a:pt x="1258731" y="184383"/>
                  <a:pt x="1328420" y="139052"/>
                  <a:pt x="1421248" y="111041"/>
                </a:cubicBezTo>
                <a:cubicBezTo>
                  <a:pt x="1514077" y="83030"/>
                  <a:pt x="1569828" y="-6280"/>
                  <a:pt x="1890397" y="350"/>
                </a:cubicBezTo>
                <a:cubicBezTo>
                  <a:pt x="2210966" y="6981"/>
                  <a:pt x="2331670" y="141758"/>
                  <a:pt x="2387421" y="207117"/>
                </a:cubicBezTo>
                <a:cubicBezTo>
                  <a:pt x="2443172" y="272476"/>
                  <a:pt x="2545338" y="336481"/>
                  <a:pt x="2777679" y="372611"/>
                </a:cubicBezTo>
                <a:cubicBezTo>
                  <a:pt x="3010021" y="408606"/>
                  <a:pt x="3061036" y="448660"/>
                  <a:pt x="3102849" y="484655"/>
                </a:cubicBezTo>
                <a:cubicBezTo>
                  <a:pt x="3144662" y="520649"/>
                  <a:pt x="3423418" y="546901"/>
                  <a:pt x="3493107" y="599811"/>
                </a:cubicBezTo>
                <a:lnTo>
                  <a:pt x="0" y="599811"/>
                </a:lnTo>
                <a:close/>
              </a:path>
            </a:pathLst>
          </a:custGeom>
          <a:gradFill>
            <a:gsLst>
              <a:gs pos="74000">
                <a:schemeClr val="accent1"/>
              </a:gs>
              <a:gs pos="541">
                <a:schemeClr val="accent1">
                  <a:lumMod val="75000"/>
                </a:schemeClr>
              </a:gs>
              <a:gs pos="100000">
                <a:schemeClr val="accent1">
                  <a:alpha val="0"/>
                </a:schemeClr>
              </a:gs>
            </a:gsLst>
            <a:lin ang="4981599" scaled="1"/>
          </a:gradFill>
          <a:ln w="5780" cap="flat">
            <a:gradFill>
              <a:gsLst>
                <a:gs pos="100000">
                  <a:srgbClr val="FFEBC9">
                    <a:alpha val="0"/>
                  </a:srgbClr>
                </a:gs>
                <a:gs pos="0">
                  <a:srgbClr val="FFEBC9"/>
                </a:gs>
              </a:gsLst>
              <a:lin ang="5400000" scaled="1"/>
            </a:gra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endParaRPr lang="zh-CN" altLang="en-US">
              <a:cs typeface="黑体" panose="02010609060101010101" pitchFamily="49" charset="-122"/>
            </a:endParaRPr>
          </a:p>
        </p:txBody>
      </p:sp>
      <p:pic>
        <p:nvPicPr>
          <p:cNvPr id="78" name="图形 77"/>
          <p:cNvPicPr>
            <a:picLocks noChangeAspect="1"/>
          </p:cNvPicPr>
          <p:nvPr userDrawn="1">
            <p:custDataLst>
              <p:tags r:id="rId10"/>
            </p:custDataLst>
          </p:nvPr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rcRect r="4296"/>
          <a:stretch>
            <a:fillRect/>
          </a:stretch>
        </p:blipFill>
        <p:spPr>
          <a:xfrm>
            <a:off x="9461500" y="0"/>
            <a:ext cx="2730500" cy="1840285"/>
          </a:xfrm>
          <a:custGeom>
            <a:avLst/>
            <a:gdLst>
              <a:gd name="connsiteX0" fmla="*/ 0 w 2730500"/>
              <a:gd name="connsiteY0" fmla="*/ 0 h 1840285"/>
              <a:gd name="connsiteX1" fmla="*/ 2730500 w 2730500"/>
              <a:gd name="connsiteY1" fmla="*/ 0 h 1840285"/>
              <a:gd name="connsiteX2" fmla="*/ 2730500 w 2730500"/>
              <a:gd name="connsiteY2" fmla="*/ 1840285 h 1840285"/>
              <a:gd name="connsiteX3" fmla="*/ 0 w 2730500"/>
              <a:gd name="connsiteY3" fmla="*/ 1840285 h 18402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30500" h="1840285">
                <a:moveTo>
                  <a:pt x="0" y="0"/>
                </a:moveTo>
                <a:lnTo>
                  <a:pt x="2730500" y="0"/>
                </a:lnTo>
                <a:lnTo>
                  <a:pt x="2730500" y="1840285"/>
                </a:lnTo>
                <a:lnTo>
                  <a:pt x="0" y="1840285"/>
                </a:lnTo>
                <a:close/>
              </a:path>
            </a:pathLst>
          </a:custGeom>
        </p:spPr>
      </p:pic>
      <p:sp>
        <p:nvSpPr>
          <p:cNvPr id="24" name="任意多边形: 形状 23"/>
          <p:cNvSpPr/>
          <p:nvPr userDrawn="1">
            <p:custDataLst>
              <p:tags r:id="rId13"/>
            </p:custDataLst>
          </p:nvPr>
        </p:nvSpPr>
        <p:spPr>
          <a:xfrm flipH="1">
            <a:off x="0" y="3152140"/>
            <a:ext cx="1232535" cy="658495"/>
          </a:xfrm>
          <a:custGeom>
            <a:avLst/>
            <a:gdLst>
              <a:gd name="connsiteX0" fmla="*/ 1325854 w 1325854"/>
              <a:gd name="connsiteY0" fmla="*/ 236025 h 708621"/>
              <a:gd name="connsiteX1" fmla="*/ 1279582 w 1325854"/>
              <a:gd name="connsiteY1" fmla="*/ 232124 h 708621"/>
              <a:gd name="connsiteX2" fmla="*/ 1026817 w 1325854"/>
              <a:gd name="connsiteY2" fmla="*/ 171275 h 708621"/>
              <a:gd name="connsiteX3" fmla="*/ 798099 w 1325854"/>
              <a:gd name="connsiteY3" fmla="*/ 34922 h 708621"/>
              <a:gd name="connsiteX4" fmla="*/ 466135 w 1325854"/>
              <a:gd name="connsiteY4" fmla="*/ 202020 h 708621"/>
              <a:gd name="connsiteX5" fmla="*/ 0 w 1325854"/>
              <a:gd name="connsiteY5" fmla="*/ 349127 h 708621"/>
              <a:gd name="connsiteX6" fmla="*/ 770049 w 1325854"/>
              <a:gd name="connsiteY6" fmla="*/ 708269 h 708621"/>
              <a:gd name="connsiteX7" fmla="*/ 1325854 w 1325854"/>
              <a:gd name="connsiteY7" fmla="*/ 524951 h 708621"/>
              <a:gd name="connsiteX8" fmla="*/ 1325854 w 1325854"/>
              <a:gd name="connsiteY8" fmla="*/ 236025 h 7086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325854" h="708621">
                <a:moveTo>
                  <a:pt x="1325854" y="236025"/>
                </a:moveTo>
                <a:cubicBezTo>
                  <a:pt x="1310379" y="235101"/>
                  <a:pt x="1294929" y="233793"/>
                  <a:pt x="1279582" y="232124"/>
                </a:cubicBezTo>
                <a:cubicBezTo>
                  <a:pt x="1193556" y="222731"/>
                  <a:pt x="1108300" y="202251"/>
                  <a:pt x="1026817" y="171275"/>
                </a:cubicBezTo>
                <a:cubicBezTo>
                  <a:pt x="940791" y="138553"/>
                  <a:pt x="872474" y="89946"/>
                  <a:pt x="798099" y="34922"/>
                </a:cubicBezTo>
                <a:cubicBezTo>
                  <a:pt x="652045" y="-73149"/>
                  <a:pt x="562632" y="94334"/>
                  <a:pt x="466135" y="202020"/>
                </a:cubicBezTo>
                <a:cubicBezTo>
                  <a:pt x="404978" y="270287"/>
                  <a:pt x="280225" y="341171"/>
                  <a:pt x="0" y="349127"/>
                </a:cubicBezTo>
                <a:cubicBezTo>
                  <a:pt x="186680" y="597939"/>
                  <a:pt x="471653" y="715968"/>
                  <a:pt x="770049" y="708269"/>
                </a:cubicBezTo>
                <a:cubicBezTo>
                  <a:pt x="1022428" y="701750"/>
                  <a:pt x="1214139" y="601455"/>
                  <a:pt x="1325854" y="524951"/>
                </a:cubicBezTo>
                <a:lnTo>
                  <a:pt x="1325854" y="236025"/>
                </a:lnTo>
                <a:close/>
              </a:path>
            </a:pathLst>
          </a:custGeom>
          <a:gradFill>
            <a:gsLst>
              <a:gs pos="541">
                <a:schemeClr val="accent1">
                  <a:lumMod val="20000"/>
                  <a:lumOff val="80000"/>
                  <a:alpha val="0"/>
                </a:schemeClr>
              </a:gs>
              <a:gs pos="100000">
                <a:schemeClr val="accent1">
                  <a:alpha val="25000"/>
                </a:schemeClr>
              </a:gs>
            </a:gsLst>
            <a:lin ang="16200000" scaled="1"/>
          </a:gradFill>
          <a:ln w="392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lvl="0" algn="l">
              <a:buClrTx/>
              <a:buSzTx/>
              <a:buFontTx/>
            </a:pPr>
            <a:endParaRPr lang="zh-CN" altLang="en-US">
              <a:cs typeface="黑体" panose="02010609060101010101" pitchFamily="49" charset="-122"/>
              <a:sym typeface="+mn-ea"/>
            </a:endParaRPr>
          </a:p>
        </p:txBody>
      </p:sp>
      <p:sp>
        <p:nvSpPr>
          <p:cNvPr id="25" name="任意多边形: 形状 24"/>
          <p:cNvSpPr/>
          <p:nvPr userDrawn="1">
            <p:custDataLst>
              <p:tags r:id="rId14"/>
            </p:custDataLst>
          </p:nvPr>
        </p:nvSpPr>
        <p:spPr>
          <a:xfrm flipH="1">
            <a:off x="930275" y="3225800"/>
            <a:ext cx="1264920" cy="543560"/>
          </a:xfrm>
          <a:custGeom>
            <a:avLst/>
            <a:gdLst>
              <a:gd name="connsiteX0" fmla="*/ 0 w 1118206"/>
              <a:gd name="connsiteY0" fmla="*/ 406725 h 480683"/>
              <a:gd name="connsiteX1" fmla="*/ 194379 w 1118206"/>
              <a:gd name="connsiteY1" fmla="*/ 472117 h 480683"/>
              <a:gd name="connsiteX2" fmla="*/ 669959 w 1118206"/>
              <a:gd name="connsiteY2" fmla="*/ 424074 h 480683"/>
              <a:gd name="connsiteX3" fmla="*/ 1079839 w 1118206"/>
              <a:gd name="connsiteY3" fmla="*/ 424074 h 480683"/>
              <a:gd name="connsiteX4" fmla="*/ 1118207 w 1118206"/>
              <a:gd name="connsiteY4" fmla="*/ 333865 h 480683"/>
              <a:gd name="connsiteX5" fmla="*/ 871370 w 1118206"/>
              <a:gd name="connsiteY5" fmla="*/ 198744 h 480683"/>
              <a:gd name="connsiteX6" fmla="*/ 528807 w 1118206"/>
              <a:gd name="connsiteY6" fmla="*/ 12192 h 480683"/>
              <a:gd name="connsiteX7" fmla="*/ 237443 w 1118206"/>
              <a:gd name="connsiteY7" fmla="*/ 301246 h 480683"/>
              <a:gd name="connsiteX8" fmla="*/ 0 w 1118206"/>
              <a:gd name="connsiteY8" fmla="*/ 406725 h 4806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18206" h="480683">
                <a:moveTo>
                  <a:pt x="0" y="406725"/>
                </a:moveTo>
                <a:cubicBezTo>
                  <a:pt x="41627" y="427898"/>
                  <a:pt x="108507" y="457001"/>
                  <a:pt x="194379" y="472117"/>
                </a:cubicBezTo>
                <a:cubicBezTo>
                  <a:pt x="392223" y="506943"/>
                  <a:pt x="445938" y="424356"/>
                  <a:pt x="669959" y="424074"/>
                </a:cubicBezTo>
                <a:cubicBezTo>
                  <a:pt x="886794" y="423791"/>
                  <a:pt x="1036544" y="525883"/>
                  <a:pt x="1079839" y="424074"/>
                </a:cubicBezTo>
                <a:cubicBezTo>
                  <a:pt x="1092645" y="393995"/>
                  <a:pt x="1105426" y="363892"/>
                  <a:pt x="1118207" y="333865"/>
                </a:cubicBezTo>
                <a:cubicBezTo>
                  <a:pt x="1100267" y="373464"/>
                  <a:pt x="890567" y="212756"/>
                  <a:pt x="871370" y="198744"/>
                </a:cubicBezTo>
                <a:cubicBezTo>
                  <a:pt x="791298" y="140384"/>
                  <a:pt x="642114" y="-49556"/>
                  <a:pt x="528807" y="12192"/>
                </a:cubicBezTo>
                <a:cubicBezTo>
                  <a:pt x="411266" y="76275"/>
                  <a:pt x="332606" y="209035"/>
                  <a:pt x="237443" y="301246"/>
                </a:cubicBezTo>
                <a:cubicBezTo>
                  <a:pt x="172436" y="364251"/>
                  <a:pt x="88259" y="415322"/>
                  <a:pt x="0" y="406725"/>
                </a:cubicBezTo>
                <a:close/>
              </a:path>
            </a:pathLst>
          </a:custGeom>
          <a:gradFill>
            <a:gsLst>
              <a:gs pos="541">
                <a:schemeClr val="accent1">
                  <a:lumMod val="20000"/>
                  <a:lumOff val="80000"/>
                  <a:alpha val="0"/>
                </a:schemeClr>
              </a:gs>
              <a:gs pos="100000">
                <a:schemeClr val="accent1">
                  <a:alpha val="25000"/>
                </a:schemeClr>
              </a:gs>
            </a:gsLst>
            <a:lin ang="16200000" scaled="1"/>
          </a:gradFill>
          <a:ln w="392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lvl="0" algn="l">
              <a:buClrTx/>
              <a:buSzTx/>
              <a:buFontTx/>
            </a:pPr>
            <a:endParaRPr lang="zh-CN" altLang="en-US">
              <a:cs typeface="黑体" panose="02010609060101010101" pitchFamily="49" charset="-122"/>
              <a:sym typeface="+mn-ea"/>
            </a:endParaRPr>
          </a:p>
        </p:txBody>
      </p:sp>
      <p:sp>
        <p:nvSpPr>
          <p:cNvPr id="35" name="任意多边形: 形状 34"/>
          <p:cNvSpPr/>
          <p:nvPr userDrawn="1">
            <p:custDataLst>
              <p:tags r:id="rId15"/>
            </p:custDataLst>
          </p:nvPr>
        </p:nvSpPr>
        <p:spPr>
          <a:xfrm flipH="1">
            <a:off x="0" y="3555365"/>
            <a:ext cx="2792730" cy="474980"/>
          </a:xfrm>
          <a:custGeom>
            <a:avLst/>
            <a:gdLst>
              <a:gd name="connsiteX0" fmla="*/ 2413302 w 2792988"/>
              <a:gd name="connsiteY0" fmla="*/ 7 h 475134"/>
              <a:gd name="connsiteX1" fmla="*/ 2381912 w 2792988"/>
              <a:gd name="connsiteY1" fmla="*/ 4231 h 475134"/>
              <a:gd name="connsiteX2" fmla="*/ 2204521 w 2792988"/>
              <a:gd name="connsiteY2" fmla="*/ 121019 h 475134"/>
              <a:gd name="connsiteX3" fmla="*/ 2014933 w 2792988"/>
              <a:gd name="connsiteY3" fmla="*/ 150464 h 475134"/>
              <a:gd name="connsiteX4" fmla="*/ 1668223 w 2792988"/>
              <a:gd name="connsiteY4" fmla="*/ 63061 h 475134"/>
              <a:gd name="connsiteX5" fmla="*/ 1664884 w 2792988"/>
              <a:gd name="connsiteY5" fmla="*/ 64657 h 475134"/>
              <a:gd name="connsiteX6" fmla="*/ 1639796 w 2792988"/>
              <a:gd name="connsiteY6" fmla="*/ 88730 h 475134"/>
              <a:gd name="connsiteX7" fmla="*/ 1497249 w 2792988"/>
              <a:gd name="connsiteY7" fmla="*/ 184003 h 475134"/>
              <a:gd name="connsiteX8" fmla="*/ 1279031 w 2792988"/>
              <a:gd name="connsiteY8" fmla="*/ 86843 h 475134"/>
              <a:gd name="connsiteX9" fmla="*/ 1130270 w 2792988"/>
              <a:gd name="connsiteY9" fmla="*/ 187284 h 475134"/>
              <a:gd name="connsiteX10" fmla="*/ 824214 w 2792988"/>
              <a:gd name="connsiteY10" fmla="*/ 255087 h 475134"/>
              <a:gd name="connsiteX11" fmla="*/ 653384 w 2792988"/>
              <a:gd name="connsiteY11" fmla="*/ 115734 h 475134"/>
              <a:gd name="connsiteX12" fmla="*/ 147780 w 2792988"/>
              <a:gd name="connsiteY12" fmla="*/ 234180 h 475134"/>
              <a:gd name="connsiteX13" fmla="*/ 1169 w 2792988"/>
              <a:gd name="connsiteY13" fmla="*/ 436107 h 475134"/>
              <a:gd name="connsiteX14" fmla="*/ 20421 w 2792988"/>
              <a:gd name="connsiteY14" fmla="*/ 465406 h 475134"/>
              <a:gd name="connsiteX15" fmla="*/ 64587 w 2792988"/>
              <a:gd name="connsiteY15" fmla="*/ 475134 h 475134"/>
              <a:gd name="connsiteX16" fmla="*/ 2792988 w 2792988"/>
              <a:gd name="connsiteY16" fmla="*/ 475026 h 475134"/>
              <a:gd name="connsiteX17" fmla="*/ 2792988 w 2792988"/>
              <a:gd name="connsiteY17" fmla="*/ 51582 h 475134"/>
              <a:gd name="connsiteX18" fmla="*/ 2788233 w 2792988"/>
              <a:gd name="connsiteY18" fmla="*/ 53253 h 475134"/>
              <a:gd name="connsiteX19" fmla="*/ 2628354 w 2792988"/>
              <a:gd name="connsiteY19" fmla="*/ 73920 h 475134"/>
              <a:gd name="connsiteX20" fmla="*/ 2413302 w 2792988"/>
              <a:gd name="connsiteY20" fmla="*/ 7 h 4751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2792988" h="475134">
                <a:moveTo>
                  <a:pt x="2413302" y="7"/>
                </a:moveTo>
                <a:cubicBezTo>
                  <a:pt x="2403583" y="115"/>
                  <a:pt x="2393222" y="1425"/>
                  <a:pt x="2381912" y="4231"/>
                </a:cubicBezTo>
                <a:cubicBezTo>
                  <a:pt x="2307807" y="22611"/>
                  <a:pt x="2302930" y="77957"/>
                  <a:pt x="2204521" y="121019"/>
                </a:cubicBezTo>
                <a:cubicBezTo>
                  <a:pt x="2187446" y="128482"/>
                  <a:pt x="2106112" y="180518"/>
                  <a:pt x="2014933" y="150464"/>
                </a:cubicBezTo>
                <a:cubicBezTo>
                  <a:pt x="1904387" y="114021"/>
                  <a:pt x="1789863" y="6350"/>
                  <a:pt x="1668223" y="63061"/>
                </a:cubicBezTo>
                <a:cubicBezTo>
                  <a:pt x="1667120" y="63583"/>
                  <a:pt x="1666016" y="64106"/>
                  <a:pt x="1664884" y="64657"/>
                </a:cubicBezTo>
                <a:cubicBezTo>
                  <a:pt x="1655883" y="72294"/>
                  <a:pt x="1647461" y="80454"/>
                  <a:pt x="1639796" y="88730"/>
                </a:cubicBezTo>
                <a:cubicBezTo>
                  <a:pt x="1599520" y="132199"/>
                  <a:pt x="1555877" y="184786"/>
                  <a:pt x="1497249" y="184003"/>
                </a:cubicBezTo>
                <a:cubicBezTo>
                  <a:pt x="1416176" y="182928"/>
                  <a:pt x="1359698" y="78393"/>
                  <a:pt x="1279031" y="86843"/>
                </a:cubicBezTo>
                <a:cubicBezTo>
                  <a:pt x="1223395" y="92679"/>
                  <a:pt x="1220317" y="131502"/>
                  <a:pt x="1130270" y="187284"/>
                </a:cubicBezTo>
                <a:cubicBezTo>
                  <a:pt x="1106199" y="202209"/>
                  <a:pt x="956393" y="295013"/>
                  <a:pt x="824214" y="255087"/>
                </a:cubicBezTo>
                <a:cubicBezTo>
                  <a:pt x="732687" y="227443"/>
                  <a:pt x="725572" y="159117"/>
                  <a:pt x="653384" y="115734"/>
                </a:cubicBezTo>
                <a:cubicBezTo>
                  <a:pt x="573589" y="67736"/>
                  <a:pt x="429562" y="59460"/>
                  <a:pt x="147780" y="234180"/>
                </a:cubicBezTo>
                <a:cubicBezTo>
                  <a:pt x="51607" y="322309"/>
                  <a:pt x="-9315" y="402976"/>
                  <a:pt x="1169" y="436107"/>
                </a:cubicBezTo>
                <a:cubicBezTo>
                  <a:pt x="7325" y="455534"/>
                  <a:pt x="20421" y="465406"/>
                  <a:pt x="20421" y="465406"/>
                </a:cubicBezTo>
                <a:cubicBezTo>
                  <a:pt x="32733" y="474756"/>
                  <a:pt x="49256" y="475134"/>
                  <a:pt x="64587" y="475134"/>
                </a:cubicBezTo>
                <a:lnTo>
                  <a:pt x="2792988" y="475026"/>
                </a:lnTo>
                <a:lnTo>
                  <a:pt x="2792988" y="51582"/>
                </a:lnTo>
                <a:lnTo>
                  <a:pt x="2788233" y="53253"/>
                </a:lnTo>
                <a:cubicBezTo>
                  <a:pt x="2743831" y="70008"/>
                  <a:pt x="2698307" y="84360"/>
                  <a:pt x="2628354" y="73920"/>
                </a:cubicBezTo>
                <a:cubicBezTo>
                  <a:pt x="2517906" y="57431"/>
                  <a:pt x="2481335" y="-745"/>
                  <a:pt x="2413302" y="7"/>
                </a:cubicBezTo>
                <a:close/>
              </a:path>
            </a:pathLst>
          </a:custGeom>
          <a:gradFill>
            <a:gsLst>
              <a:gs pos="541">
                <a:schemeClr val="accent1">
                  <a:lumMod val="20000"/>
                  <a:lumOff val="80000"/>
                  <a:alpha val="0"/>
                </a:schemeClr>
              </a:gs>
              <a:gs pos="100000">
                <a:schemeClr val="accent1">
                  <a:alpha val="25000"/>
                </a:schemeClr>
              </a:gs>
            </a:gsLst>
            <a:lin ang="16200000" scaled="1"/>
          </a:gradFill>
          <a:ln w="392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zh-CN" altLang="en-US">
              <a:cs typeface="黑体" panose="02010609060101010101" pitchFamily="49" charset="-122"/>
            </a:endParaRPr>
          </a:p>
        </p:txBody>
      </p:sp>
      <p:sp>
        <p:nvSpPr>
          <p:cNvPr id="77" name="任意多边形: 形状 76"/>
          <p:cNvSpPr/>
          <p:nvPr userDrawn="1">
            <p:custDataLst>
              <p:tags r:id="rId16"/>
            </p:custDataLst>
          </p:nvPr>
        </p:nvSpPr>
        <p:spPr>
          <a:xfrm>
            <a:off x="11041380" y="2964815"/>
            <a:ext cx="1150620" cy="1009650"/>
          </a:xfrm>
          <a:custGeom>
            <a:avLst/>
            <a:gdLst>
              <a:gd name="connsiteX0" fmla="*/ 994468 w 1150463"/>
              <a:gd name="connsiteY0" fmla="*/ 421 h 1009338"/>
              <a:gd name="connsiteX1" fmla="*/ 1136785 w 1150463"/>
              <a:gd name="connsiteY1" fmla="*/ 49742 h 1009338"/>
              <a:gd name="connsiteX2" fmla="*/ 1150463 w 1150463"/>
              <a:gd name="connsiteY2" fmla="*/ 59260 h 1009338"/>
              <a:gd name="connsiteX3" fmla="*/ 1150463 w 1150463"/>
              <a:gd name="connsiteY3" fmla="*/ 1004971 h 1009338"/>
              <a:gd name="connsiteX4" fmla="*/ 1096832 w 1150463"/>
              <a:gd name="connsiteY4" fmla="*/ 1008835 h 1009338"/>
              <a:gd name="connsiteX5" fmla="*/ 0 w 1150463"/>
              <a:gd name="connsiteY5" fmla="*/ 497285 h 1009338"/>
              <a:gd name="connsiteX6" fmla="*/ 663947 w 1150463"/>
              <a:gd name="connsiteY6" fmla="*/ 287751 h 1009338"/>
              <a:gd name="connsiteX7" fmla="*/ 994468 w 1150463"/>
              <a:gd name="connsiteY7" fmla="*/ 421 h 10093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150463" h="1009338">
                <a:moveTo>
                  <a:pt x="994468" y="421"/>
                </a:moveTo>
                <a:cubicBezTo>
                  <a:pt x="1037810" y="-2694"/>
                  <a:pt x="1084777" y="11259"/>
                  <a:pt x="1136785" y="49742"/>
                </a:cubicBezTo>
                <a:lnTo>
                  <a:pt x="1150463" y="59260"/>
                </a:lnTo>
                <a:lnTo>
                  <a:pt x="1150463" y="1004971"/>
                </a:lnTo>
                <a:lnTo>
                  <a:pt x="1096832" y="1008835"/>
                </a:lnTo>
                <a:cubicBezTo>
                  <a:pt x="671807" y="1019801"/>
                  <a:pt x="265901" y="851684"/>
                  <a:pt x="0" y="497285"/>
                </a:cubicBezTo>
                <a:cubicBezTo>
                  <a:pt x="399143" y="485953"/>
                  <a:pt x="576837" y="384988"/>
                  <a:pt x="663947" y="287751"/>
                </a:cubicBezTo>
                <a:cubicBezTo>
                  <a:pt x="767032" y="172713"/>
                  <a:pt x="864442" y="9765"/>
                  <a:pt x="994468" y="421"/>
                </a:cubicBezTo>
                <a:close/>
              </a:path>
            </a:pathLst>
          </a:custGeom>
          <a:gradFill>
            <a:gsLst>
              <a:gs pos="541">
                <a:schemeClr val="accent1">
                  <a:lumMod val="20000"/>
                  <a:lumOff val="80000"/>
                  <a:alpha val="0"/>
                </a:schemeClr>
              </a:gs>
              <a:gs pos="100000">
                <a:schemeClr val="accent1">
                  <a:alpha val="20000"/>
                </a:schemeClr>
              </a:gs>
            </a:gsLst>
            <a:lin ang="16200000" scaled="1"/>
          </a:gradFill>
          <a:ln w="392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lvl="0" algn="l">
              <a:buClrTx/>
              <a:buSzTx/>
              <a:buFontTx/>
            </a:pPr>
            <a:endParaRPr lang="zh-CN" altLang="en-US">
              <a:cs typeface="黑体" panose="02010609060101010101" pitchFamily="49" charset="-122"/>
              <a:sym typeface="+mn-ea"/>
            </a:endParaRPr>
          </a:p>
        </p:txBody>
      </p:sp>
      <p:sp>
        <p:nvSpPr>
          <p:cNvPr id="30" name="任意多边形: 形状 29"/>
          <p:cNvSpPr/>
          <p:nvPr userDrawn="1">
            <p:custDataLst>
              <p:tags r:id="rId17"/>
            </p:custDataLst>
          </p:nvPr>
        </p:nvSpPr>
        <p:spPr>
          <a:xfrm>
            <a:off x="9709785" y="3077845"/>
            <a:ext cx="1939290" cy="833755"/>
          </a:xfrm>
          <a:custGeom>
            <a:avLst/>
            <a:gdLst>
              <a:gd name="connsiteX0" fmla="*/ 0 w 1118206"/>
              <a:gd name="connsiteY0" fmla="*/ 406725 h 480683"/>
              <a:gd name="connsiteX1" fmla="*/ 194379 w 1118206"/>
              <a:gd name="connsiteY1" fmla="*/ 472117 h 480683"/>
              <a:gd name="connsiteX2" fmla="*/ 669959 w 1118206"/>
              <a:gd name="connsiteY2" fmla="*/ 424074 h 480683"/>
              <a:gd name="connsiteX3" fmla="*/ 1079839 w 1118206"/>
              <a:gd name="connsiteY3" fmla="*/ 424074 h 480683"/>
              <a:gd name="connsiteX4" fmla="*/ 1118207 w 1118206"/>
              <a:gd name="connsiteY4" fmla="*/ 333865 h 480683"/>
              <a:gd name="connsiteX5" fmla="*/ 871370 w 1118206"/>
              <a:gd name="connsiteY5" fmla="*/ 198744 h 480683"/>
              <a:gd name="connsiteX6" fmla="*/ 528807 w 1118206"/>
              <a:gd name="connsiteY6" fmla="*/ 12192 h 480683"/>
              <a:gd name="connsiteX7" fmla="*/ 237443 w 1118206"/>
              <a:gd name="connsiteY7" fmla="*/ 301246 h 480683"/>
              <a:gd name="connsiteX8" fmla="*/ 0 w 1118206"/>
              <a:gd name="connsiteY8" fmla="*/ 406725 h 4806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18206" h="480683">
                <a:moveTo>
                  <a:pt x="0" y="406725"/>
                </a:moveTo>
                <a:cubicBezTo>
                  <a:pt x="41627" y="427898"/>
                  <a:pt x="108507" y="457001"/>
                  <a:pt x="194379" y="472117"/>
                </a:cubicBezTo>
                <a:cubicBezTo>
                  <a:pt x="392223" y="506943"/>
                  <a:pt x="445938" y="424356"/>
                  <a:pt x="669959" y="424074"/>
                </a:cubicBezTo>
                <a:cubicBezTo>
                  <a:pt x="886794" y="423791"/>
                  <a:pt x="1036544" y="525883"/>
                  <a:pt x="1079839" y="424074"/>
                </a:cubicBezTo>
                <a:cubicBezTo>
                  <a:pt x="1092645" y="393995"/>
                  <a:pt x="1105426" y="363892"/>
                  <a:pt x="1118207" y="333865"/>
                </a:cubicBezTo>
                <a:cubicBezTo>
                  <a:pt x="1100267" y="373464"/>
                  <a:pt x="890567" y="212756"/>
                  <a:pt x="871370" y="198744"/>
                </a:cubicBezTo>
                <a:cubicBezTo>
                  <a:pt x="791298" y="140384"/>
                  <a:pt x="642114" y="-49556"/>
                  <a:pt x="528807" y="12192"/>
                </a:cubicBezTo>
                <a:cubicBezTo>
                  <a:pt x="411266" y="76275"/>
                  <a:pt x="332606" y="209035"/>
                  <a:pt x="237443" y="301246"/>
                </a:cubicBezTo>
                <a:cubicBezTo>
                  <a:pt x="172436" y="364251"/>
                  <a:pt x="88259" y="415322"/>
                  <a:pt x="0" y="406725"/>
                </a:cubicBezTo>
                <a:close/>
              </a:path>
            </a:pathLst>
          </a:custGeom>
          <a:gradFill>
            <a:gsLst>
              <a:gs pos="541">
                <a:schemeClr val="accent1">
                  <a:lumMod val="20000"/>
                  <a:lumOff val="80000"/>
                  <a:alpha val="0"/>
                </a:schemeClr>
              </a:gs>
              <a:gs pos="100000">
                <a:schemeClr val="accent1">
                  <a:alpha val="20000"/>
                </a:schemeClr>
              </a:gs>
            </a:gsLst>
            <a:lin ang="16200000" scaled="1"/>
          </a:gradFill>
          <a:ln w="3923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cs typeface="黑体" panose="02010609060101010101" pitchFamily="49" charset="-122"/>
            </a:endParaRPr>
          </a:p>
        </p:txBody>
      </p:sp>
      <p:sp>
        <p:nvSpPr>
          <p:cNvPr id="75" name="任意多边形: 形状 74"/>
          <p:cNvSpPr/>
          <p:nvPr userDrawn="1">
            <p:custDataLst>
              <p:tags r:id="rId18"/>
            </p:custDataLst>
          </p:nvPr>
        </p:nvSpPr>
        <p:spPr>
          <a:xfrm>
            <a:off x="8815070" y="3596640"/>
            <a:ext cx="3376930" cy="656590"/>
          </a:xfrm>
          <a:custGeom>
            <a:avLst/>
            <a:gdLst>
              <a:gd name="connsiteX0" fmla="*/ 2694466 w 3377172"/>
              <a:gd name="connsiteY0" fmla="*/ 1217 h 656328"/>
              <a:gd name="connsiteX1" fmla="*/ 3087970 w 3377172"/>
              <a:gd name="connsiteY1" fmla="*/ 158757 h 656328"/>
              <a:gd name="connsiteX2" fmla="*/ 3341733 w 3377172"/>
              <a:gd name="connsiteY2" fmla="*/ 131984 h 656328"/>
              <a:gd name="connsiteX3" fmla="*/ 3377172 w 3377172"/>
              <a:gd name="connsiteY3" fmla="*/ 114304 h 656328"/>
              <a:gd name="connsiteX4" fmla="*/ 3377172 w 3377172"/>
              <a:gd name="connsiteY4" fmla="*/ 656198 h 656328"/>
              <a:gd name="connsiteX5" fmla="*/ 98982 w 3377172"/>
              <a:gd name="connsiteY5" fmla="*/ 656328 h 656328"/>
              <a:gd name="connsiteX6" fmla="*/ 31295 w 3377172"/>
              <a:gd name="connsiteY6" fmla="*/ 641419 h 656328"/>
              <a:gd name="connsiteX7" fmla="*/ 1791 w 3377172"/>
              <a:gd name="connsiteY7" fmla="*/ 596517 h 656328"/>
              <a:gd name="connsiteX8" fmla="*/ 226480 w 3377172"/>
              <a:gd name="connsiteY8" fmla="*/ 287054 h 656328"/>
              <a:gd name="connsiteX9" fmla="*/ 1001339 w 3377172"/>
              <a:gd name="connsiteY9" fmla="*/ 105532 h 656328"/>
              <a:gd name="connsiteX10" fmla="*/ 1263142 w 3377172"/>
              <a:gd name="connsiteY10" fmla="*/ 319095 h 656328"/>
              <a:gd name="connsiteX11" fmla="*/ 1732187 w 3377172"/>
              <a:gd name="connsiteY11" fmla="*/ 215185 h 656328"/>
              <a:gd name="connsiteX12" fmla="*/ 1960168 w 3377172"/>
              <a:gd name="connsiteY12" fmla="*/ 61254 h 656328"/>
              <a:gd name="connsiteX13" fmla="*/ 2294597 w 3377172"/>
              <a:gd name="connsiteY13" fmla="*/ 210157 h 656328"/>
              <a:gd name="connsiteX14" fmla="*/ 2513055 w 3377172"/>
              <a:gd name="connsiteY14" fmla="*/ 64146 h 656328"/>
              <a:gd name="connsiteX15" fmla="*/ 2551505 w 3377172"/>
              <a:gd name="connsiteY15" fmla="*/ 27254 h 656328"/>
              <a:gd name="connsiteX16" fmla="*/ 2556622 w 3377172"/>
              <a:gd name="connsiteY16" fmla="*/ 24807 h 656328"/>
              <a:gd name="connsiteX17" fmla="*/ 2694466 w 3377172"/>
              <a:gd name="connsiteY17" fmla="*/ 1217 h 6563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3377172" h="656328">
                <a:moveTo>
                  <a:pt x="2694466" y="1217"/>
                </a:moveTo>
                <a:cubicBezTo>
                  <a:pt x="2830415" y="13578"/>
                  <a:pt x="2960907" y="116869"/>
                  <a:pt x="3087970" y="158757"/>
                </a:cubicBezTo>
                <a:cubicBezTo>
                  <a:pt x="3192770" y="193301"/>
                  <a:pt x="3289086" y="157079"/>
                  <a:pt x="3341733" y="131984"/>
                </a:cubicBezTo>
                <a:lnTo>
                  <a:pt x="3377172" y="114304"/>
                </a:lnTo>
                <a:lnTo>
                  <a:pt x="3377172" y="656198"/>
                </a:lnTo>
                <a:lnTo>
                  <a:pt x="98982" y="656328"/>
                </a:lnTo>
                <a:cubicBezTo>
                  <a:pt x="75486" y="656328"/>
                  <a:pt x="50165" y="655749"/>
                  <a:pt x="31295" y="641419"/>
                </a:cubicBezTo>
                <a:cubicBezTo>
                  <a:pt x="31295" y="641419"/>
                  <a:pt x="11226" y="626290"/>
                  <a:pt x="1791" y="596517"/>
                </a:cubicBezTo>
                <a:cubicBezTo>
                  <a:pt x="-14274" y="545742"/>
                  <a:pt x="79090" y="422116"/>
                  <a:pt x="226480" y="287054"/>
                </a:cubicBezTo>
                <a:cubicBezTo>
                  <a:pt x="658322" y="19290"/>
                  <a:pt x="879050" y="31972"/>
                  <a:pt x="1001339" y="105532"/>
                </a:cubicBezTo>
                <a:cubicBezTo>
                  <a:pt x="1111970" y="172017"/>
                  <a:pt x="1122873" y="276730"/>
                  <a:pt x="1263142" y="319095"/>
                </a:cubicBezTo>
                <a:cubicBezTo>
                  <a:pt x="1465712" y="380285"/>
                  <a:pt x="1695296" y="238058"/>
                  <a:pt x="1732187" y="215185"/>
                </a:cubicBezTo>
                <a:cubicBezTo>
                  <a:pt x="1870187" y="129697"/>
                  <a:pt x="1874904" y="70198"/>
                  <a:pt x="1960168" y="61254"/>
                </a:cubicBezTo>
                <a:cubicBezTo>
                  <a:pt x="2083794" y="48305"/>
                  <a:pt x="2170348" y="208509"/>
                  <a:pt x="2294597" y="210157"/>
                </a:cubicBezTo>
                <a:cubicBezTo>
                  <a:pt x="2384446" y="211356"/>
                  <a:pt x="2451332" y="130765"/>
                  <a:pt x="2513055" y="64146"/>
                </a:cubicBezTo>
                <a:cubicBezTo>
                  <a:pt x="2524803" y="51464"/>
                  <a:pt x="2537710" y="38958"/>
                  <a:pt x="2551505" y="27254"/>
                </a:cubicBezTo>
                <a:cubicBezTo>
                  <a:pt x="2553239" y="26409"/>
                  <a:pt x="2554932" y="25608"/>
                  <a:pt x="2556622" y="24807"/>
                </a:cubicBezTo>
                <a:cubicBezTo>
                  <a:pt x="2603226" y="3079"/>
                  <a:pt x="2649149" y="-2904"/>
                  <a:pt x="2694466" y="1217"/>
                </a:cubicBezTo>
                <a:close/>
              </a:path>
            </a:pathLst>
          </a:custGeom>
          <a:gradFill>
            <a:gsLst>
              <a:gs pos="541">
                <a:schemeClr val="accent1">
                  <a:lumMod val="20000"/>
                  <a:lumOff val="80000"/>
                  <a:alpha val="0"/>
                </a:schemeClr>
              </a:gs>
              <a:gs pos="100000">
                <a:schemeClr val="accent1">
                  <a:alpha val="20000"/>
                </a:schemeClr>
              </a:gs>
            </a:gsLst>
            <a:lin ang="16200000" scaled="1"/>
          </a:gradFill>
          <a:ln w="392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lvl="0" algn="l">
              <a:buClrTx/>
              <a:buSzTx/>
              <a:buFontTx/>
            </a:pPr>
            <a:endParaRPr lang="zh-CN" altLang="en-US">
              <a:cs typeface="黑体" panose="02010609060101010101" pitchFamily="49" charset="-122"/>
              <a:sym typeface="+mn-ea"/>
            </a:endParaRPr>
          </a:p>
        </p:txBody>
      </p:sp>
      <p:sp>
        <p:nvSpPr>
          <p:cNvPr id="32" name="任意多边形: 形状 31"/>
          <p:cNvSpPr/>
          <p:nvPr userDrawn="1">
            <p:custDataLst>
              <p:tags r:id="rId19"/>
            </p:custDataLst>
          </p:nvPr>
        </p:nvSpPr>
        <p:spPr>
          <a:xfrm>
            <a:off x="9392285" y="3456305"/>
            <a:ext cx="1301115" cy="559435"/>
          </a:xfrm>
          <a:custGeom>
            <a:avLst/>
            <a:gdLst>
              <a:gd name="connsiteX0" fmla="*/ 0 w 1118206"/>
              <a:gd name="connsiteY0" fmla="*/ 406725 h 480683"/>
              <a:gd name="connsiteX1" fmla="*/ 194379 w 1118206"/>
              <a:gd name="connsiteY1" fmla="*/ 472117 h 480683"/>
              <a:gd name="connsiteX2" fmla="*/ 669959 w 1118206"/>
              <a:gd name="connsiteY2" fmla="*/ 424074 h 480683"/>
              <a:gd name="connsiteX3" fmla="*/ 1079839 w 1118206"/>
              <a:gd name="connsiteY3" fmla="*/ 424074 h 480683"/>
              <a:gd name="connsiteX4" fmla="*/ 1118207 w 1118206"/>
              <a:gd name="connsiteY4" fmla="*/ 333865 h 480683"/>
              <a:gd name="connsiteX5" fmla="*/ 871370 w 1118206"/>
              <a:gd name="connsiteY5" fmla="*/ 198744 h 480683"/>
              <a:gd name="connsiteX6" fmla="*/ 528807 w 1118206"/>
              <a:gd name="connsiteY6" fmla="*/ 12192 h 480683"/>
              <a:gd name="connsiteX7" fmla="*/ 237443 w 1118206"/>
              <a:gd name="connsiteY7" fmla="*/ 301246 h 480683"/>
              <a:gd name="connsiteX8" fmla="*/ 0 w 1118206"/>
              <a:gd name="connsiteY8" fmla="*/ 406725 h 4806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18206" h="480683">
                <a:moveTo>
                  <a:pt x="0" y="406725"/>
                </a:moveTo>
                <a:cubicBezTo>
                  <a:pt x="41627" y="427898"/>
                  <a:pt x="108507" y="457001"/>
                  <a:pt x="194379" y="472117"/>
                </a:cubicBezTo>
                <a:cubicBezTo>
                  <a:pt x="392223" y="506943"/>
                  <a:pt x="445938" y="424356"/>
                  <a:pt x="669959" y="424074"/>
                </a:cubicBezTo>
                <a:cubicBezTo>
                  <a:pt x="886794" y="423791"/>
                  <a:pt x="1036544" y="525883"/>
                  <a:pt x="1079839" y="424074"/>
                </a:cubicBezTo>
                <a:cubicBezTo>
                  <a:pt x="1092645" y="393995"/>
                  <a:pt x="1105426" y="363892"/>
                  <a:pt x="1118207" y="333865"/>
                </a:cubicBezTo>
                <a:cubicBezTo>
                  <a:pt x="1100267" y="373464"/>
                  <a:pt x="890567" y="212756"/>
                  <a:pt x="871370" y="198744"/>
                </a:cubicBezTo>
                <a:cubicBezTo>
                  <a:pt x="791298" y="140384"/>
                  <a:pt x="642114" y="-49556"/>
                  <a:pt x="528807" y="12192"/>
                </a:cubicBezTo>
                <a:cubicBezTo>
                  <a:pt x="411266" y="76275"/>
                  <a:pt x="332606" y="209035"/>
                  <a:pt x="237443" y="301246"/>
                </a:cubicBezTo>
                <a:cubicBezTo>
                  <a:pt x="172436" y="364251"/>
                  <a:pt x="88259" y="415322"/>
                  <a:pt x="0" y="406725"/>
                </a:cubicBezTo>
                <a:close/>
              </a:path>
            </a:pathLst>
          </a:custGeom>
          <a:gradFill>
            <a:gsLst>
              <a:gs pos="541">
                <a:schemeClr val="accent1">
                  <a:lumMod val="20000"/>
                  <a:lumOff val="80000"/>
                  <a:alpha val="0"/>
                </a:schemeClr>
              </a:gs>
              <a:gs pos="100000">
                <a:schemeClr val="accent1">
                  <a:alpha val="20000"/>
                </a:schemeClr>
              </a:gs>
            </a:gsLst>
            <a:lin ang="16200000" scaled="1"/>
          </a:gradFill>
          <a:ln w="3923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pPr lvl="0" algn="l">
              <a:buClrTx/>
              <a:buSzTx/>
              <a:buFontTx/>
            </a:pPr>
            <a:endParaRPr lang="zh-CN" altLang="en-US">
              <a:cs typeface="黑体" panose="02010609060101010101" pitchFamily="49" charset="-122"/>
              <a:sym typeface="+mn-ea"/>
            </a:endParaRPr>
          </a:p>
        </p:txBody>
      </p:sp>
      <p:pic>
        <p:nvPicPr>
          <p:cNvPr id="21" name="图形 20"/>
          <p:cNvPicPr>
            <a:picLocks noChangeAspect="1"/>
          </p:cNvPicPr>
          <p:nvPr userDrawn="1">
            <p:custDataLst>
              <p:tags r:id="rId20"/>
            </p:custDataLst>
          </p:nvPr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rcRect l="44400"/>
          <a:stretch>
            <a:fillRect/>
          </a:stretch>
        </p:blipFill>
        <p:spPr>
          <a:xfrm>
            <a:off x="0" y="821466"/>
            <a:ext cx="1468899" cy="712059"/>
          </a:xfrm>
          <a:custGeom>
            <a:avLst/>
            <a:gdLst>
              <a:gd name="connsiteX0" fmla="*/ 0 w 2299254"/>
              <a:gd name="connsiteY0" fmla="*/ 0 h 1114579"/>
              <a:gd name="connsiteX1" fmla="*/ 2299254 w 2299254"/>
              <a:gd name="connsiteY1" fmla="*/ 0 h 1114579"/>
              <a:gd name="connsiteX2" fmla="*/ 2299254 w 2299254"/>
              <a:gd name="connsiteY2" fmla="*/ 1114579 h 1114579"/>
              <a:gd name="connsiteX3" fmla="*/ 0 w 2299254"/>
              <a:gd name="connsiteY3" fmla="*/ 1114579 h 11145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99254" h="1114579">
                <a:moveTo>
                  <a:pt x="0" y="0"/>
                </a:moveTo>
                <a:lnTo>
                  <a:pt x="2299254" y="0"/>
                </a:lnTo>
                <a:lnTo>
                  <a:pt x="2299254" y="1114579"/>
                </a:lnTo>
                <a:lnTo>
                  <a:pt x="0" y="1114579"/>
                </a:lnTo>
                <a:close/>
              </a:path>
            </a:pathLst>
          </a:custGeom>
        </p:spPr>
      </p:pic>
      <p:sp>
        <p:nvSpPr>
          <p:cNvPr id="68" name="任意多边形: 形状 67"/>
          <p:cNvSpPr/>
          <p:nvPr userDrawn="1">
            <p:custDataLst>
              <p:tags r:id="rId23"/>
            </p:custDataLst>
          </p:nvPr>
        </p:nvSpPr>
        <p:spPr>
          <a:xfrm>
            <a:off x="0" y="6108946"/>
            <a:ext cx="3848472" cy="749054"/>
          </a:xfrm>
          <a:custGeom>
            <a:avLst/>
            <a:gdLst>
              <a:gd name="connsiteX0" fmla="*/ 255437 w 3848472"/>
              <a:gd name="connsiteY0" fmla="*/ 1444 h 749054"/>
              <a:gd name="connsiteX1" fmla="*/ 644978 w 3848472"/>
              <a:gd name="connsiteY1" fmla="*/ 71464 h 749054"/>
              <a:gd name="connsiteX2" fmla="*/ 1058718 w 3848472"/>
              <a:gd name="connsiteY2" fmla="*/ 389029 h 749054"/>
              <a:gd name="connsiteX3" fmla="*/ 2039845 w 3848472"/>
              <a:gd name="connsiteY3" fmla="*/ 459629 h 749054"/>
              <a:gd name="connsiteX4" fmla="*/ 2091741 w 3848472"/>
              <a:gd name="connsiteY4" fmla="*/ 592872 h 749054"/>
              <a:gd name="connsiteX5" fmla="*/ 2228997 w 3848472"/>
              <a:gd name="connsiteY5" fmla="*/ 706663 h 749054"/>
              <a:gd name="connsiteX6" fmla="*/ 2784549 w 3848472"/>
              <a:gd name="connsiteY6" fmla="*/ 671362 h 749054"/>
              <a:gd name="connsiteX7" fmla="*/ 3139183 w 3848472"/>
              <a:gd name="connsiteY7" fmla="*/ 600762 h 749054"/>
              <a:gd name="connsiteX8" fmla="*/ 3848452 w 3848472"/>
              <a:gd name="connsiteY8" fmla="*/ 577229 h 749054"/>
              <a:gd name="connsiteX9" fmla="*/ 3429995 w 3848472"/>
              <a:gd name="connsiteY9" fmla="*/ 703780 h 749054"/>
              <a:gd name="connsiteX10" fmla="*/ 3337725 w 3848472"/>
              <a:gd name="connsiteY10" fmla="*/ 749054 h 749054"/>
              <a:gd name="connsiteX11" fmla="*/ 0 w 3848472"/>
              <a:gd name="connsiteY11" fmla="*/ 749054 h 749054"/>
              <a:gd name="connsiteX12" fmla="*/ 0 w 3848472"/>
              <a:gd name="connsiteY12" fmla="*/ 12781 h 749054"/>
              <a:gd name="connsiteX13" fmla="*/ 75837 w 3848472"/>
              <a:gd name="connsiteY13" fmla="*/ 3858 h 749054"/>
              <a:gd name="connsiteX14" fmla="*/ 255437 w 3848472"/>
              <a:gd name="connsiteY14" fmla="*/ 1444 h 7490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3848472" h="749054">
                <a:moveTo>
                  <a:pt x="255437" y="1444"/>
                </a:moveTo>
                <a:cubicBezTo>
                  <a:pt x="379742" y="6773"/>
                  <a:pt x="511990" y="27356"/>
                  <a:pt x="644978" y="71464"/>
                </a:cubicBezTo>
                <a:cubicBezTo>
                  <a:pt x="1176929" y="247896"/>
                  <a:pt x="751355" y="271430"/>
                  <a:pt x="1058718" y="389029"/>
                </a:cubicBezTo>
                <a:cubicBezTo>
                  <a:pt x="1366081" y="506628"/>
                  <a:pt x="1862528" y="224363"/>
                  <a:pt x="2039845" y="459629"/>
                </a:cubicBezTo>
                <a:cubicBezTo>
                  <a:pt x="2064875" y="492821"/>
                  <a:pt x="2047667" y="528325"/>
                  <a:pt x="2091741" y="592872"/>
                </a:cubicBezTo>
                <a:cubicBezTo>
                  <a:pt x="2137107" y="659324"/>
                  <a:pt x="2220223" y="702514"/>
                  <a:pt x="2228997" y="706663"/>
                </a:cubicBezTo>
                <a:cubicBezTo>
                  <a:pt x="2350677" y="763932"/>
                  <a:pt x="2555608" y="718565"/>
                  <a:pt x="2784549" y="671362"/>
                </a:cubicBezTo>
                <a:cubicBezTo>
                  <a:pt x="2855966" y="656671"/>
                  <a:pt x="2979822" y="631437"/>
                  <a:pt x="3139183" y="600762"/>
                </a:cubicBezTo>
                <a:cubicBezTo>
                  <a:pt x="3716025" y="556552"/>
                  <a:pt x="3846547" y="562129"/>
                  <a:pt x="3848452" y="577229"/>
                </a:cubicBezTo>
                <a:cubicBezTo>
                  <a:pt x="3850713" y="595499"/>
                  <a:pt x="3662017" y="601793"/>
                  <a:pt x="3429995" y="703780"/>
                </a:cubicBezTo>
                <a:lnTo>
                  <a:pt x="3337725" y="749054"/>
                </a:lnTo>
                <a:lnTo>
                  <a:pt x="0" y="749054"/>
                </a:lnTo>
                <a:lnTo>
                  <a:pt x="0" y="12781"/>
                </a:lnTo>
                <a:lnTo>
                  <a:pt x="75837" y="3858"/>
                </a:lnTo>
                <a:cubicBezTo>
                  <a:pt x="133118" y="-71"/>
                  <a:pt x="193285" y="-1221"/>
                  <a:pt x="255437" y="1444"/>
                </a:cubicBezTo>
                <a:close/>
              </a:path>
            </a:pathLst>
          </a:custGeom>
          <a:gradFill>
            <a:gsLst>
              <a:gs pos="0">
                <a:srgbClr val="FFFFFF"/>
              </a:gs>
              <a:gs pos="50000">
                <a:srgbClr val="FFFFFF">
                  <a:alpha val="49804"/>
                </a:srgbClr>
              </a:gs>
              <a:gs pos="100000">
                <a:srgbClr val="FFFFFF">
                  <a:alpha val="0"/>
                </a:srgbClr>
              </a:gs>
            </a:gsLst>
            <a:lin ang="7173008" scaled="1"/>
          </a:gradFill>
          <a:ln w="6350" cap="flat">
            <a:solidFill>
              <a:srgbClr val="FFEBC9"/>
            </a:solidFill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zh-CN" altLang="en-US">
              <a:cs typeface="黑体" panose="02010609060101010101" pitchFamily="49" charset="-122"/>
            </a:endParaRPr>
          </a:p>
        </p:txBody>
      </p:sp>
      <p:sp>
        <p:nvSpPr>
          <p:cNvPr id="12" name="图形 1"/>
          <p:cNvSpPr/>
          <p:nvPr userDrawn="1">
            <p:custDataLst>
              <p:tags r:id="rId24"/>
            </p:custDataLst>
          </p:nvPr>
        </p:nvSpPr>
        <p:spPr>
          <a:xfrm>
            <a:off x="9865120" y="5070474"/>
            <a:ext cx="1567262" cy="757927"/>
          </a:xfrm>
          <a:custGeom>
            <a:avLst/>
            <a:gdLst>
              <a:gd name="connsiteX0" fmla="*/ 0 w 2704161"/>
              <a:gd name="connsiteY0" fmla="*/ 203346 h 1307731"/>
              <a:gd name="connsiteX1" fmla="*/ 1649006 w 2704161"/>
              <a:gd name="connsiteY1" fmla="*/ 49658 h 1307731"/>
              <a:gd name="connsiteX2" fmla="*/ 1234499 w 2704161"/>
              <a:gd name="connsiteY2" fmla="*/ 321163 h 1307731"/>
              <a:gd name="connsiteX3" fmla="*/ 2622095 w 2704161"/>
              <a:gd name="connsiteY3" fmla="*/ 306933 h 1307731"/>
              <a:gd name="connsiteX4" fmla="*/ 1871751 w 2704161"/>
              <a:gd name="connsiteY4" fmla="*/ 563455 h 1307731"/>
              <a:gd name="connsiteX5" fmla="*/ 2677782 w 2704161"/>
              <a:gd name="connsiteY5" fmla="*/ 701517 h 1307731"/>
              <a:gd name="connsiteX6" fmla="*/ 901884 w 2704161"/>
              <a:gd name="connsiteY6" fmla="*/ 1062485 h 1307731"/>
              <a:gd name="connsiteX7" fmla="*/ 1871805 w 2704161"/>
              <a:gd name="connsiteY7" fmla="*/ 1075588 h 1307731"/>
              <a:gd name="connsiteX8" fmla="*/ 561751 w 2704161"/>
              <a:gd name="connsiteY8" fmla="*/ 1307731 h 1307731"/>
              <a:gd name="connsiteX9" fmla="*/ 1231599 w 2704161"/>
              <a:gd name="connsiteY9" fmla="*/ 1153130 h 1307731"/>
              <a:gd name="connsiteX10" fmla="*/ 599018 w 2704161"/>
              <a:gd name="connsiteY10" fmla="*/ 1018398 h 1307731"/>
              <a:gd name="connsiteX11" fmla="*/ 1947844 w 2704161"/>
              <a:gd name="connsiteY11" fmla="*/ 716660 h 1307731"/>
              <a:gd name="connsiteX12" fmla="*/ 1347053 w 2704161"/>
              <a:gd name="connsiteY12" fmla="*/ 565711 h 1307731"/>
              <a:gd name="connsiteX13" fmla="*/ 1881793 w 2704161"/>
              <a:gd name="connsiteY13" fmla="*/ 371909 h 1307731"/>
              <a:gd name="connsiteX14" fmla="*/ 306141 w 2704161"/>
              <a:gd name="connsiteY14" fmla="*/ 381145 h 1307731"/>
              <a:gd name="connsiteX15" fmla="*/ 1159105 w 2704161"/>
              <a:gd name="connsiteY15" fmla="*/ 118823 h 1307731"/>
              <a:gd name="connsiteX16" fmla="*/ 0 w 2704161"/>
              <a:gd name="connsiteY16" fmla="*/ 203346 h 13077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704161" h="1307731">
                <a:moveTo>
                  <a:pt x="0" y="203346"/>
                </a:moveTo>
                <a:cubicBezTo>
                  <a:pt x="0" y="203346"/>
                  <a:pt x="1796626" y="-121106"/>
                  <a:pt x="1649006" y="49658"/>
                </a:cubicBezTo>
                <a:cubicBezTo>
                  <a:pt x="1501386" y="220423"/>
                  <a:pt x="1042093" y="285184"/>
                  <a:pt x="1234499" y="321163"/>
                </a:cubicBezTo>
                <a:cubicBezTo>
                  <a:pt x="1426958" y="357142"/>
                  <a:pt x="2676815" y="141377"/>
                  <a:pt x="2622095" y="306933"/>
                </a:cubicBezTo>
                <a:cubicBezTo>
                  <a:pt x="2567375" y="472488"/>
                  <a:pt x="1742550" y="464004"/>
                  <a:pt x="1871751" y="563455"/>
                </a:cubicBezTo>
                <a:cubicBezTo>
                  <a:pt x="2000952" y="662853"/>
                  <a:pt x="2864763" y="588372"/>
                  <a:pt x="2677782" y="701517"/>
                </a:cubicBezTo>
                <a:cubicBezTo>
                  <a:pt x="2490746" y="814716"/>
                  <a:pt x="765219" y="979197"/>
                  <a:pt x="901884" y="1062485"/>
                </a:cubicBezTo>
                <a:cubicBezTo>
                  <a:pt x="1038549" y="1145773"/>
                  <a:pt x="2105828" y="963678"/>
                  <a:pt x="1871805" y="1075588"/>
                </a:cubicBezTo>
                <a:cubicBezTo>
                  <a:pt x="1637782" y="1187498"/>
                  <a:pt x="561751" y="1307731"/>
                  <a:pt x="561751" y="1307731"/>
                </a:cubicBezTo>
                <a:cubicBezTo>
                  <a:pt x="561751" y="1307731"/>
                  <a:pt x="1499023" y="1134228"/>
                  <a:pt x="1231599" y="1153130"/>
                </a:cubicBezTo>
                <a:cubicBezTo>
                  <a:pt x="964175" y="1172032"/>
                  <a:pt x="135323" y="1162689"/>
                  <a:pt x="599018" y="1018398"/>
                </a:cubicBezTo>
                <a:cubicBezTo>
                  <a:pt x="1062714" y="874107"/>
                  <a:pt x="2186699" y="737173"/>
                  <a:pt x="1947844" y="716660"/>
                </a:cubicBezTo>
                <a:cubicBezTo>
                  <a:pt x="1708988" y="696147"/>
                  <a:pt x="774079" y="709679"/>
                  <a:pt x="1347053" y="565711"/>
                </a:cubicBezTo>
                <a:cubicBezTo>
                  <a:pt x="1920081" y="421742"/>
                  <a:pt x="2302798" y="367774"/>
                  <a:pt x="1881793" y="371909"/>
                </a:cubicBezTo>
                <a:cubicBezTo>
                  <a:pt x="1881793" y="371909"/>
                  <a:pt x="-111641" y="629452"/>
                  <a:pt x="306141" y="381145"/>
                </a:cubicBezTo>
                <a:cubicBezTo>
                  <a:pt x="306141" y="381145"/>
                  <a:pt x="1093484" y="206944"/>
                  <a:pt x="1159105" y="118823"/>
                </a:cubicBezTo>
                <a:cubicBezTo>
                  <a:pt x="1224726" y="30541"/>
                  <a:pt x="0" y="203346"/>
                  <a:pt x="0" y="203346"/>
                </a:cubicBezTo>
                <a:close/>
              </a:path>
            </a:pathLst>
          </a:custGeom>
          <a:solidFill>
            <a:schemeClr val="bg1"/>
          </a:solidFill>
          <a:ln w="6350" cap="flat">
            <a:solidFill>
              <a:srgbClr val="FFEBC9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endParaRPr lang="zh-CN" altLang="en-US">
              <a:cs typeface="黑体" panose="02010609060101010101" pitchFamily="49" charset="-122"/>
            </a:endParaRPr>
          </a:p>
        </p:txBody>
      </p:sp>
      <p:sp>
        <p:nvSpPr>
          <p:cNvPr id="73" name="任意多边形: 形状 72"/>
          <p:cNvSpPr/>
          <p:nvPr userDrawn="1">
            <p:custDataLst>
              <p:tags r:id="rId25"/>
            </p:custDataLst>
          </p:nvPr>
        </p:nvSpPr>
        <p:spPr>
          <a:xfrm>
            <a:off x="9849355" y="5024702"/>
            <a:ext cx="2342645" cy="1025219"/>
          </a:xfrm>
          <a:custGeom>
            <a:avLst/>
            <a:gdLst>
              <a:gd name="connsiteX0" fmla="*/ 1198958 w 2342645"/>
              <a:gd name="connsiteY0" fmla="*/ 8 h 1025219"/>
              <a:gd name="connsiteX1" fmla="*/ 1448993 w 2342645"/>
              <a:gd name="connsiteY1" fmla="*/ 90962 h 1025219"/>
              <a:gd name="connsiteX2" fmla="*/ 1615051 w 2342645"/>
              <a:gd name="connsiteY2" fmla="*/ 223312 h 1025219"/>
              <a:gd name="connsiteX3" fmla="*/ 1907073 w 2342645"/>
              <a:gd name="connsiteY3" fmla="*/ 301966 h 1025219"/>
              <a:gd name="connsiteX4" fmla="*/ 2196020 w 2342645"/>
              <a:gd name="connsiteY4" fmla="*/ 503152 h 1025219"/>
              <a:gd name="connsiteX5" fmla="*/ 2333537 w 2342645"/>
              <a:gd name="connsiteY5" fmla="*/ 660112 h 1025219"/>
              <a:gd name="connsiteX6" fmla="*/ 2342645 w 2342645"/>
              <a:gd name="connsiteY6" fmla="*/ 664078 h 1025219"/>
              <a:gd name="connsiteX7" fmla="*/ 2342645 w 2342645"/>
              <a:gd name="connsiteY7" fmla="*/ 1025219 h 1025219"/>
              <a:gd name="connsiteX8" fmla="*/ 0 w 2342645"/>
              <a:gd name="connsiteY8" fmla="*/ 1025219 h 1025219"/>
              <a:gd name="connsiteX9" fmla="*/ 145479 w 2342645"/>
              <a:gd name="connsiteY9" fmla="*/ 958394 h 1025219"/>
              <a:gd name="connsiteX10" fmla="*/ 276647 w 2342645"/>
              <a:gd name="connsiteY10" fmla="*/ 845322 h 1025219"/>
              <a:gd name="connsiteX11" fmla="*/ 573873 w 2342645"/>
              <a:gd name="connsiteY11" fmla="*/ 712381 h 1025219"/>
              <a:gd name="connsiteX12" fmla="*/ 750103 w 2342645"/>
              <a:gd name="connsiteY12" fmla="*/ 448863 h 1025219"/>
              <a:gd name="connsiteX13" fmla="*/ 881270 w 2342645"/>
              <a:gd name="connsiteY13" fmla="*/ 270504 h 1025219"/>
              <a:gd name="connsiteX14" fmla="*/ 1198958 w 2342645"/>
              <a:gd name="connsiteY14" fmla="*/ 8 h 10252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2342645" h="1025219">
                <a:moveTo>
                  <a:pt x="1198958" y="8"/>
                </a:moveTo>
                <a:cubicBezTo>
                  <a:pt x="1360877" y="1191"/>
                  <a:pt x="1401919" y="54770"/>
                  <a:pt x="1448993" y="90962"/>
                </a:cubicBezTo>
                <a:cubicBezTo>
                  <a:pt x="1496185" y="127154"/>
                  <a:pt x="1538172" y="162045"/>
                  <a:pt x="1615051" y="223312"/>
                </a:cubicBezTo>
                <a:cubicBezTo>
                  <a:pt x="1691931" y="284461"/>
                  <a:pt x="1784066" y="286234"/>
                  <a:pt x="1907073" y="301966"/>
                </a:cubicBezTo>
                <a:cubicBezTo>
                  <a:pt x="2029961" y="317696"/>
                  <a:pt x="2131441" y="394693"/>
                  <a:pt x="2196020" y="503152"/>
                </a:cubicBezTo>
                <a:cubicBezTo>
                  <a:pt x="2244453" y="584496"/>
                  <a:pt x="2277319" y="628450"/>
                  <a:pt x="2333537" y="660112"/>
                </a:cubicBezTo>
                <a:lnTo>
                  <a:pt x="2342645" y="664078"/>
                </a:lnTo>
                <a:lnTo>
                  <a:pt x="2342645" y="1025219"/>
                </a:lnTo>
                <a:lnTo>
                  <a:pt x="0" y="1025219"/>
                </a:lnTo>
                <a:cubicBezTo>
                  <a:pt x="20462" y="998726"/>
                  <a:pt x="81965" y="974716"/>
                  <a:pt x="145479" y="958394"/>
                </a:cubicBezTo>
                <a:cubicBezTo>
                  <a:pt x="208992" y="942072"/>
                  <a:pt x="227444" y="917589"/>
                  <a:pt x="276647" y="845322"/>
                </a:cubicBezTo>
                <a:cubicBezTo>
                  <a:pt x="325849" y="773057"/>
                  <a:pt x="377180" y="750821"/>
                  <a:pt x="573873" y="712381"/>
                </a:cubicBezTo>
                <a:cubicBezTo>
                  <a:pt x="770565" y="673942"/>
                  <a:pt x="729641" y="526925"/>
                  <a:pt x="750103" y="448863"/>
                </a:cubicBezTo>
                <a:cubicBezTo>
                  <a:pt x="770565" y="370802"/>
                  <a:pt x="821778" y="411607"/>
                  <a:pt x="881270" y="270504"/>
                </a:cubicBezTo>
                <a:cubicBezTo>
                  <a:pt x="940763" y="129401"/>
                  <a:pt x="1037039" y="-1175"/>
                  <a:pt x="1198958" y="8"/>
                </a:cubicBezTo>
                <a:close/>
              </a:path>
            </a:pathLst>
          </a:custGeom>
          <a:gradFill>
            <a:gsLst>
              <a:gs pos="71000">
                <a:schemeClr val="accent4"/>
              </a:gs>
              <a:gs pos="541">
                <a:schemeClr val="accent3"/>
              </a:gs>
              <a:gs pos="100000">
                <a:schemeClr val="accent4">
                  <a:alpha val="0"/>
                </a:schemeClr>
              </a:gs>
            </a:gsLst>
            <a:lin ang="5818394" scaled="1"/>
          </a:gradFill>
          <a:ln w="8135" cap="flat">
            <a:gradFill>
              <a:gsLst>
                <a:gs pos="0">
                  <a:srgbClr val="FFEBC9"/>
                </a:gs>
                <a:gs pos="100000">
                  <a:srgbClr val="FFEBC9">
                    <a:alpha val="0"/>
                  </a:srgbClr>
                </a:gs>
              </a:gsLst>
              <a:lin ang="5400000" scaled="1"/>
            </a:gra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endParaRPr lang="zh-CN" altLang="en-US">
              <a:cs typeface="黑体" panose="02010609060101010101" pitchFamily="49" charset="-122"/>
            </a:endParaRPr>
          </a:p>
        </p:txBody>
      </p:sp>
      <p:sp>
        <p:nvSpPr>
          <p:cNvPr id="45" name="任意多边形: 形状 44"/>
          <p:cNvSpPr/>
          <p:nvPr userDrawn="1">
            <p:custDataLst>
              <p:tags r:id="rId26"/>
            </p:custDataLst>
          </p:nvPr>
        </p:nvSpPr>
        <p:spPr>
          <a:xfrm>
            <a:off x="10556523" y="5688639"/>
            <a:ext cx="1541365" cy="524266"/>
          </a:xfrm>
          <a:custGeom>
            <a:avLst/>
            <a:gdLst>
              <a:gd name="connsiteX0" fmla="*/ 1763468 w 1763468"/>
              <a:gd name="connsiteY0" fmla="*/ 599675 h 599810"/>
              <a:gd name="connsiteX1" fmla="*/ 1451559 w 1763468"/>
              <a:gd name="connsiteY1" fmla="*/ 411177 h 599810"/>
              <a:gd name="connsiteX2" fmla="*/ 1146687 w 1763468"/>
              <a:gd name="connsiteY2" fmla="*/ 257726 h 599810"/>
              <a:gd name="connsiteX3" fmla="*/ 1045875 w 1763468"/>
              <a:gd name="connsiteY3" fmla="*/ 111041 h 599810"/>
              <a:gd name="connsiteX4" fmla="*/ 809068 w 1763468"/>
              <a:gd name="connsiteY4" fmla="*/ 350 h 599810"/>
              <a:gd name="connsiteX5" fmla="*/ 558188 w 1763468"/>
              <a:gd name="connsiteY5" fmla="*/ 207117 h 599810"/>
              <a:gd name="connsiteX6" fmla="*/ 361165 w 1763468"/>
              <a:gd name="connsiteY6" fmla="*/ 372611 h 599810"/>
              <a:gd name="connsiteX7" fmla="*/ 197023 w 1763468"/>
              <a:gd name="connsiteY7" fmla="*/ 484655 h 599810"/>
              <a:gd name="connsiteX8" fmla="*/ 0 w 1763468"/>
              <a:gd name="connsiteY8" fmla="*/ 599811 h 599810"/>
              <a:gd name="connsiteX9" fmla="*/ 1763468 w 1763468"/>
              <a:gd name="connsiteY9" fmla="*/ 599811 h 5998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763468" h="599810">
                <a:moveTo>
                  <a:pt x="1763468" y="599675"/>
                </a:moveTo>
                <a:cubicBezTo>
                  <a:pt x="1763468" y="599675"/>
                  <a:pt x="1697839" y="461786"/>
                  <a:pt x="1451559" y="411177"/>
                </a:cubicBezTo>
                <a:cubicBezTo>
                  <a:pt x="1205415" y="360433"/>
                  <a:pt x="1165497" y="331068"/>
                  <a:pt x="1146687" y="257726"/>
                </a:cubicBezTo>
                <a:cubicBezTo>
                  <a:pt x="1127878" y="184383"/>
                  <a:pt x="1092695" y="139052"/>
                  <a:pt x="1045875" y="111041"/>
                </a:cubicBezTo>
                <a:cubicBezTo>
                  <a:pt x="999055" y="83030"/>
                  <a:pt x="970909" y="-6280"/>
                  <a:pt x="809068" y="350"/>
                </a:cubicBezTo>
                <a:cubicBezTo>
                  <a:pt x="647228" y="6981"/>
                  <a:pt x="586334" y="141758"/>
                  <a:pt x="558188" y="207117"/>
                </a:cubicBezTo>
                <a:cubicBezTo>
                  <a:pt x="530042" y="272476"/>
                  <a:pt x="478486" y="336481"/>
                  <a:pt x="361165" y="372611"/>
                </a:cubicBezTo>
                <a:cubicBezTo>
                  <a:pt x="243979" y="408606"/>
                  <a:pt x="218133" y="448660"/>
                  <a:pt x="197023" y="484655"/>
                </a:cubicBezTo>
                <a:cubicBezTo>
                  <a:pt x="175914" y="520649"/>
                  <a:pt x="35183" y="546901"/>
                  <a:pt x="0" y="599811"/>
                </a:cubicBezTo>
                <a:lnTo>
                  <a:pt x="1763468" y="599811"/>
                </a:lnTo>
                <a:close/>
              </a:path>
            </a:pathLst>
          </a:custGeom>
          <a:gradFill>
            <a:gsLst>
              <a:gs pos="77000">
                <a:schemeClr val="accent4">
                  <a:lumMod val="60000"/>
                  <a:lumOff val="40000"/>
                </a:schemeClr>
              </a:gs>
              <a:gs pos="541">
                <a:schemeClr val="accent5"/>
              </a:gs>
              <a:gs pos="100000">
                <a:schemeClr val="accent4">
                  <a:alpha val="0"/>
                </a:schemeClr>
              </a:gs>
            </a:gsLst>
            <a:lin ang="4981599" scaled="1"/>
          </a:gradFill>
          <a:ln w="5780" cap="flat">
            <a:gradFill>
              <a:gsLst>
                <a:gs pos="100000">
                  <a:srgbClr val="FFEBC9">
                    <a:alpha val="0"/>
                  </a:srgbClr>
                </a:gs>
                <a:gs pos="0">
                  <a:srgbClr val="FFEBC9"/>
                </a:gs>
              </a:gsLst>
              <a:lin ang="5400000" scaled="1"/>
            </a:gra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endParaRPr lang="zh-CN" altLang="en-US">
              <a:cs typeface="黑体" panose="02010609060101010101" pitchFamily="49" charset="-122"/>
            </a:endParaRPr>
          </a:p>
        </p:txBody>
      </p:sp>
      <p:pic>
        <p:nvPicPr>
          <p:cNvPr id="57" name="图形 56"/>
          <p:cNvPicPr>
            <a:picLocks noChangeAspect="1"/>
          </p:cNvPicPr>
          <p:nvPr userDrawn="1">
            <p:custDataLst>
              <p:tags r:id="rId27"/>
            </p:custDataLst>
          </p:nvPr>
        </p:nvPicPr>
        <p:blipFill>
          <a:blip r:embed="rId28"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rcRect l="35759"/>
          <a:stretch>
            <a:fillRect/>
          </a:stretch>
        </p:blipFill>
        <p:spPr>
          <a:xfrm>
            <a:off x="0" y="5386076"/>
            <a:ext cx="1207464" cy="281299"/>
          </a:xfrm>
          <a:custGeom>
            <a:avLst/>
            <a:gdLst>
              <a:gd name="connsiteX0" fmla="*/ 0 w 1207464"/>
              <a:gd name="connsiteY0" fmla="*/ 0 h 281299"/>
              <a:gd name="connsiteX1" fmla="*/ 1207464 w 1207464"/>
              <a:gd name="connsiteY1" fmla="*/ 0 h 281299"/>
              <a:gd name="connsiteX2" fmla="*/ 1207464 w 1207464"/>
              <a:gd name="connsiteY2" fmla="*/ 281299 h 281299"/>
              <a:gd name="connsiteX3" fmla="*/ 0 w 1207464"/>
              <a:gd name="connsiteY3" fmla="*/ 281299 h 2812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07464" h="281299">
                <a:moveTo>
                  <a:pt x="0" y="0"/>
                </a:moveTo>
                <a:lnTo>
                  <a:pt x="1207464" y="0"/>
                </a:lnTo>
                <a:lnTo>
                  <a:pt x="1207464" y="281299"/>
                </a:lnTo>
                <a:lnTo>
                  <a:pt x="0" y="281299"/>
                </a:lnTo>
                <a:close/>
              </a:path>
            </a:pathLst>
          </a:custGeom>
        </p:spPr>
      </p:pic>
      <p:pic>
        <p:nvPicPr>
          <p:cNvPr id="15" name="图形 14"/>
          <p:cNvPicPr>
            <a:picLocks noChangeAspect="1"/>
          </p:cNvPicPr>
          <p:nvPr userDrawn="1">
            <p:custDataLst>
              <p:tags r:id="rId30"/>
            </p:custDataLst>
          </p:nvPr>
        </p:nvPicPr>
        <p:blipFill>
          <a:blip r:embed="rId31"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10725108" y="5444589"/>
            <a:ext cx="1466892" cy="147995"/>
          </a:xfrm>
          <a:prstGeom prst="rect">
            <a:avLst/>
          </a:prstGeom>
        </p:spPr>
      </p:pic>
      <p:pic>
        <p:nvPicPr>
          <p:cNvPr id="22" name="图形 21"/>
          <p:cNvPicPr>
            <a:picLocks noChangeAspect="1"/>
          </p:cNvPicPr>
          <p:nvPr userDrawn="1">
            <p:custDataLst>
              <p:tags r:id="rId33"/>
            </p:custDataLst>
          </p:nvPr>
        </p:nvPicPr>
        <p:blipFill>
          <a:blip r:embed="rId28"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487220" y="744676"/>
            <a:ext cx="1154255" cy="172746"/>
          </a:xfrm>
          <a:prstGeom prst="rect">
            <a:avLst/>
          </a:prstGeom>
        </p:spPr>
      </p:pic>
      <p:sp>
        <p:nvSpPr>
          <p:cNvPr id="47" name="任意多边形: 形状 46"/>
          <p:cNvSpPr/>
          <p:nvPr userDrawn="1">
            <p:custDataLst>
              <p:tags r:id="rId34"/>
            </p:custDataLst>
          </p:nvPr>
        </p:nvSpPr>
        <p:spPr>
          <a:xfrm>
            <a:off x="8221230" y="4780325"/>
            <a:ext cx="1888502" cy="1009336"/>
          </a:xfrm>
          <a:custGeom>
            <a:avLst/>
            <a:gdLst>
              <a:gd name="connsiteX0" fmla="*/ 1325854 w 1325854"/>
              <a:gd name="connsiteY0" fmla="*/ 236025 h 708621"/>
              <a:gd name="connsiteX1" fmla="*/ 1279582 w 1325854"/>
              <a:gd name="connsiteY1" fmla="*/ 232124 h 708621"/>
              <a:gd name="connsiteX2" fmla="*/ 1026817 w 1325854"/>
              <a:gd name="connsiteY2" fmla="*/ 171275 h 708621"/>
              <a:gd name="connsiteX3" fmla="*/ 798099 w 1325854"/>
              <a:gd name="connsiteY3" fmla="*/ 34922 h 708621"/>
              <a:gd name="connsiteX4" fmla="*/ 466135 w 1325854"/>
              <a:gd name="connsiteY4" fmla="*/ 202020 h 708621"/>
              <a:gd name="connsiteX5" fmla="*/ 0 w 1325854"/>
              <a:gd name="connsiteY5" fmla="*/ 349127 h 708621"/>
              <a:gd name="connsiteX6" fmla="*/ 770049 w 1325854"/>
              <a:gd name="connsiteY6" fmla="*/ 708269 h 708621"/>
              <a:gd name="connsiteX7" fmla="*/ 1325854 w 1325854"/>
              <a:gd name="connsiteY7" fmla="*/ 524951 h 708621"/>
              <a:gd name="connsiteX8" fmla="*/ 1325854 w 1325854"/>
              <a:gd name="connsiteY8" fmla="*/ 236025 h 7086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325854" h="708621">
                <a:moveTo>
                  <a:pt x="1325854" y="236025"/>
                </a:moveTo>
                <a:cubicBezTo>
                  <a:pt x="1310379" y="235101"/>
                  <a:pt x="1294929" y="233793"/>
                  <a:pt x="1279582" y="232124"/>
                </a:cubicBezTo>
                <a:cubicBezTo>
                  <a:pt x="1193556" y="222731"/>
                  <a:pt x="1108300" y="202251"/>
                  <a:pt x="1026817" y="171275"/>
                </a:cubicBezTo>
                <a:cubicBezTo>
                  <a:pt x="940791" y="138553"/>
                  <a:pt x="872474" y="89946"/>
                  <a:pt x="798099" y="34922"/>
                </a:cubicBezTo>
                <a:cubicBezTo>
                  <a:pt x="652045" y="-73149"/>
                  <a:pt x="562632" y="94334"/>
                  <a:pt x="466135" y="202020"/>
                </a:cubicBezTo>
                <a:cubicBezTo>
                  <a:pt x="404978" y="270287"/>
                  <a:pt x="280225" y="341171"/>
                  <a:pt x="0" y="349127"/>
                </a:cubicBezTo>
                <a:cubicBezTo>
                  <a:pt x="186680" y="597939"/>
                  <a:pt x="471653" y="715968"/>
                  <a:pt x="770049" y="708269"/>
                </a:cubicBezTo>
                <a:cubicBezTo>
                  <a:pt x="1022428" y="701750"/>
                  <a:pt x="1214139" y="601455"/>
                  <a:pt x="1325854" y="524951"/>
                </a:cubicBezTo>
                <a:lnTo>
                  <a:pt x="1325854" y="236025"/>
                </a:lnTo>
                <a:close/>
              </a:path>
            </a:pathLst>
          </a:custGeom>
          <a:gradFill>
            <a:gsLst>
              <a:gs pos="57000">
                <a:schemeClr val="bg1">
                  <a:alpha val="0"/>
                </a:schemeClr>
              </a:gs>
              <a:gs pos="100000">
                <a:schemeClr val="accent1">
                  <a:alpha val="40000"/>
                </a:schemeClr>
              </a:gs>
            </a:gsLst>
            <a:lin ang="16433362" scaled="1"/>
          </a:gradFill>
          <a:ln w="3923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pPr lvl="0" algn="l">
              <a:buClrTx/>
              <a:buSzTx/>
              <a:buFontTx/>
            </a:pPr>
            <a:endParaRPr lang="zh-CN" altLang="en-US">
              <a:cs typeface="黑体" panose="02010609060101010101" pitchFamily="49" charset="-122"/>
              <a:sym typeface="+mn-ea"/>
            </a:endParaRPr>
          </a:p>
        </p:txBody>
      </p:sp>
      <p:sp>
        <p:nvSpPr>
          <p:cNvPr id="48" name="任意多边形: 形状 47"/>
          <p:cNvSpPr/>
          <p:nvPr userDrawn="1">
            <p:custDataLst>
              <p:tags r:id="rId35"/>
            </p:custDataLst>
          </p:nvPr>
        </p:nvSpPr>
        <p:spPr>
          <a:xfrm>
            <a:off x="7510030" y="4904150"/>
            <a:ext cx="1888502" cy="1009336"/>
          </a:xfrm>
          <a:custGeom>
            <a:avLst/>
            <a:gdLst>
              <a:gd name="connsiteX0" fmla="*/ 1325854 w 1325854"/>
              <a:gd name="connsiteY0" fmla="*/ 236025 h 708621"/>
              <a:gd name="connsiteX1" fmla="*/ 1279582 w 1325854"/>
              <a:gd name="connsiteY1" fmla="*/ 232124 h 708621"/>
              <a:gd name="connsiteX2" fmla="*/ 1026817 w 1325854"/>
              <a:gd name="connsiteY2" fmla="*/ 171275 h 708621"/>
              <a:gd name="connsiteX3" fmla="*/ 798099 w 1325854"/>
              <a:gd name="connsiteY3" fmla="*/ 34922 h 708621"/>
              <a:gd name="connsiteX4" fmla="*/ 466135 w 1325854"/>
              <a:gd name="connsiteY4" fmla="*/ 202020 h 708621"/>
              <a:gd name="connsiteX5" fmla="*/ 0 w 1325854"/>
              <a:gd name="connsiteY5" fmla="*/ 349127 h 708621"/>
              <a:gd name="connsiteX6" fmla="*/ 770049 w 1325854"/>
              <a:gd name="connsiteY6" fmla="*/ 708269 h 708621"/>
              <a:gd name="connsiteX7" fmla="*/ 1325854 w 1325854"/>
              <a:gd name="connsiteY7" fmla="*/ 524951 h 708621"/>
              <a:gd name="connsiteX8" fmla="*/ 1325854 w 1325854"/>
              <a:gd name="connsiteY8" fmla="*/ 236025 h 7086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325854" h="708621">
                <a:moveTo>
                  <a:pt x="1325854" y="236025"/>
                </a:moveTo>
                <a:cubicBezTo>
                  <a:pt x="1310379" y="235101"/>
                  <a:pt x="1294929" y="233793"/>
                  <a:pt x="1279582" y="232124"/>
                </a:cubicBezTo>
                <a:cubicBezTo>
                  <a:pt x="1193556" y="222731"/>
                  <a:pt x="1108300" y="202251"/>
                  <a:pt x="1026817" y="171275"/>
                </a:cubicBezTo>
                <a:cubicBezTo>
                  <a:pt x="940791" y="138553"/>
                  <a:pt x="872474" y="89946"/>
                  <a:pt x="798099" y="34922"/>
                </a:cubicBezTo>
                <a:cubicBezTo>
                  <a:pt x="652045" y="-73149"/>
                  <a:pt x="562632" y="94334"/>
                  <a:pt x="466135" y="202020"/>
                </a:cubicBezTo>
                <a:cubicBezTo>
                  <a:pt x="404978" y="270287"/>
                  <a:pt x="280225" y="341171"/>
                  <a:pt x="0" y="349127"/>
                </a:cubicBezTo>
                <a:cubicBezTo>
                  <a:pt x="186680" y="597939"/>
                  <a:pt x="471653" y="715968"/>
                  <a:pt x="770049" y="708269"/>
                </a:cubicBezTo>
                <a:cubicBezTo>
                  <a:pt x="1022428" y="701750"/>
                  <a:pt x="1214139" y="601455"/>
                  <a:pt x="1325854" y="524951"/>
                </a:cubicBezTo>
                <a:lnTo>
                  <a:pt x="1325854" y="236025"/>
                </a:lnTo>
                <a:close/>
              </a:path>
            </a:pathLst>
          </a:custGeom>
          <a:gradFill>
            <a:gsLst>
              <a:gs pos="57000">
                <a:schemeClr val="bg1">
                  <a:alpha val="0"/>
                </a:schemeClr>
              </a:gs>
              <a:gs pos="100000">
                <a:schemeClr val="accent1">
                  <a:alpha val="40000"/>
                </a:schemeClr>
              </a:gs>
            </a:gsLst>
            <a:lin ang="16433362" scaled="1"/>
          </a:gradFill>
          <a:ln w="3923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pPr lvl="0" algn="l">
              <a:buClrTx/>
              <a:buSzTx/>
              <a:buFontTx/>
            </a:pPr>
            <a:endParaRPr lang="zh-CN" altLang="en-US">
              <a:cs typeface="黑体" panose="02010609060101010101" pitchFamily="49" charset="-122"/>
              <a:sym typeface="+mn-ea"/>
            </a:endParaRPr>
          </a:p>
        </p:txBody>
      </p:sp>
      <p:sp>
        <p:nvSpPr>
          <p:cNvPr id="4" name="署名占位符 10"/>
          <p:cNvSpPr>
            <a:spLocks noGrp="1"/>
          </p:cNvSpPr>
          <p:nvPr>
            <p:ph type="body" sz="quarter" idx="17" hasCustomPrompt="1"/>
            <p:custDataLst>
              <p:tags r:id="rId36"/>
            </p:custDataLst>
          </p:nvPr>
        </p:nvSpPr>
        <p:spPr>
          <a:xfrm>
            <a:off x="4656000" y="4271010"/>
            <a:ext cx="2880000" cy="540000"/>
          </a:xfrm>
          <a:prstGeom prst="roundRect">
            <a:avLst>
              <a:gd name="adj" fmla="val 50000"/>
            </a:avLst>
          </a:prstGeom>
          <a:solidFill>
            <a:schemeClr val="accent1">
              <a:lumMod val="50000"/>
            </a:schemeClr>
          </a:solidFill>
        </p:spPr>
        <p:txBody>
          <a:bodyPr wrap="square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6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dirty="0"/>
              <a:t>署名</a:t>
            </a:r>
            <a:endParaRPr lang="zh-CN" altLang="en-US" dirty="0"/>
          </a:p>
        </p:txBody>
      </p:sp>
      <p:sp>
        <p:nvSpPr>
          <p:cNvPr id="5" name="标题 4"/>
          <p:cNvSpPr>
            <a:spLocks noGrp="1"/>
          </p:cNvSpPr>
          <p:nvPr>
            <p:ph type="ctrTitle"/>
            <p:custDataLst>
              <p:tags r:id="rId37"/>
            </p:custDataLst>
          </p:nvPr>
        </p:nvSpPr>
        <p:spPr>
          <a:xfrm>
            <a:off x="1318260" y="2687955"/>
            <a:ext cx="9491980" cy="1061720"/>
          </a:xfrm>
        </p:spPr>
        <p:txBody>
          <a:bodyPr wrap="square" anchor="ctr">
            <a:normAutofit/>
          </a:bodyPr>
          <a:lstStyle>
            <a:lvl1pPr algn="ctr">
              <a:lnSpc>
                <a:spcPct val="100000"/>
              </a:lnSpc>
              <a:defRPr sz="6000" b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6" name="副标题 5"/>
          <p:cNvSpPr>
            <a:spLocks noGrp="1"/>
          </p:cNvSpPr>
          <p:nvPr>
            <p:ph type="subTitle" idx="1" hasCustomPrompt="1"/>
            <p:custDataLst>
              <p:tags r:id="rId38"/>
            </p:custDataLst>
          </p:nvPr>
        </p:nvSpPr>
        <p:spPr>
          <a:xfrm>
            <a:off x="1317625" y="2071370"/>
            <a:ext cx="9554210" cy="496570"/>
          </a:xfrm>
        </p:spPr>
        <p:txBody>
          <a:bodyPr wrap="square"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24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95960" y="360000"/>
            <a:ext cx="10800000" cy="720000"/>
          </a:xfrm>
        </p:spPr>
        <p:txBody>
          <a:bodyPr wrap="square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95960" y="1301749"/>
            <a:ext cx="10800000" cy="4873625"/>
          </a:xfrm>
        </p:spPr>
        <p:txBody>
          <a:bodyPr wrap="square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任意多边形: 形状 23"/>
          <p:cNvSpPr/>
          <p:nvPr userDrawn="1">
            <p:custDataLst>
              <p:tags r:id="rId2"/>
            </p:custDataLst>
          </p:nvPr>
        </p:nvSpPr>
        <p:spPr>
          <a:xfrm flipH="1">
            <a:off x="0" y="3152140"/>
            <a:ext cx="1232535" cy="658495"/>
          </a:xfrm>
          <a:custGeom>
            <a:avLst/>
            <a:gdLst>
              <a:gd name="connsiteX0" fmla="*/ 1325854 w 1325854"/>
              <a:gd name="connsiteY0" fmla="*/ 236025 h 708621"/>
              <a:gd name="connsiteX1" fmla="*/ 1279582 w 1325854"/>
              <a:gd name="connsiteY1" fmla="*/ 232124 h 708621"/>
              <a:gd name="connsiteX2" fmla="*/ 1026817 w 1325854"/>
              <a:gd name="connsiteY2" fmla="*/ 171275 h 708621"/>
              <a:gd name="connsiteX3" fmla="*/ 798099 w 1325854"/>
              <a:gd name="connsiteY3" fmla="*/ 34922 h 708621"/>
              <a:gd name="connsiteX4" fmla="*/ 466135 w 1325854"/>
              <a:gd name="connsiteY4" fmla="*/ 202020 h 708621"/>
              <a:gd name="connsiteX5" fmla="*/ 0 w 1325854"/>
              <a:gd name="connsiteY5" fmla="*/ 349127 h 708621"/>
              <a:gd name="connsiteX6" fmla="*/ 770049 w 1325854"/>
              <a:gd name="connsiteY6" fmla="*/ 708269 h 708621"/>
              <a:gd name="connsiteX7" fmla="*/ 1325854 w 1325854"/>
              <a:gd name="connsiteY7" fmla="*/ 524951 h 708621"/>
              <a:gd name="connsiteX8" fmla="*/ 1325854 w 1325854"/>
              <a:gd name="connsiteY8" fmla="*/ 236025 h 7086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325854" h="708621">
                <a:moveTo>
                  <a:pt x="1325854" y="236025"/>
                </a:moveTo>
                <a:cubicBezTo>
                  <a:pt x="1310379" y="235101"/>
                  <a:pt x="1294929" y="233793"/>
                  <a:pt x="1279582" y="232124"/>
                </a:cubicBezTo>
                <a:cubicBezTo>
                  <a:pt x="1193556" y="222731"/>
                  <a:pt x="1108300" y="202251"/>
                  <a:pt x="1026817" y="171275"/>
                </a:cubicBezTo>
                <a:cubicBezTo>
                  <a:pt x="940791" y="138553"/>
                  <a:pt x="872474" y="89946"/>
                  <a:pt x="798099" y="34922"/>
                </a:cubicBezTo>
                <a:cubicBezTo>
                  <a:pt x="652045" y="-73149"/>
                  <a:pt x="562632" y="94334"/>
                  <a:pt x="466135" y="202020"/>
                </a:cubicBezTo>
                <a:cubicBezTo>
                  <a:pt x="404978" y="270287"/>
                  <a:pt x="280225" y="341171"/>
                  <a:pt x="0" y="349127"/>
                </a:cubicBezTo>
                <a:cubicBezTo>
                  <a:pt x="186680" y="597939"/>
                  <a:pt x="471653" y="715968"/>
                  <a:pt x="770049" y="708269"/>
                </a:cubicBezTo>
                <a:cubicBezTo>
                  <a:pt x="1022428" y="701750"/>
                  <a:pt x="1214139" y="601455"/>
                  <a:pt x="1325854" y="524951"/>
                </a:cubicBezTo>
                <a:lnTo>
                  <a:pt x="1325854" y="236025"/>
                </a:lnTo>
                <a:close/>
              </a:path>
            </a:pathLst>
          </a:custGeom>
          <a:gradFill>
            <a:gsLst>
              <a:gs pos="541">
                <a:schemeClr val="accent1">
                  <a:lumMod val="20000"/>
                  <a:lumOff val="80000"/>
                  <a:alpha val="0"/>
                </a:schemeClr>
              </a:gs>
              <a:gs pos="100000">
                <a:schemeClr val="accent1">
                  <a:alpha val="25000"/>
                </a:schemeClr>
              </a:gs>
            </a:gsLst>
            <a:lin ang="16200000" scaled="1"/>
          </a:gradFill>
          <a:ln w="392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lvl="0" algn="l">
              <a:buClrTx/>
              <a:buSzTx/>
              <a:buFontTx/>
            </a:pPr>
            <a:endParaRPr lang="zh-CN" altLang="en-US">
              <a:cs typeface="黑体" panose="02010609060101010101" pitchFamily="49" charset="-122"/>
              <a:sym typeface="+mn-ea"/>
            </a:endParaRPr>
          </a:p>
        </p:txBody>
      </p:sp>
      <p:sp>
        <p:nvSpPr>
          <p:cNvPr id="55" name="任意多边形: 形状 24"/>
          <p:cNvSpPr/>
          <p:nvPr userDrawn="1">
            <p:custDataLst>
              <p:tags r:id="rId3"/>
            </p:custDataLst>
          </p:nvPr>
        </p:nvSpPr>
        <p:spPr>
          <a:xfrm flipH="1">
            <a:off x="930275" y="3225800"/>
            <a:ext cx="1264920" cy="543560"/>
          </a:xfrm>
          <a:custGeom>
            <a:avLst/>
            <a:gdLst>
              <a:gd name="connsiteX0" fmla="*/ 0 w 1118206"/>
              <a:gd name="connsiteY0" fmla="*/ 406725 h 480683"/>
              <a:gd name="connsiteX1" fmla="*/ 194379 w 1118206"/>
              <a:gd name="connsiteY1" fmla="*/ 472117 h 480683"/>
              <a:gd name="connsiteX2" fmla="*/ 669959 w 1118206"/>
              <a:gd name="connsiteY2" fmla="*/ 424074 h 480683"/>
              <a:gd name="connsiteX3" fmla="*/ 1079839 w 1118206"/>
              <a:gd name="connsiteY3" fmla="*/ 424074 h 480683"/>
              <a:gd name="connsiteX4" fmla="*/ 1118207 w 1118206"/>
              <a:gd name="connsiteY4" fmla="*/ 333865 h 480683"/>
              <a:gd name="connsiteX5" fmla="*/ 871370 w 1118206"/>
              <a:gd name="connsiteY5" fmla="*/ 198744 h 480683"/>
              <a:gd name="connsiteX6" fmla="*/ 528807 w 1118206"/>
              <a:gd name="connsiteY6" fmla="*/ 12192 h 480683"/>
              <a:gd name="connsiteX7" fmla="*/ 237443 w 1118206"/>
              <a:gd name="connsiteY7" fmla="*/ 301246 h 480683"/>
              <a:gd name="connsiteX8" fmla="*/ 0 w 1118206"/>
              <a:gd name="connsiteY8" fmla="*/ 406725 h 4806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18206" h="480683">
                <a:moveTo>
                  <a:pt x="0" y="406725"/>
                </a:moveTo>
                <a:cubicBezTo>
                  <a:pt x="41627" y="427898"/>
                  <a:pt x="108507" y="457001"/>
                  <a:pt x="194379" y="472117"/>
                </a:cubicBezTo>
                <a:cubicBezTo>
                  <a:pt x="392223" y="506943"/>
                  <a:pt x="445938" y="424356"/>
                  <a:pt x="669959" y="424074"/>
                </a:cubicBezTo>
                <a:cubicBezTo>
                  <a:pt x="886794" y="423791"/>
                  <a:pt x="1036544" y="525883"/>
                  <a:pt x="1079839" y="424074"/>
                </a:cubicBezTo>
                <a:cubicBezTo>
                  <a:pt x="1092645" y="393995"/>
                  <a:pt x="1105426" y="363892"/>
                  <a:pt x="1118207" y="333865"/>
                </a:cubicBezTo>
                <a:cubicBezTo>
                  <a:pt x="1100267" y="373464"/>
                  <a:pt x="890567" y="212756"/>
                  <a:pt x="871370" y="198744"/>
                </a:cubicBezTo>
                <a:cubicBezTo>
                  <a:pt x="791298" y="140384"/>
                  <a:pt x="642114" y="-49556"/>
                  <a:pt x="528807" y="12192"/>
                </a:cubicBezTo>
                <a:cubicBezTo>
                  <a:pt x="411266" y="76275"/>
                  <a:pt x="332606" y="209035"/>
                  <a:pt x="237443" y="301246"/>
                </a:cubicBezTo>
                <a:cubicBezTo>
                  <a:pt x="172436" y="364251"/>
                  <a:pt x="88259" y="415322"/>
                  <a:pt x="0" y="406725"/>
                </a:cubicBezTo>
                <a:close/>
              </a:path>
            </a:pathLst>
          </a:custGeom>
          <a:gradFill>
            <a:gsLst>
              <a:gs pos="541">
                <a:schemeClr val="accent1">
                  <a:lumMod val="20000"/>
                  <a:lumOff val="80000"/>
                  <a:alpha val="0"/>
                </a:schemeClr>
              </a:gs>
              <a:gs pos="100000">
                <a:schemeClr val="accent1"/>
              </a:gs>
            </a:gsLst>
            <a:lin ang="16200000" scaled="1"/>
          </a:gradFill>
          <a:ln w="3923" cap="flat">
            <a:gradFill>
              <a:gsLst>
                <a:gs pos="0">
                  <a:srgbClr val="FFEBC9"/>
                </a:gs>
                <a:gs pos="100000">
                  <a:srgbClr val="FFEBC9">
                    <a:alpha val="0"/>
                  </a:srgbClr>
                </a:gs>
              </a:gsLst>
              <a:lin ang="5400000" scaled="1"/>
            </a:gradFill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lvl="0" algn="l">
              <a:buClrTx/>
              <a:buSzTx/>
              <a:buFontTx/>
            </a:pPr>
            <a:endParaRPr lang="zh-CN" altLang="en-US">
              <a:cs typeface="黑体" panose="02010609060101010101" pitchFamily="49" charset="-122"/>
              <a:sym typeface="+mn-ea"/>
            </a:endParaRPr>
          </a:p>
        </p:txBody>
      </p:sp>
      <p:sp>
        <p:nvSpPr>
          <p:cNvPr id="56" name="任意多边形: 形状 34"/>
          <p:cNvSpPr/>
          <p:nvPr userDrawn="1">
            <p:custDataLst>
              <p:tags r:id="rId4"/>
            </p:custDataLst>
          </p:nvPr>
        </p:nvSpPr>
        <p:spPr>
          <a:xfrm flipH="1">
            <a:off x="0" y="3555365"/>
            <a:ext cx="2792730" cy="474980"/>
          </a:xfrm>
          <a:custGeom>
            <a:avLst/>
            <a:gdLst>
              <a:gd name="connsiteX0" fmla="*/ 2413302 w 2792988"/>
              <a:gd name="connsiteY0" fmla="*/ 7 h 475134"/>
              <a:gd name="connsiteX1" fmla="*/ 2381912 w 2792988"/>
              <a:gd name="connsiteY1" fmla="*/ 4231 h 475134"/>
              <a:gd name="connsiteX2" fmla="*/ 2204521 w 2792988"/>
              <a:gd name="connsiteY2" fmla="*/ 121019 h 475134"/>
              <a:gd name="connsiteX3" fmla="*/ 2014933 w 2792988"/>
              <a:gd name="connsiteY3" fmla="*/ 150464 h 475134"/>
              <a:gd name="connsiteX4" fmla="*/ 1668223 w 2792988"/>
              <a:gd name="connsiteY4" fmla="*/ 63061 h 475134"/>
              <a:gd name="connsiteX5" fmla="*/ 1664884 w 2792988"/>
              <a:gd name="connsiteY5" fmla="*/ 64657 h 475134"/>
              <a:gd name="connsiteX6" fmla="*/ 1639796 w 2792988"/>
              <a:gd name="connsiteY6" fmla="*/ 88730 h 475134"/>
              <a:gd name="connsiteX7" fmla="*/ 1497249 w 2792988"/>
              <a:gd name="connsiteY7" fmla="*/ 184003 h 475134"/>
              <a:gd name="connsiteX8" fmla="*/ 1279031 w 2792988"/>
              <a:gd name="connsiteY8" fmla="*/ 86843 h 475134"/>
              <a:gd name="connsiteX9" fmla="*/ 1130270 w 2792988"/>
              <a:gd name="connsiteY9" fmla="*/ 187284 h 475134"/>
              <a:gd name="connsiteX10" fmla="*/ 824214 w 2792988"/>
              <a:gd name="connsiteY10" fmla="*/ 255087 h 475134"/>
              <a:gd name="connsiteX11" fmla="*/ 653384 w 2792988"/>
              <a:gd name="connsiteY11" fmla="*/ 115734 h 475134"/>
              <a:gd name="connsiteX12" fmla="*/ 147780 w 2792988"/>
              <a:gd name="connsiteY12" fmla="*/ 234180 h 475134"/>
              <a:gd name="connsiteX13" fmla="*/ 1169 w 2792988"/>
              <a:gd name="connsiteY13" fmla="*/ 436107 h 475134"/>
              <a:gd name="connsiteX14" fmla="*/ 20421 w 2792988"/>
              <a:gd name="connsiteY14" fmla="*/ 465406 h 475134"/>
              <a:gd name="connsiteX15" fmla="*/ 64587 w 2792988"/>
              <a:gd name="connsiteY15" fmla="*/ 475134 h 475134"/>
              <a:gd name="connsiteX16" fmla="*/ 2792988 w 2792988"/>
              <a:gd name="connsiteY16" fmla="*/ 475026 h 475134"/>
              <a:gd name="connsiteX17" fmla="*/ 2792988 w 2792988"/>
              <a:gd name="connsiteY17" fmla="*/ 51582 h 475134"/>
              <a:gd name="connsiteX18" fmla="*/ 2788233 w 2792988"/>
              <a:gd name="connsiteY18" fmla="*/ 53253 h 475134"/>
              <a:gd name="connsiteX19" fmla="*/ 2628354 w 2792988"/>
              <a:gd name="connsiteY19" fmla="*/ 73920 h 475134"/>
              <a:gd name="connsiteX20" fmla="*/ 2413302 w 2792988"/>
              <a:gd name="connsiteY20" fmla="*/ 7 h 4751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2792988" h="475134">
                <a:moveTo>
                  <a:pt x="2413302" y="7"/>
                </a:moveTo>
                <a:cubicBezTo>
                  <a:pt x="2403583" y="115"/>
                  <a:pt x="2393222" y="1425"/>
                  <a:pt x="2381912" y="4231"/>
                </a:cubicBezTo>
                <a:cubicBezTo>
                  <a:pt x="2307807" y="22611"/>
                  <a:pt x="2302930" y="77957"/>
                  <a:pt x="2204521" y="121019"/>
                </a:cubicBezTo>
                <a:cubicBezTo>
                  <a:pt x="2187446" y="128482"/>
                  <a:pt x="2106112" y="180518"/>
                  <a:pt x="2014933" y="150464"/>
                </a:cubicBezTo>
                <a:cubicBezTo>
                  <a:pt x="1904387" y="114021"/>
                  <a:pt x="1789863" y="6350"/>
                  <a:pt x="1668223" y="63061"/>
                </a:cubicBezTo>
                <a:cubicBezTo>
                  <a:pt x="1667120" y="63583"/>
                  <a:pt x="1666016" y="64106"/>
                  <a:pt x="1664884" y="64657"/>
                </a:cubicBezTo>
                <a:cubicBezTo>
                  <a:pt x="1655883" y="72294"/>
                  <a:pt x="1647461" y="80454"/>
                  <a:pt x="1639796" y="88730"/>
                </a:cubicBezTo>
                <a:cubicBezTo>
                  <a:pt x="1599520" y="132199"/>
                  <a:pt x="1555877" y="184786"/>
                  <a:pt x="1497249" y="184003"/>
                </a:cubicBezTo>
                <a:cubicBezTo>
                  <a:pt x="1416176" y="182928"/>
                  <a:pt x="1359698" y="78393"/>
                  <a:pt x="1279031" y="86843"/>
                </a:cubicBezTo>
                <a:cubicBezTo>
                  <a:pt x="1223395" y="92679"/>
                  <a:pt x="1220317" y="131502"/>
                  <a:pt x="1130270" y="187284"/>
                </a:cubicBezTo>
                <a:cubicBezTo>
                  <a:pt x="1106199" y="202209"/>
                  <a:pt x="956393" y="295013"/>
                  <a:pt x="824214" y="255087"/>
                </a:cubicBezTo>
                <a:cubicBezTo>
                  <a:pt x="732687" y="227443"/>
                  <a:pt x="725572" y="159117"/>
                  <a:pt x="653384" y="115734"/>
                </a:cubicBezTo>
                <a:cubicBezTo>
                  <a:pt x="573589" y="67736"/>
                  <a:pt x="429562" y="59460"/>
                  <a:pt x="147780" y="234180"/>
                </a:cubicBezTo>
                <a:cubicBezTo>
                  <a:pt x="51607" y="322309"/>
                  <a:pt x="-9315" y="402976"/>
                  <a:pt x="1169" y="436107"/>
                </a:cubicBezTo>
                <a:cubicBezTo>
                  <a:pt x="7325" y="455534"/>
                  <a:pt x="20421" y="465406"/>
                  <a:pt x="20421" y="465406"/>
                </a:cubicBezTo>
                <a:cubicBezTo>
                  <a:pt x="32733" y="474756"/>
                  <a:pt x="49256" y="475134"/>
                  <a:pt x="64587" y="475134"/>
                </a:cubicBezTo>
                <a:lnTo>
                  <a:pt x="2792988" y="475026"/>
                </a:lnTo>
                <a:lnTo>
                  <a:pt x="2792988" y="51582"/>
                </a:lnTo>
                <a:lnTo>
                  <a:pt x="2788233" y="53253"/>
                </a:lnTo>
                <a:cubicBezTo>
                  <a:pt x="2743831" y="70008"/>
                  <a:pt x="2698307" y="84360"/>
                  <a:pt x="2628354" y="73920"/>
                </a:cubicBezTo>
                <a:cubicBezTo>
                  <a:pt x="2517906" y="57431"/>
                  <a:pt x="2481335" y="-745"/>
                  <a:pt x="2413302" y="7"/>
                </a:cubicBezTo>
                <a:close/>
              </a:path>
            </a:pathLst>
          </a:custGeom>
          <a:gradFill>
            <a:gsLst>
              <a:gs pos="541">
                <a:schemeClr val="accent1">
                  <a:lumMod val="20000"/>
                  <a:lumOff val="80000"/>
                  <a:alpha val="0"/>
                </a:schemeClr>
              </a:gs>
              <a:gs pos="100000">
                <a:schemeClr val="accent1">
                  <a:alpha val="25000"/>
                </a:schemeClr>
              </a:gs>
            </a:gsLst>
            <a:lin ang="16200000" scaled="1"/>
          </a:gradFill>
          <a:ln w="392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zh-CN" altLang="en-US">
              <a:cs typeface="黑体" panose="02010609060101010101" pitchFamily="49" charset="-122"/>
            </a:endParaRPr>
          </a:p>
        </p:txBody>
      </p:sp>
      <p:sp>
        <p:nvSpPr>
          <p:cNvPr id="77" name="任意多边形: 形状 76"/>
          <p:cNvSpPr/>
          <p:nvPr userDrawn="1">
            <p:custDataLst>
              <p:tags r:id="rId5"/>
            </p:custDataLst>
          </p:nvPr>
        </p:nvSpPr>
        <p:spPr>
          <a:xfrm>
            <a:off x="11041380" y="2964815"/>
            <a:ext cx="1150620" cy="1009650"/>
          </a:xfrm>
          <a:custGeom>
            <a:avLst/>
            <a:gdLst>
              <a:gd name="connsiteX0" fmla="*/ 994468 w 1150463"/>
              <a:gd name="connsiteY0" fmla="*/ 421 h 1009338"/>
              <a:gd name="connsiteX1" fmla="*/ 1136785 w 1150463"/>
              <a:gd name="connsiteY1" fmla="*/ 49742 h 1009338"/>
              <a:gd name="connsiteX2" fmla="*/ 1150463 w 1150463"/>
              <a:gd name="connsiteY2" fmla="*/ 59260 h 1009338"/>
              <a:gd name="connsiteX3" fmla="*/ 1150463 w 1150463"/>
              <a:gd name="connsiteY3" fmla="*/ 1004971 h 1009338"/>
              <a:gd name="connsiteX4" fmla="*/ 1096832 w 1150463"/>
              <a:gd name="connsiteY4" fmla="*/ 1008835 h 1009338"/>
              <a:gd name="connsiteX5" fmla="*/ 0 w 1150463"/>
              <a:gd name="connsiteY5" fmla="*/ 497285 h 1009338"/>
              <a:gd name="connsiteX6" fmla="*/ 663947 w 1150463"/>
              <a:gd name="connsiteY6" fmla="*/ 287751 h 1009338"/>
              <a:gd name="connsiteX7" fmla="*/ 994468 w 1150463"/>
              <a:gd name="connsiteY7" fmla="*/ 421 h 10093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150463" h="1009338">
                <a:moveTo>
                  <a:pt x="994468" y="421"/>
                </a:moveTo>
                <a:cubicBezTo>
                  <a:pt x="1037810" y="-2694"/>
                  <a:pt x="1084777" y="11259"/>
                  <a:pt x="1136785" y="49742"/>
                </a:cubicBezTo>
                <a:lnTo>
                  <a:pt x="1150463" y="59260"/>
                </a:lnTo>
                <a:lnTo>
                  <a:pt x="1150463" y="1004971"/>
                </a:lnTo>
                <a:lnTo>
                  <a:pt x="1096832" y="1008835"/>
                </a:lnTo>
                <a:cubicBezTo>
                  <a:pt x="671807" y="1019801"/>
                  <a:pt x="265901" y="851684"/>
                  <a:pt x="0" y="497285"/>
                </a:cubicBezTo>
                <a:cubicBezTo>
                  <a:pt x="399143" y="485953"/>
                  <a:pt x="576837" y="384988"/>
                  <a:pt x="663947" y="287751"/>
                </a:cubicBezTo>
                <a:cubicBezTo>
                  <a:pt x="767032" y="172713"/>
                  <a:pt x="864442" y="9765"/>
                  <a:pt x="994468" y="421"/>
                </a:cubicBezTo>
                <a:close/>
              </a:path>
            </a:pathLst>
          </a:custGeom>
          <a:gradFill>
            <a:gsLst>
              <a:gs pos="541">
                <a:schemeClr val="accent1">
                  <a:lumMod val="20000"/>
                  <a:lumOff val="80000"/>
                  <a:alpha val="0"/>
                </a:schemeClr>
              </a:gs>
              <a:gs pos="100000">
                <a:schemeClr val="accent1">
                  <a:alpha val="11000"/>
                </a:schemeClr>
              </a:gs>
            </a:gsLst>
            <a:lin ang="16200000" scaled="1"/>
          </a:gradFill>
          <a:ln w="392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lvl="0" algn="l">
              <a:buClrTx/>
              <a:buSzTx/>
              <a:buFontTx/>
            </a:pPr>
            <a:endParaRPr lang="zh-CN" altLang="en-US">
              <a:cs typeface="黑体" panose="02010609060101010101" pitchFamily="49" charset="-122"/>
              <a:sym typeface="+mn-ea"/>
            </a:endParaRPr>
          </a:p>
        </p:txBody>
      </p:sp>
      <p:sp>
        <p:nvSpPr>
          <p:cNvPr id="57" name="任意多边形: 形状 29"/>
          <p:cNvSpPr/>
          <p:nvPr userDrawn="1">
            <p:custDataLst>
              <p:tags r:id="rId6"/>
            </p:custDataLst>
          </p:nvPr>
        </p:nvSpPr>
        <p:spPr>
          <a:xfrm>
            <a:off x="9709785" y="3077845"/>
            <a:ext cx="1939290" cy="833755"/>
          </a:xfrm>
          <a:custGeom>
            <a:avLst/>
            <a:gdLst>
              <a:gd name="connsiteX0" fmla="*/ 0 w 1118206"/>
              <a:gd name="connsiteY0" fmla="*/ 406725 h 480683"/>
              <a:gd name="connsiteX1" fmla="*/ 194379 w 1118206"/>
              <a:gd name="connsiteY1" fmla="*/ 472117 h 480683"/>
              <a:gd name="connsiteX2" fmla="*/ 669959 w 1118206"/>
              <a:gd name="connsiteY2" fmla="*/ 424074 h 480683"/>
              <a:gd name="connsiteX3" fmla="*/ 1079839 w 1118206"/>
              <a:gd name="connsiteY3" fmla="*/ 424074 h 480683"/>
              <a:gd name="connsiteX4" fmla="*/ 1118207 w 1118206"/>
              <a:gd name="connsiteY4" fmla="*/ 333865 h 480683"/>
              <a:gd name="connsiteX5" fmla="*/ 871370 w 1118206"/>
              <a:gd name="connsiteY5" fmla="*/ 198744 h 480683"/>
              <a:gd name="connsiteX6" fmla="*/ 528807 w 1118206"/>
              <a:gd name="connsiteY6" fmla="*/ 12192 h 480683"/>
              <a:gd name="connsiteX7" fmla="*/ 237443 w 1118206"/>
              <a:gd name="connsiteY7" fmla="*/ 301246 h 480683"/>
              <a:gd name="connsiteX8" fmla="*/ 0 w 1118206"/>
              <a:gd name="connsiteY8" fmla="*/ 406725 h 4806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18206" h="480683">
                <a:moveTo>
                  <a:pt x="0" y="406725"/>
                </a:moveTo>
                <a:cubicBezTo>
                  <a:pt x="41627" y="427898"/>
                  <a:pt x="108507" y="457001"/>
                  <a:pt x="194379" y="472117"/>
                </a:cubicBezTo>
                <a:cubicBezTo>
                  <a:pt x="392223" y="506943"/>
                  <a:pt x="445938" y="424356"/>
                  <a:pt x="669959" y="424074"/>
                </a:cubicBezTo>
                <a:cubicBezTo>
                  <a:pt x="886794" y="423791"/>
                  <a:pt x="1036544" y="525883"/>
                  <a:pt x="1079839" y="424074"/>
                </a:cubicBezTo>
                <a:cubicBezTo>
                  <a:pt x="1092645" y="393995"/>
                  <a:pt x="1105426" y="363892"/>
                  <a:pt x="1118207" y="333865"/>
                </a:cubicBezTo>
                <a:cubicBezTo>
                  <a:pt x="1100267" y="373464"/>
                  <a:pt x="890567" y="212756"/>
                  <a:pt x="871370" y="198744"/>
                </a:cubicBezTo>
                <a:cubicBezTo>
                  <a:pt x="791298" y="140384"/>
                  <a:pt x="642114" y="-49556"/>
                  <a:pt x="528807" y="12192"/>
                </a:cubicBezTo>
                <a:cubicBezTo>
                  <a:pt x="411266" y="76275"/>
                  <a:pt x="332606" y="209035"/>
                  <a:pt x="237443" y="301246"/>
                </a:cubicBezTo>
                <a:cubicBezTo>
                  <a:pt x="172436" y="364251"/>
                  <a:pt x="88259" y="415322"/>
                  <a:pt x="0" y="406725"/>
                </a:cubicBezTo>
                <a:close/>
              </a:path>
            </a:pathLst>
          </a:custGeom>
          <a:gradFill>
            <a:gsLst>
              <a:gs pos="541">
                <a:schemeClr val="accent1">
                  <a:lumMod val="20000"/>
                  <a:lumOff val="80000"/>
                  <a:alpha val="0"/>
                </a:schemeClr>
              </a:gs>
              <a:gs pos="100000">
                <a:schemeClr val="accent1">
                  <a:alpha val="11000"/>
                </a:schemeClr>
              </a:gs>
            </a:gsLst>
            <a:lin ang="16200000" scaled="1"/>
          </a:gradFill>
          <a:ln w="392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lvl="0" algn="l">
              <a:buClrTx/>
              <a:buSzTx/>
              <a:buFontTx/>
            </a:pPr>
            <a:endParaRPr lang="zh-CN" altLang="en-US">
              <a:cs typeface="黑体" panose="02010609060101010101" pitchFamily="49" charset="-122"/>
              <a:sym typeface="+mn-ea"/>
            </a:endParaRPr>
          </a:p>
        </p:txBody>
      </p:sp>
      <p:sp>
        <p:nvSpPr>
          <p:cNvPr id="58" name="任意多边形: 形状 74"/>
          <p:cNvSpPr/>
          <p:nvPr userDrawn="1">
            <p:custDataLst>
              <p:tags r:id="rId7"/>
            </p:custDataLst>
          </p:nvPr>
        </p:nvSpPr>
        <p:spPr>
          <a:xfrm>
            <a:off x="8815070" y="3596640"/>
            <a:ext cx="3376930" cy="656590"/>
          </a:xfrm>
          <a:custGeom>
            <a:avLst/>
            <a:gdLst>
              <a:gd name="connsiteX0" fmla="*/ 2694466 w 3377172"/>
              <a:gd name="connsiteY0" fmla="*/ 1217 h 656328"/>
              <a:gd name="connsiteX1" fmla="*/ 3087970 w 3377172"/>
              <a:gd name="connsiteY1" fmla="*/ 158757 h 656328"/>
              <a:gd name="connsiteX2" fmla="*/ 3341733 w 3377172"/>
              <a:gd name="connsiteY2" fmla="*/ 131984 h 656328"/>
              <a:gd name="connsiteX3" fmla="*/ 3377172 w 3377172"/>
              <a:gd name="connsiteY3" fmla="*/ 114304 h 656328"/>
              <a:gd name="connsiteX4" fmla="*/ 3377172 w 3377172"/>
              <a:gd name="connsiteY4" fmla="*/ 656198 h 656328"/>
              <a:gd name="connsiteX5" fmla="*/ 98982 w 3377172"/>
              <a:gd name="connsiteY5" fmla="*/ 656328 h 656328"/>
              <a:gd name="connsiteX6" fmla="*/ 31295 w 3377172"/>
              <a:gd name="connsiteY6" fmla="*/ 641419 h 656328"/>
              <a:gd name="connsiteX7" fmla="*/ 1791 w 3377172"/>
              <a:gd name="connsiteY7" fmla="*/ 596517 h 656328"/>
              <a:gd name="connsiteX8" fmla="*/ 226480 w 3377172"/>
              <a:gd name="connsiteY8" fmla="*/ 287054 h 656328"/>
              <a:gd name="connsiteX9" fmla="*/ 1001339 w 3377172"/>
              <a:gd name="connsiteY9" fmla="*/ 105532 h 656328"/>
              <a:gd name="connsiteX10" fmla="*/ 1263142 w 3377172"/>
              <a:gd name="connsiteY10" fmla="*/ 319095 h 656328"/>
              <a:gd name="connsiteX11" fmla="*/ 1732187 w 3377172"/>
              <a:gd name="connsiteY11" fmla="*/ 215185 h 656328"/>
              <a:gd name="connsiteX12" fmla="*/ 1960168 w 3377172"/>
              <a:gd name="connsiteY12" fmla="*/ 61254 h 656328"/>
              <a:gd name="connsiteX13" fmla="*/ 2294597 w 3377172"/>
              <a:gd name="connsiteY13" fmla="*/ 210157 h 656328"/>
              <a:gd name="connsiteX14" fmla="*/ 2513055 w 3377172"/>
              <a:gd name="connsiteY14" fmla="*/ 64146 h 656328"/>
              <a:gd name="connsiteX15" fmla="*/ 2551505 w 3377172"/>
              <a:gd name="connsiteY15" fmla="*/ 27254 h 656328"/>
              <a:gd name="connsiteX16" fmla="*/ 2556622 w 3377172"/>
              <a:gd name="connsiteY16" fmla="*/ 24807 h 656328"/>
              <a:gd name="connsiteX17" fmla="*/ 2694466 w 3377172"/>
              <a:gd name="connsiteY17" fmla="*/ 1217 h 6563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3377172" h="656328">
                <a:moveTo>
                  <a:pt x="2694466" y="1217"/>
                </a:moveTo>
                <a:cubicBezTo>
                  <a:pt x="2830415" y="13578"/>
                  <a:pt x="2960907" y="116869"/>
                  <a:pt x="3087970" y="158757"/>
                </a:cubicBezTo>
                <a:cubicBezTo>
                  <a:pt x="3192770" y="193301"/>
                  <a:pt x="3289086" y="157079"/>
                  <a:pt x="3341733" y="131984"/>
                </a:cubicBezTo>
                <a:lnTo>
                  <a:pt x="3377172" y="114304"/>
                </a:lnTo>
                <a:lnTo>
                  <a:pt x="3377172" y="656198"/>
                </a:lnTo>
                <a:lnTo>
                  <a:pt x="98982" y="656328"/>
                </a:lnTo>
                <a:cubicBezTo>
                  <a:pt x="75486" y="656328"/>
                  <a:pt x="50165" y="655749"/>
                  <a:pt x="31295" y="641419"/>
                </a:cubicBezTo>
                <a:cubicBezTo>
                  <a:pt x="31295" y="641419"/>
                  <a:pt x="11226" y="626290"/>
                  <a:pt x="1791" y="596517"/>
                </a:cubicBezTo>
                <a:cubicBezTo>
                  <a:pt x="-14274" y="545742"/>
                  <a:pt x="79090" y="422116"/>
                  <a:pt x="226480" y="287054"/>
                </a:cubicBezTo>
                <a:cubicBezTo>
                  <a:pt x="658322" y="19290"/>
                  <a:pt x="879050" y="31972"/>
                  <a:pt x="1001339" y="105532"/>
                </a:cubicBezTo>
                <a:cubicBezTo>
                  <a:pt x="1111970" y="172017"/>
                  <a:pt x="1122873" y="276730"/>
                  <a:pt x="1263142" y="319095"/>
                </a:cubicBezTo>
                <a:cubicBezTo>
                  <a:pt x="1465712" y="380285"/>
                  <a:pt x="1695296" y="238058"/>
                  <a:pt x="1732187" y="215185"/>
                </a:cubicBezTo>
                <a:cubicBezTo>
                  <a:pt x="1870187" y="129697"/>
                  <a:pt x="1874904" y="70198"/>
                  <a:pt x="1960168" y="61254"/>
                </a:cubicBezTo>
                <a:cubicBezTo>
                  <a:pt x="2083794" y="48305"/>
                  <a:pt x="2170348" y="208509"/>
                  <a:pt x="2294597" y="210157"/>
                </a:cubicBezTo>
                <a:cubicBezTo>
                  <a:pt x="2384446" y="211356"/>
                  <a:pt x="2451332" y="130765"/>
                  <a:pt x="2513055" y="64146"/>
                </a:cubicBezTo>
                <a:cubicBezTo>
                  <a:pt x="2524803" y="51464"/>
                  <a:pt x="2537710" y="38958"/>
                  <a:pt x="2551505" y="27254"/>
                </a:cubicBezTo>
                <a:cubicBezTo>
                  <a:pt x="2553239" y="26409"/>
                  <a:pt x="2554932" y="25608"/>
                  <a:pt x="2556622" y="24807"/>
                </a:cubicBezTo>
                <a:cubicBezTo>
                  <a:pt x="2603226" y="3079"/>
                  <a:pt x="2649149" y="-2904"/>
                  <a:pt x="2694466" y="1217"/>
                </a:cubicBezTo>
                <a:close/>
              </a:path>
            </a:pathLst>
          </a:custGeom>
          <a:gradFill>
            <a:gsLst>
              <a:gs pos="541">
                <a:schemeClr val="accent1">
                  <a:lumMod val="20000"/>
                  <a:lumOff val="80000"/>
                  <a:alpha val="0"/>
                </a:schemeClr>
              </a:gs>
              <a:gs pos="100000">
                <a:schemeClr val="accent1">
                  <a:alpha val="11000"/>
                </a:schemeClr>
              </a:gs>
            </a:gsLst>
            <a:lin ang="16200000" scaled="1"/>
          </a:gradFill>
          <a:ln w="392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lvl="0" algn="l">
              <a:buClrTx/>
              <a:buSzTx/>
              <a:buFontTx/>
            </a:pPr>
            <a:endParaRPr lang="zh-CN" altLang="en-US">
              <a:cs typeface="黑体" panose="02010609060101010101" pitchFamily="49" charset="-122"/>
              <a:sym typeface="+mn-ea"/>
            </a:endParaRPr>
          </a:p>
        </p:txBody>
      </p:sp>
      <p:sp>
        <p:nvSpPr>
          <p:cNvPr id="59" name="任意多边形: 形状 31"/>
          <p:cNvSpPr/>
          <p:nvPr userDrawn="1">
            <p:custDataLst>
              <p:tags r:id="rId8"/>
            </p:custDataLst>
          </p:nvPr>
        </p:nvSpPr>
        <p:spPr>
          <a:xfrm>
            <a:off x="9392285" y="3456305"/>
            <a:ext cx="1301115" cy="559435"/>
          </a:xfrm>
          <a:custGeom>
            <a:avLst/>
            <a:gdLst>
              <a:gd name="connsiteX0" fmla="*/ 0 w 1118206"/>
              <a:gd name="connsiteY0" fmla="*/ 406725 h 480683"/>
              <a:gd name="connsiteX1" fmla="*/ 194379 w 1118206"/>
              <a:gd name="connsiteY1" fmla="*/ 472117 h 480683"/>
              <a:gd name="connsiteX2" fmla="*/ 669959 w 1118206"/>
              <a:gd name="connsiteY2" fmla="*/ 424074 h 480683"/>
              <a:gd name="connsiteX3" fmla="*/ 1079839 w 1118206"/>
              <a:gd name="connsiteY3" fmla="*/ 424074 h 480683"/>
              <a:gd name="connsiteX4" fmla="*/ 1118207 w 1118206"/>
              <a:gd name="connsiteY4" fmla="*/ 333865 h 480683"/>
              <a:gd name="connsiteX5" fmla="*/ 871370 w 1118206"/>
              <a:gd name="connsiteY5" fmla="*/ 198744 h 480683"/>
              <a:gd name="connsiteX6" fmla="*/ 528807 w 1118206"/>
              <a:gd name="connsiteY6" fmla="*/ 12192 h 480683"/>
              <a:gd name="connsiteX7" fmla="*/ 237443 w 1118206"/>
              <a:gd name="connsiteY7" fmla="*/ 301246 h 480683"/>
              <a:gd name="connsiteX8" fmla="*/ 0 w 1118206"/>
              <a:gd name="connsiteY8" fmla="*/ 406725 h 4806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18206" h="480683">
                <a:moveTo>
                  <a:pt x="0" y="406725"/>
                </a:moveTo>
                <a:cubicBezTo>
                  <a:pt x="41627" y="427898"/>
                  <a:pt x="108507" y="457001"/>
                  <a:pt x="194379" y="472117"/>
                </a:cubicBezTo>
                <a:cubicBezTo>
                  <a:pt x="392223" y="506943"/>
                  <a:pt x="445938" y="424356"/>
                  <a:pt x="669959" y="424074"/>
                </a:cubicBezTo>
                <a:cubicBezTo>
                  <a:pt x="886794" y="423791"/>
                  <a:pt x="1036544" y="525883"/>
                  <a:pt x="1079839" y="424074"/>
                </a:cubicBezTo>
                <a:cubicBezTo>
                  <a:pt x="1092645" y="393995"/>
                  <a:pt x="1105426" y="363892"/>
                  <a:pt x="1118207" y="333865"/>
                </a:cubicBezTo>
                <a:cubicBezTo>
                  <a:pt x="1100267" y="373464"/>
                  <a:pt x="890567" y="212756"/>
                  <a:pt x="871370" y="198744"/>
                </a:cubicBezTo>
                <a:cubicBezTo>
                  <a:pt x="791298" y="140384"/>
                  <a:pt x="642114" y="-49556"/>
                  <a:pt x="528807" y="12192"/>
                </a:cubicBezTo>
                <a:cubicBezTo>
                  <a:pt x="411266" y="76275"/>
                  <a:pt x="332606" y="209035"/>
                  <a:pt x="237443" y="301246"/>
                </a:cubicBezTo>
                <a:cubicBezTo>
                  <a:pt x="172436" y="364251"/>
                  <a:pt x="88259" y="415322"/>
                  <a:pt x="0" y="406725"/>
                </a:cubicBezTo>
                <a:close/>
              </a:path>
            </a:pathLst>
          </a:custGeom>
          <a:gradFill>
            <a:gsLst>
              <a:gs pos="541">
                <a:schemeClr val="accent1">
                  <a:lumMod val="20000"/>
                  <a:lumOff val="80000"/>
                  <a:alpha val="0"/>
                </a:schemeClr>
              </a:gs>
              <a:gs pos="100000">
                <a:schemeClr val="accent1">
                  <a:alpha val="11000"/>
                </a:schemeClr>
              </a:gs>
            </a:gsLst>
            <a:lin ang="16200000" scaled="1"/>
          </a:gradFill>
          <a:ln w="392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lvl="0" algn="l">
              <a:buClrTx/>
              <a:buSzTx/>
              <a:buFontTx/>
            </a:pPr>
            <a:endParaRPr lang="zh-CN" altLang="en-US">
              <a:cs typeface="黑体" panose="02010609060101010101" pitchFamily="49" charset="-122"/>
              <a:sym typeface="+mn-ea"/>
            </a:endParaRPr>
          </a:p>
        </p:txBody>
      </p:sp>
      <p:sp>
        <p:nvSpPr>
          <p:cNvPr id="6" name="矩形 5"/>
          <p:cNvSpPr/>
          <p:nvPr userDrawn="1">
            <p:custDataLst>
              <p:tags r:id="rId9"/>
            </p:custDataLst>
          </p:nvPr>
        </p:nvSpPr>
        <p:spPr>
          <a:xfrm>
            <a:off x="0" y="5588000"/>
            <a:ext cx="12192000" cy="1269999"/>
          </a:xfrm>
          <a:prstGeom prst="rect">
            <a:avLst/>
          </a:prstGeom>
          <a:gradFill>
            <a:gsLst>
              <a:gs pos="0">
                <a:schemeClr val="accent1">
                  <a:lumMod val="20000"/>
                  <a:lumOff val="80000"/>
                  <a:alpha val="0"/>
                </a:schemeClr>
              </a:gs>
              <a:gs pos="100000">
                <a:schemeClr val="accent1">
                  <a:alpha val="36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cs typeface="黑体" panose="02010609060101010101" pitchFamily="49" charset="-122"/>
              <a:sym typeface="+mn-ea"/>
            </a:endParaRPr>
          </a:p>
        </p:txBody>
      </p:sp>
      <p:pic>
        <p:nvPicPr>
          <p:cNvPr id="49" name="图形 48"/>
          <p:cNvPicPr>
            <a:picLocks noChangeAspect="1"/>
          </p:cNvPicPr>
          <p:nvPr userDrawn="1">
            <p:custDataLst>
              <p:tags r:id="rId10"/>
            </p:custDataLst>
          </p:nvPr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87167" y="1553825"/>
            <a:ext cx="2951284" cy="2986619"/>
          </a:xfrm>
          <a:prstGeom prst="rect">
            <a:avLst/>
          </a:prstGeom>
        </p:spPr>
      </p:pic>
      <p:sp>
        <p:nvSpPr>
          <p:cNvPr id="28" name="任意多边形: 形状 551"/>
          <p:cNvSpPr/>
          <p:nvPr userDrawn="1">
            <p:custDataLst>
              <p:tags r:id="rId13"/>
            </p:custDataLst>
          </p:nvPr>
        </p:nvSpPr>
        <p:spPr>
          <a:xfrm>
            <a:off x="2103755" y="4689475"/>
            <a:ext cx="159385" cy="133985"/>
          </a:xfrm>
          <a:custGeom>
            <a:avLst/>
            <a:gdLst>
              <a:gd name="connsiteX0" fmla="*/ 120823 w 120822"/>
              <a:gd name="connsiteY0" fmla="*/ 16144 h 101614"/>
              <a:gd name="connsiteX1" fmla="*/ 67997 w 120822"/>
              <a:gd name="connsiteY1" fmla="*/ 23148 h 101614"/>
              <a:gd name="connsiteX2" fmla="*/ 14460 w 120822"/>
              <a:gd name="connsiteY2" fmla="*/ 0 h 101614"/>
              <a:gd name="connsiteX3" fmla="*/ 1402 w 120822"/>
              <a:gd name="connsiteY3" fmla="*/ 101615 h 1016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0822" h="101614">
                <a:moveTo>
                  <a:pt x="120823" y="16144"/>
                </a:moveTo>
                <a:cubicBezTo>
                  <a:pt x="120823" y="16144"/>
                  <a:pt x="102779" y="27778"/>
                  <a:pt x="67997" y="23148"/>
                </a:cubicBezTo>
                <a:cubicBezTo>
                  <a:pt x="33216" y="18519"/>
                  <a:pt x="14460" y="0"/>
                  <a:pt x="14460" y="0"/>
                </a:cubicBezTo>
                <a:cubicBezTo>
                  <a:pt x="-6314" y="72768"/>
                  <a:pt x="1402" y="101615"/>
                  <a:pt x="1402" y="101615"/>
                </a:cubicBezTo>
              </a:path>
            </a:pathLst>
          </a:custGeom>
          <a:noFill/>
          <a:ln w="6350" cap="flat">
            <a:solidFill>
              <a:schemeClr val="accent4">
                <a:lumMod val="21177"/>
                <a:lumOff val="78823"/>
              </a:schemeClr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>
              <a:cs typeface="黑体" panose="02010609060101010101" pitchFamily="49" charset="-122"/>
            </a:endParaRPr>
          </a:p>
        </p:txBody>
      </p:sp>
      <p:sp>
        <p:nvSpPr>
          <p:cNvPr id="11" name="标题 1"/>
          <p:cNvSpPr>
            <a:spLocks noGrp="1"/>
          </p:cNvSpPr>
          <p:nvPr>
            <p:ph type="title" hasCustomPrompt="1"/>
            <p:custDataLst>
              <p:tags r:id="rId14"/>
            </p:custDataLst>
          </p:nvPr>
        </p:nvSpPr>
        <p:spPr>
          <a:xfrm>
            <a:off x="1749425" y="1941830"/>
            <a:ext cx="1255395" cy="2007870"/>
          </a:xfrm>
        </p:spPr>
        <p:txBody>
          <a:bodyPr vert="eaVert" wrap="square" anchor="b">
            <a:normAutofit/>
          </a:bodyPr>
          <a:lstStyle>
            <a:lvl1pPr algn="ctr">
              <a:defRPr kumimoji="0" lang="zh-CN" altLang="en-US" sz="6000" b="1" i="0" u="none" strike="noStrike" kern="1200" cap="none" spc="0" normalizeH="0" baseline="0" noProof="1" dirty="0">
                <a:solidFill>
                  <a:schemeClr val="tx1"/>
                </a:solidFill>
                <a:latin typeface="+mj-lt"/>
                <a:ea typeface="+mj-ea"/>
                <a:cs typeface="黑体" panose="02010609060101010101" pitchFamily="49" charset="-122"/>
              </a:defRPr>
            </a:lvl1pPr>
          </a:lstStyle>
          <a:p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10" name="灯片编号占位符 5"/>
          <p:cNvSpPr>
            <a:spLocks noGrp="1"/>
          </p:cNvSpPr>
          <p:nvPr>
            <p:ph type="sldNum" sz="quarter" idx="12"/>
            <p:custDataLst>
              <p:tags r:id="rId15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9" name="页脚占位符 4"/>
          <p:cNvSpPr>
            <a:spLocks noGrp="1"/>
          </p:cNvSpPr>
          <p:nvPr>
            <p:ph type="ftr" sz="quarter" idx="11"/>
            <p:custDataLst>
              <p:tags r:id="rId1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8" name="日期占位符 3"/>
          <p:cNvSpPr>
            <a:spLocks noGrp="1"/>
          </p:cNvSpPr>
          <p:nvPr>
            <p:ph type="dt" sz="half" idx="10"/>
            <p:custDataLst>
              <p:tags r:id="rId17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任意多边形: 形状 527"/>
          <p:cNvSpPr/>
          <p:nvPr userDrawn="1">
            <p:custDataLst>
              <p:tags r:id="rId18"/>
            </p:custDataLst>
          </p:nvPr>
        </p:nvSpPr>
        <p:spPr>
          <a:xfrm>
            <a:off x="1488440" y="3660140"/>
            <a:ext cx="57785" cy="791210"/>
          </a:xfrm>
          <a:custGeom>
            <a:avLst/>
            <a:gdLst>
              <a:gd name="connsiteX0" fmla="*/ 0 w 41310"/>
              <a:gd name="connsiteY0" fmla="*/ 0 h 567189"/>
              <a:gd name="connsiteX1" fmla="*/ 12464 w 41310"/>
              <a:gd name="connsiteY1" fmla="*/ 565291 h 567189"/>
              <a:gd name="connsiteX2" fmla="*/ 41073 w 41310"/>
              <a:gd name="connsiteY2" fmla="*/ 567190 h 567189"/>
              <a:gd name="connsiteX3" fmla="*/ 41311 w 41310"/>
              <a:gd name="connsiteY3" fmla="*/ 356 h 567189"/>
              <a:gd name="connsiteX4" fmla="*/ 0 w 41310"/>
              <a:gd name="connsiteY4" fmla="*/ 0 h 5671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1310" h="567189">
                <a:moveTo>
                  <a:pt x="0" y="0"/>
                </a:moveTo>
                <a:cubicBezTo>
                  <a:pt x="0" y="0"/>
                  <a:pt x="44753" y="149454"/>
                  <a:pt x="12464" y="565291"/>
                </a:cubicBezTo>
                <a:lnTo>
                  <a:pt x="41073" y="567190"/>
                </a:lnTo>
                <a:cubicBezTo>
                  <a:pt x="41073" y="567190"/>
                  <a:pt x="36444" y="150285"/>
                  <a:pt x="41311" y="356"/>
                </a:cubicBezTo>
                <a:lnTo>
                  <a:pt x="0" y="0"/>
                </a:lnTo>
                <a:close/>
              </a:path>
            </a:pathLst>
          </a:custGeom>
          <a:gradFill>
            <a:gsLst>
              <a:gs pos="27080">
                <a:srgbClr val="017F9F"/>
              </a:gs>
              <a:gs pos="56200">
                <a:srgbClr val="29B2A3"/>
              </a:gs>
              <a:gs pos="100000">
                <a:srgbClr val="DCE093"/>
              </a:gs>
            </a:gsLst>
            <a:lin ang="5408995" scaled="1"/>
          </a:gradFill>
          <a:ln w="11859" cap="flat">
            <a:gradFill>
              <a:gsLst>
                <a:gs pos="0">
                  <a:srgbClr val="55C4AE"/>
                </a:gs>
                <a:gs pos="50000">
                  <a:srgbClr val="3CACB7"/>
                </a:gs>
                <a:gs pos="100000">
                  <a:srgbClr val="3CACB7"/>
                </a:gs>
              </a:gsLst>
              <a:lin ang="222922" scaled="1"/>
            </a:gradFill>
            <a:prstDash val="solid"/>
            <a:miter/>
          </a:ln>
        </p:spPr>
        <p:txBody>
          <a:bodyPr rtlCol="0" anchor="ctr"/>
          <a:lstStyle/>
          <a:p>
            <a:endParaRPr lang="zh-CN" altLang="en-US">
              <a:cs typeface="黑体" panose="02010609060101010101" pitchFamily="49" charset="-122"/>
            </a:endParaRPr>
          </a:p>
        </p:txBody>
      </p:sp>
      <p:sp>
        <p:nvSpPr>
          <p:cNvPr id="4" name="任意多边形: 形状 528"/>
          <p:cNvSpPr/>
          <p:nvPr userDrawn="1">
            <p:custDataLst>
              <p:tags r:id="rId19"/>
            </p:custDataLst>
          </p:nvPr>
        </p:nvSpPr>
        <p:spPr>
          <a:xfrm>
            <a:off x="1513840" y="3301365"/>
            <a:ext cx="322580" cy="420370"/>
          </a:xfrm>
          <a:custGeom>
            <a:avLst/>
            <a:gdLst>
              <a:gd name="connsiteX0" fmla="*/ 0 w 231197"/>
              <a:gd name="connsiteY0" fmla="*/ 301472 h 301471"/>
              <a:gd name="connsiteX1" fmla="*/ 1425 w 231197"/>
              <a:gd name="connsiteY1" fmla="*/ 301353 h 301471"/>
              <a:gd name="connsiteX2" fmla="*/ 229820 w 231197"/>
              <a:gd name="connsiteY2" fmla="*/ 18233 h 301471"/>
              <a:gd name="connsiteX3" fmla="*/ 224241 w 231197"/>
              <a:gd name="connsiteY3" fmla="*/ 13129 h 301471"/>
              <a:gd name="connsiteX4" fmla="*/ 187085 w 231197"/>
              <a:gd name="connsiteY4" fmla="*/ 71 h 301471"/>
              <a:gd name="connsiteX5" fmla="*/ 93068 w 231197"/>
              <a:gd name="connsiteY5" fmla="*/ 146082 h 301471"/>
              <a:gd name="connsiteX6" fmla="*/ 88319 w 231197"/>
              <a:gd name="connsiteY6" fmla="*/ 200688 h 301471"/>
              <a:gd name="connsiteX7" fmla="*/ 49502 w 231197"/>
              <a:gd name="connsiteY7" fmla="*/ 251733 h 301471"/>
              <a:gd name="connsiteX8" fmla="*/ 4748 w 231197"/>
              <a:gd name="connsiteY8" fmla="*/ 252564 h 301471"/>
              <a:gd name="connsiteX9" fmla="*/ 0 w 231197"/>
              <a:gd name="connsiteY9" fmla="*/ 301472 h 3014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31197" h="301471">
                <a:moveTo>
                  <a:pt x="0" y="301472"/>
                </a:moveTo>
                <a:cubicBezTo>
                  <a:pt x="475" y="301472"/>
                  <a:pt x="950" y="301353"/>
                  <a:pt x="1425" y="301353"/>
                </a:cubicBezTo>
                <a:cubicBezTo>
                  <a:pt x="239554" y="277374"/>
                  <a:pt x="234687" y="23219"/>
                  <a:pt x="229820" y="18233"/>
                </a:cubicBezTo>
                <a:cubicBezTo>
                  <a:pt x="226615" y="15028"/>
                  <a:pt x="224241" y="13129"/>
                  <a:pt x="224241" y="13129"/>
                </a:cubicBezTo>
                <a:cubicBezTo>
                  <a:pt x="207977" y="1258"/>
                  <a:pt x="195157" y="-404"/>
                  <a:pt x="187085" y="71"/>
                </a:cubicBezTo>
                <a:cubicBezTo>
                  <a:pt x="140907" y="2801"/>
                  <a:pt x="92949" y="79605"/>
                  <a:pt x="93068" y="146082"/>
                </a:cubicBezTo>
                <a:cubicBezTo>
                  <a:pt x="93068" y="161514"/>
                  <a:pt x="95679" y="177777"/>
                  <a:pt x="88319" y="200688"/>
                </a:cubicBezTo>
                <a:cubicBezTo>
                  <a:pt x="84877" y="211253"/>
                  <a:pt x="74549" y="243067"/>
                  <a:pt x="49502" y="251733"/>
                </a:cubicBezTo>
                <a:cubicBezTo>
                  <a:pt x="31458" y="257906"/>
                  <a:pt x="4748" y="252564"/>
                  <a:pt x="4748" y="252564"/>
                </a:cubicBezTo>
                <a:lnTo>
                  <a:pt x="0" y="301472"/>
                </a:lnTo>
                <a:close/>
              </a:path>
            </a:pathLst>
          </a:custGeom>
          <a:gradFill>
            <a:gsLst>
              <a:gs pos="22170">
                <a:srgbClr val="F8785C"/>
              </a:gs>
              <a:gs pos="77840">
                <a:srgbClr val="FEEECD"/>
              </a:gs>
            </a:gsLst>
            <a:lin ang="6799315" scaled="1"/>
          </a:gradFill>
          <a:ln w="6350" cap="flat">
            <a:solidFill>
              <a:srgbClr val="FFEBC9"/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>
              <a:cs typeface="黑体" panose="02010609060101010101" pitchFamily="49" charset="-122"/>
            </a:endParaRPr>
          </a:p>
        </p:txBody>
      </p:sp>
      <p:sp>
        <p:nvSpPr>
          <p:cNvPr id="12" name="任意多边形: 形状 529"/>
          <p:cNvSpPr/>
          <p:nvPr userDrawn="1">
            <p:custDataLst>
              <p:tags r:id="rId20"/>
            </p:custDataLst>
          </p:nvPr>
        </p:nvSpPr>
        <p:spPr>
          <a:xfrm>
            <a:off x="1353820" y="2977515"/>
            <a:ext cx="334010" cy="383540"/>
          </a:xfrm>
          <a:custGeom>
            <a:avLst/>
            <a:gdLst>
              <a:gd name="connsiteX0" fmla="*/ 102683 w 239554"/>
              <a:gd name="connsiteY0" fmla="*/ 0 h 274929"/>
              <a:gd name="connsiteX1" fmla="*/ 0 w 239554"/>
              <a:gd name="connsiteY1" fmla="*/ 274929 h 274929"/>
              <a:gd name="connsiteX2" fmla="*/ 239554 w 239554"/>
              <a:gd name="connsiteY2" fmla="*/ 274929 h 274929"/>
              <a:gd name="connsiteX3" fmla="*/ 102683 w 239554"/>
              <a:gd name="connsiteY3" fmla="*/ 0 h 2749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9554" h="274929">
                <a:moveTo>
                  <a:pt x="102683" y="0"/>
                </a:moveTo>
                <a:cubicBezTo>
                  <a:pt x="102683" y="0"/>
                  <a:pt x="18875" y="101496"/>
                  <a:pt x="0" y="274929"/>
                </a:cubicBezTo>
                <a:lnTo>
                  <a:pt x="239554" y="274929"/>
                </a:lnTo>
                <a:cubicBezTo>
                  <a:pt x="239554" y="274929"/>
                  <a:pt x="234806" y="114435"/>
                  <a:pt x="102683" y="0"/>
                </a:cubicBezTo>
                <a:close/>
              </a:path>
            </a:pathLst>
          </a:custGeom>
          <a:gradFill>
            <a:gsLst>
              <a:gs pos="22170">
                <a:srgbClr val="F8785C"/>
              </a:gs>
              <a:gs pos="77840">
                <a:srgbClr val="FEEECD"/>
              </a:gs>
            </a:gsLst>
            <a:lin ang="5375397" scaled="1"/>
          </a:gradFill>
          <a:ln w="6350" cap="flat">
            <a:solidFill>
              <a:srgbClr val="FFEBC9"/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>
              <a:cs typeface="黑体" panose="02010609060101010101" pitchFamily="49" charset="-122"/>
            </a:endParaRPr>
          </a:p>
        </p:txBody>
      </p:sp>
      <p:sp>
        <p:nvSpPr>
          <p:cNvPr id="13" name="任意多边形: 形状 530"/>
          <p:cNvSpPr/>
          <p:nvPr userDrawn="1">
            <p:custDataLst>
              <p:tags r:id="rId21"/>
            </p:custDataLst>
          </p:nvPr>
        </p:nvSpPr>
        <p:spPr>
          <a:xfrm>
            <a:off x="1330960" y="2997200"/>
            <a:ext cx="276225" cy="383540"/>
          </a:xfrm>
          <a:custGeom>
            <a:avLst/>
            <a:gdLst>
              <a:gd name="connsiteX0" fmla="*/ 101496 w 198243"/>
              <a:gd name="connsiteY0" fmla="*/ 0 h 274929"/>
              <a:gd name="connsiteX1" fmla="*/ 0 w 198243"/>
              <a:gd name="connsiteY1" fmla="*/ 267807 h 274929"/>
              <a:gd name="connsiteX2" fmla="*/ 198243 w 198243"/>
              <a:gd name="connsiteY2" fmla="*/ 274929 h 274929"/>
              <a:gd name="connsiteX3" fmla="*/ 101496 w 198243"/>
              <a:gd name="connsiteY3" fmla="*/ 0 h 2749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8243" h="274929">
                <a:moveTo>
                  <a:pt x="101496" y="0"/>
                </a:moveTo>
                <a:cubicBezTo>
                  <a:pt x="101496" y="0"/>
                  <a:pt x="7123" y="89625"/>
                  <a:pt x="0" y="267807"/>
                </a:cubicBezTo>
                <a:lnTo>
                  <a:pt x="198243" y="274929"/>
                </a:lnTo>
                <a:cubicBezTo>
                  <a:pt x="198243" y="274810"/>
                  <a:pt x="141619" y="61254"/>
                  <a:pt x="101496" y="0"/>
                </a:cubicBezTo>
                <a:close/>
              </a:path>
            </a:pathLst>
          </a:custGeom>
          <a:gradFill>
            <a:gsLst>
              <a:gs pos="22170">
                <a:srgbClr val="F8785C"/>
              </a:gs>
              <a:gs pos="77840">
                <a:srgbClr val="FEEECD"/>
              </a:gs>
            </a:gsLst>
            <a:lin ang="5375371" scaled="1"/>
          </a:gradFill>
          <a:ln w="6350" cap="flat">
            <a:solidFill>
              <a:srgbClr val="FFEBC9"/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>
              <a:cs typeface="黑体" panose="02010609060101010101" pitchFamily="49" charset="-122"/>
            </a:endParaRPr>
          </a:p>
        </p:txBody>
      </p:sp>
      <p:sp>
        <p:nvSpPr>
          <p:cNvPr id="14" name="任意多边形: 形状 531"/>
          <p:cNvSpPr/>
          <p:nvPr userDrawn="1">
            <p:custDataLst>
              <p:tags r:id="rId22"/>
            </p:custDataLst>
          </p:nvPr>
        </p:nvSpPr>
        <p:spPr>
          <a:xfrm>
            <a:off x="1360170" y="3026410"/>
            <a:ext cx="299720" cy="563880"/>
          </a:xfrm>
          <a:custGeom>
            <a:avLst/>
            <a:gdLst>
              <a:gd name="connsiteX0" fmla="*/ 113431 w 214926"/>
              <a:gd name="connsiteY0" fmla="*/ 0 h 404321"/>
              <a:gd name="connsiteX1" fmla="*/ 183 w 214926"/>
              <a:gd name="connsiteY1" fmla="*/ 231244 h 404321"/>
              <a:gd name="connsiteX2" fmla="*/ 141802 w 214926"/>
              <a:gd name="connsiteY2" fmla="*/ 404322 h 404321"/>
              <a:gd name="connsiteX3" fmla="*/ 214927 w 214926"/>
              <a:gd name="connsiteY3" fmla="*/ 194326 h 404321"/>
              <a:gd name="connsiteX4" fmla="*/ 113431 w 214926"/>
              <a:gd name="connsiteY4" fmla="*/ 0 h 4043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4926" h="404321">
                <a:moveTo>
                  <a:pt x="113431" y="0"/>
                </a:moveTo>
                <a:cubicBezTo>
                  <a:pt x="113431" y="0"/>
                  <a:pt x="-5278" y="95917"/>
                  <a:pt x="183" y="231244"/>
                </a:cubicBezTo>
                <a:lnTo>
                  <a:pt x="141802" y="404322"/>
                </a:lnTo>
                <a:lnTo>
                  <a:pt x="214927" y="194326"/>
                </a:lnTo>
                <a:cubicBezTo>
                  <a:pt x="214927" y="194326"/>
                  <a:pt x="199138" y="74786"/>
                  <a:pt x="113431" y="0"/>
                </a:cubicBezTo>
                <a:close/>
              </a:path>
            </a:pathLst>
          </a:custGeom>
          <a:gradFill>
            <a:gsLst>
              <a:gs pos="22170">
                <a:srgbClr val="F8785C"/>
              </a:gs>
              <a:gs pos="77840">
                <a:srgbClr val="FEEECD"/>
              </a:gs>
            </a:gsLst>
            <a:lin ang="5375445" scaled="1"/>
          </a:gradFill>
          <a:ln w="6350" cap="flat">
            <a:solidFill>
              <a:srgbClr val="FFEBC9"/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>
              <a:cs typeface="黑体" panose="02010609060101010101" pitchFamily="49" charset="-122"/>
            </a:endParaRPr>
          </a:p>
        </p:txBody>
      </p:sp>
      <p:sp>
        <p:nvSpPr>
          <p:cNvPr id="15" name="任意多边形: 形状 532"/>
          <p:cNvSpPr/>
          <p:nvPr userDrawn="1">
            <p:custDataLst>
              <p:tags r:id="rId23"/>
            </p:custDataLst>
          </p:nvPr>
        </p:nvSpPr>
        <p:spPr>
          <a:xfrm>
            <a:off x="1304290" y="3051810"/>
            <a:ext cx="173355" cy="650875"/>
          </a:xfrm>
          <a:custGeom>
            <a:avLst/>
            <a:gdLst>
              <a:gd name="connsiteX0" fmla="*/ 89007 w 124343"/>
              <a:gd name="connsiteY0" fmla="*/ 5 h 466411"/>
              <a:gd name="connsiteX1" fmla="*/ 92924 w 124343"/>
              <a:gd name="connsiteY1" fmla="*/ 308291 h 466411"/>
              <a:gd name="connsiteX2" fmla="*/ 107881 w 124343"/>
              <a:gd name="connsiteY2" fmla="*/ 466411 h 466411"/>
              <a:gd name="connsiteX3" fmla="*/ 13508 w 124343"/>
              <a:gd name="connsiteY3" fmla="*/ 173794 h 466411"/>
              <a:gd name="connsiteX4" fmla="*/ 89007 w 124343"/>
              <a:gd name="connsiteY4" fmla="*/ 5 h 4664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343" h="466411">
                <a:moveTo>
                  <a:pt x="89007" y="5"/>
                </a:moveTo>
                <a:cubicBezTo>
                  <a:pt x="91143" y="-1063"/>
                  <a:pt x="32383" y="168334"/>
                  <a:pt x="92924" y="308291"/>
                </a:cubicBezTo>
                <a:cubicBezTo>
                  <a:pt x="153466" y="448249"/>
                  <a:pt x="107881" y="466411"/>
                  <a:pt x="107881" y="466411"/>
                </a:cubicBezTo>
                <a:cubicBezTo>
                  <a:pt x="107881" y="466411"/>
                  <a:pt x="-45490" y="405870"/>
                  <a:pt x="13508" y="173794"/>
                </a:cubicBezTo>
                <a:cubicBezTo>
                  <a:pt x="13508" y="173794"/>
                  <a:pt x="55175" y="17336"/>
                  <a:pt x="89007" y="5"/>
                </a:cubicBezTo>
                <a:close/>
              </a:path>
            </a:pathLst>
          </a:custGeom>
          <a:gradFill>
            <a:gsLst>
              <a:gs pos="22170">
                <a:srgbClr val="F8785C"/>
              </a:gs>
              <a:gs pos="77840">
                <a:srgbClr val="FEEECD"/>
              </a:gs>
            </a:gsLst>
            <a:lin ang="5375397" scaled="1"/>
          </a:gradFill>
          <a:ln w="6350" cap="flat">
            <a:solidFill>
              <a:srgbClr val="FFEBC9"/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>
              <a:cs typeface="黑体" panose="02010609060101010101" pitchFamily="49" charset="-122"/>
            </a:endParaRPr>
          </a:p>
        </p:txBody>
      </p:sp>
      <p:sp>
        <p:nvSpPr>
          <p:cNvPr id="16" name="任意多边形: 形状 533"/>
          <p:cNvSpPr/>
          <p:nvPr userDrawn="1">
            <p:custDataLst>
              <p:tags r:id="rId24"/>
            </p:custDataLst>
          </p:nvPr>
        </p:nvSpPr>
        <p:spPr>
          <a:xfrm>
            <a:off x="1331595" y="3159760"/>
            <a:ext cx="343535" cy="561340"/>
          </a:xfrm>
          <a:custGeom>
            <a:avLst/>
            <a:gdLst>
              <a:gd name="connsiteX0" fmla="*/ 122291 w 246484"/>
              <a:gd name="connsiteY0" fmla="*/ 0 h 402372"/>
              <a:gd name="connsiteX1" fmla="*/ 734 w 246484"/>
              <a:gd name="connsiteY1" fmla="*/ 202873 h 402372"/>
              <a:gd name="connsiteX2" fmla="*/ 122291 w 246484"/>
              <a:gd name="connsiteY2" fmla="*/ 402304 h 402372"/>
              <a:gd name="connsiteX3" fmla="*/ 237914 w 246484"/>
              <a:gd name="connsiteY3" fmla="*/ 272555 h 402372"/>
              <a:gd name="connsiteX4" fmla="*/ 122291 w 246484"/>
              <a:gd name="connsiteY4" fmla="*/ 0 h 4023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6484" h="402372">
                <a:moveTo>
                  <a:pt x="122291" y="0"/>
                </a:moveTo>
                <a:cubicBezTo>
                  <a:pt x="122291" y="0"/>
                  <a:pt x="-11018" y="77873"/>
                  <a:pt x="734" y="202873"/>
                </a:cubicBezTo>
                <a:cubicBezTo>
                  <a:pt x="12486" y="327873"/>
                  <a:pt x="71484" y="401116"/>
                  <a:pt x="122291" y="402304"/>
                </a:cubicBezTo>
                <a:cubicBezTo>
                  <a:pt x="172980" y="403491"/>
                  <a:pt x="208474" y="390551"/>
                  <a:pt x="237914" y="272555"/>
                </a:cubicBezTo>
                <a:cubicBezTo>
                  <a:pt x="267353" y="154559"/>
                  <a:pt x="219039" y="73243"/>
                  <a:pt x="122291" y="0"/>
                </a:cubicBezTo>
                <a:close/>
              </a:path>
            </a:pathLst>
          </a:custGeom>
          <a:gradFill>
            <a:gsLst>
              <a:gs pos="22170">
                <a:srgbClr val="F8785C"/>
              </a:gs>
              <a:gs pos="77840">
                <a:srgbClr val="FEEECD"/>
              </a:gs>
            </a:gsLst>
            <a:lin ang="5375384" scaled="1"/>
          </a:gradFill>
          <a:ln w="6350" cap="flat">
            <a:solidFill>
              <a:srgbClr val="FFEBC9"/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>
              <a:cs typeface="黑体" panose="02010609060101010101" pitchFamily="49" charset="-122"/>
            </a:endParaRPr>
          </a:p>
        </p:txBody>
      </p:sp>
      <p:sp>
        <p:nvSpPr>
          <p:cNvPr id="17" name="任意多边形: 形状 534"/>
          <p:cNvSpPr/>
          <p:nvPr userDrawn="1">
            <p:custDataLst>
              <p:tags r:id="rId25"/>
            </p:custDataLst>
          </p:nvPr>
        </p:nvSpPr>
        <p:spPr>
          <a:xfrm>
            <a:off x="1551305" y="3128010"/>
            <a:ext cx="191135" cy="589280"/>
          </a:xfrm>
          <a:custGeom>
            <a:avLst/>
            <a:gdLst>
              <a:gd name="connsiteX0" fmla="*/ 34663 w 137072"/>
              <a:gd name="connsiteY0" fmla="*/ 327 h 422691"/>
              <a:gd name="connsiteX1" fmla="*/ 57455 w 137072"/>
              <a:gd name="connsiteY1" fmla="*/ 256737 h 422691"/>
              <a:gd name="connsiteX2" fmla="*/ 0 w 137072"/>
              <a:gd name="connsiteY2" fmla="*/ 422692 h 422691"/>
              <a:gd name="connsiteX3" fmla="*/ 136871 w 137072"/>
              <a:gd name="connsiteY3" fmla="*/ 232402 h 422691"/>
              <a:gd name="connsiteX4" fmla="*/ 34663 w 137072"/>
              <a:gd name="connsiteY4" fmla="*/ 327 h 4226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7072" h="422691">
                <a:moveTo>
                  <a:pt x="34663" y="327"/>
                </a:moveTo>
                <a:cubicBezTo>
                  <a:pt x="34663" y="327"/>
                  <a:pt x="88201" y="119035"/>
                  <a:pt x="57455" y="256737"/>
                </a:cubicBezTo>
                <a:cubicBezTo>
                  <a:pt x="26709" y="394439"/>
                  <a:pt x="0" y="422692"/>
                  <a:pt x="0" y="422692"/>
                </a:cubicBezTo>
                <a:cubicBezTo>
                  <a:pt x="0" y="422692"/>
                  <a:pt x="143163" y="385774"/>
                  <a:pt x="136871" y="232402"/>
                </a:cubicBezTo>
                <a:cubicBezTo>
                  <a:pt x="130698" y="78912"/>
                  <a:pt x="42498" y="-5965"/>
                  <a:pt x="34663" y="327"/>
                </a:cubicBezTo>
                <a:close/>
              </a:path>
            </a:pathLst>
          </a:custGeom>
          <a:gradFill>
            <a:gsLst>
              <a:gs pos="22170">
                <a:srgbClr val="F8785C"/>
              </a:gs>
              <a:gs pos="77840">
                <a:srgbClr val="FEEECD"/>
              </a:gs>
            </a:gsLst>
            <a:lin ang="5375372" scaled="1"/>
          </a:gradFill>
          <a:ln w="6350" cap="flat">
            <a:solidFill>
              <a:srgbClr val="FFEBC9"/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>
              <a:cs typeface="黑体" panose="02010609060101010101" pitchFamily="49" charset="-122"/>
            </a:endParaRPr>
          </a:p>
        </p:txBody>
      </p:sp>
      <p:sp>
        <p:nvSpPr>
          <p:cNvPr id="18" name="任意多边形: 形状 535"/>
          <p:cNvSpPr/>
          <p:nvPr userDrawn="1">
            <p:custDataLst>
              <p:tags r:id="rId26"/>
            </p:custDataLst>
          </p:nvPr>
        </p:nvSpPr>
        <p:spPr>
          <a:xfrm>
            <a:off x="1515745" y="3326765"/>
            <a:ext cx="322580" cy="394970"/>
          </a:xfrm>
          <a:custGeom>
            <a:avLst/>
            <a:gdLst>
              <a:gd name="connsiteX0" fmla="*/ 0 w 231466"/>
              <a:gd name="connsiteY0" fmla="*/ 283001 h 283001"/>
              <a:gd name="connsiteX1" fmla="*/ 161562 w 231466"/>
              <a:gd name="connsiteY1" fmla="*/ 216406 h 283001"/>
              <a:gd name="connsiteX2" fmla="*/ 228395 w 231466"/>
              <a:gd name="connsiteY2" fmla="*/ 0 h 283001"/>
              <a:gd name="connsiteX3" fmla="*/ 212014 w 231466"/>
              <a:gd name="connsiteY3" fmla="*/ 47127 h 283001"/>
              <a:gd name="connsiteX4" fmla="*/ 155152 w 231466"/>
              <a:gd name="connsiteY4" fmla="*/ 126425 h 283001"/>
              <a:gd name="connsiteX5" fmla="*/ 102564 w 231466"/>
              <a:gd name="connsiteY5" fmla="*/ 231601 h 283001"/>
              <a:gd name="connsiteX6" fmla="*/ 0 w 231466"/>
              <a:gd name="connsiteY6" fmla="*/ 283001 h 283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31466" h="283001">
                <a:moveTo>
                  <a:pt x="0" y="283001"/>
                </a:moveTo>
                <a:cubicBezTo>
                  <a:pt x="19468" y="282527"/>
                  <a:pt x="98053" y="278372"/>
                  <a:pt x="161562" y="216406"/>
                </a:cubicBezTo>
                <a:cubicBezTo>
                  <a:pt x="249288" y="130817"/>
                  <a:pt x="230414" y="10921"/>
                  <a:pt x="228395" y="0"/>
                </a:cubicBezTo>
                <a:cubicBezTo>
                  <a:pt x="225784" y="11277"/>
                  <a:pt x="221035" y="28015"/>
                  <a:pt x="212014" y="47127"/>
                </a:cubicBezTo>
                <a:cubicBezTo>
                  <a:pt x="194445" y="84639"/>
                  <a:pt x="176876" y="96154"/>
                  <a:pt x="155152" y="126425"/>
                </a:cubicBezTo>
                <a:cubicBezTo>
                  <a:pt x="117165" y="179250"/>
                  <a:pt x="131767" y="197887"/>
                  <a:pt x="102564" y="231601"/>
                </a:cubicBezTo>
                <a:cubicBezTo>
                  <a:pt x="86064" y="250475"/>
                  <a:pt x="56505" y="273030"/>
                  <a:pt x="0" y="283001"/>
                </a:cubicBezTo>
                <a:close/>
              </a:path>
            </a:pathLst>
          </a:custGeom>
          <a:gradFill>
            <a:gsLst>
              <a:gs pos="22170">
                <a:srgbClr val="F46151"/>
              </a:gs>
              <a:gs pos="77840">
                <a:srgbClr val="FEEECD"/>
              </a:gs>
            </a:gsLst>
            <a:lin ang="8127018" scaled="1"/>
          </a:gradFill>
          <a:ln w="6350" cap="flat">
            <a:solidFill>
              <a:srgbClr val="FFEBC9"/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>
              <a:cs typeface="黑体" panose="02010609060101010101" pitchFamily="49" charset="-122"/>
            </a:endParaRPr>
          </a:p>
        </p:txBody>
      </p:sp>
      <p:sp>
        <p:nvSpPr>
          <p:cNvPr id="20" name="任意多边形: 形状 536"/>
          <p:cNvSpPr/>
          <p:nvPr userDrawn="1">
            <p:custDataLst>
              <p:tags r:id="rId27"/>
            </p:custDataLst>
          </p:nvPr>
        </p:nvSpPr>
        <p:spPr>
          <a:xfrm>
            <a:off x="1327785" y="3975735"/>
            <a:ext cx="1700530" cy="850900"/>
          </a:xfrm>
          <a:custGeom>
            <a:avLst/>
            <a:gdLst>
              <a:gd name="connsiteX0" fmla="*/ 1279177 w 1288857"/>
              <a:gd name="connsiteY0" fmla="*/ 371258 h 644880"/>
              <a:gd name="connsiteX1" fmla="*/ 1272054 w 1288857"/>
              <a:gd name="connsiteY1" fmla="*/ 411975 h 644880"/>
              <a:gd name="connsiteX2" fmla="*/ 1241427 w 1288857"/>
              <a:gd name="connsiteY2" fmla="*/ 489017 h 644880"/>
              <a:gd name="connsiteX3" fmla="*/ 1235017 w 1288857"/>
              <a:gd name="connsiteY3" fmla="*/ 485693 h 644880"/>
              <a:gd name="connsiteX4" fmla="*/ 1174119 w 1288857"/>
              <a:gd name="connsiteY4" fmla="*/ 472279 h 644880"/>
              <a:gd name="connsiteX5" fmla="*/ 1173526 w 1288857"/>
              <a:gd name="connsiteY5" fmla="*/ 472398 h 644880"/>
              <a:gd name="connsiteX6" fmla="*/ 1145748 w 1288857"/>
              <a:gd name="connsiteY6" fmla="*/ 532108 h 644880"/>
              <a:gd name="connsiteX7" fmla="*/ 1138151 w 1288857"/>
              <a:gd name="connsiteY7" fmla="*/ 529971 h 644880"/>
              <a:gd name="connsiteX8" fmla="*/ 1086156 w 1288857"/>
              <a:gd name="connsiteY8" fmla="*/ 531515 h 644880"/>
              <a:gd name="connsiteX9" fmla="*/ 1084019 w 1288857"/>
              <a:gd name="connsiteY9" fmla="*/ 534245 h 644880"/>
              <a:gd name="connsiteX10" fmla="*/ 950472 w 1288857"/>
              <a:gd name="connsiteY10" fmla="*/ 587901 h 644880"/>
              <a:gd name="connsiteX11" fmla="*/ 906313 w 1288857"/>
              <a:gd name="connsiteY11" fmla="*/ 572825 h 644880"/>
              <a:gd name="connsiteX12" fmla="*/ 811227 w 1288857"/>
              <a:gd name="connsiteY12" fmla="*/ 543267 h 644880"/>
              <a:gd name="connsiteX13" fmla="*/ 684565 w 1288857"/>
              <a:gd name="connsiteY13" fmla="*/ 584221 h 644880"/>
              <a:gd name="connsiteX14" fmla="*/ 681597 w 1288857"/>
              <a:gd name="connsiteY14" fmla="*/ 587664 h 644880"/>
              <a:gd name="connsiteX15" fmla="*/ 678629 w 1288857"/>
              <a:gd name="connsiteY15" fmla="*/ 590988 h 644880"/>
              <a:gd name="connsiteX16" fmla="*/ 498074 w 1288857"/>
              <a:gd name="connsiteY16" fmla="*/ 620902 h 644880"/>
              <a:gd name="connsiteX17" fmla="*/ 381620 w 1288857"/>
              <a:gd name="connsiteY17" fmla="*/ 582322 h 644880"/>
              <a:gd name="connsiteX18" fmla="*/ 244275 w 1288857"/>
              <a:gd name="connsiteY18" fmla="*/ 510978 h 644880"/>
              <a:gd name="connsiteX19" fmla="*/ 238339 w 1288857"/>
              <a:gd name="connsiteY19" fmla="*/ 500413 h 644880"/>
              <a:gd name="connsiteX20" fmla="*/ 106929 w 1288857"/>
              <a:gd name="connsiteY20" fmla="*/ 484031 h 644880"/>
              <a:gd name="connsiteX21" fmla="*/ 100400 w 1288857"/>
              <a:gd name="connsiteY21" fmla="*/ 483675 h 644880"/>
              <a:gd name="connsiteX22" fmla="*/ 43894 w 1288857"/>
              <a:gd name="connsiteY22" fmla="*/ 463376 h 644880"/>
              <a:gd name="connsiteX23" fmla="*/ 1634 w 1288857"/>
              <a:gd name="connsiteY23" fmla="*/ 359862 h 644880"/>
              <a:gd name="connsiteX24" fmla="*/ 21815 w 1288857"/>
              <a:gd name="connsiteY24" fmla="*/ 317245 h 644880"/>
              <a:gd name="connsiteX25" fmla="*/ 71672 w 1288857"/>
              <a:gd name="connsiteY25" fmla="*/ 267981 h 644880"/>
              <a:gd name="connsiteX26" fmla="*/ 112745 w 1288857"/>
              <a:gd name="connsiteY26" fmla="*/ 189040 h 644880"/>
              <a:gd name="connsiteX27" fmla="*/ 219821 w 1288857"/>
              <a:gd name="connsiteY27" fmla="*/ 124344 h 644880"/>
              <a:gd name="connsiteX28" fmla="*/ 244987 w 1288857"/>
              <a:gd name="connsiteY28" fmla="*/ 91818 h 644880"/>
              <a:gd name="connsiteX29" fmla="*/ 330338 w 1288857"/>
              <a:gd name="connsiteY29" fmla="*/ 76029 h 644880"/>
              <a:gd name="connsiteX30" fmla="*/ 428510 w 1288857"/>
              <a:gd name="connsiteY30" fmla="*/ 30445 h 644880"/>
              <a:gd name="connsiteX31" fmla="*/ 642898 w 1288857"/>
              <a:gd name="connsiteY31" fmla="*/ 44572 h 644880"/>
              <a:gd name="connsiteX32" fmla="*/ 819299 w 1288857"/>
              <a:gd name="connsiteY32" fmla="*/ 33532 h 644880"/>
              <a:gd name="connsiteX33" fmla="*/ 968279 w 1288857"/>
              <a:gd name="connsiteY33" fmla="*/ 118171 h 644880"/>
              <a:gd name="connsiteX34" fmla="*/ 1054461 w 1288857"/>
              <a:gd name="connsiteY34" fmla="*/ 144762 h 644880"/>
              <a:gd name="connsiteX35" fmla="*/ 1199167 w 1288857"/>
              <a:gd name="connsiteY35" fmla="*/ 174676 h 644880"/>
              <a:gd name="connsiteX36" fmla="*/ 1242139 w 1288857"/>
              <a:gd name="connsiteY36" fmla="*/ 229995 h 644880"/>
              <a:gd name="connsiteX37" fmla="*/ 1279177 w 1288857"/>
              <a:gd name="connsiteY37" fmla="*/ 371258 h 6448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1288857" h="644880">
                <a:moveTo>
                  <a:pt x="1279177" y="371258"/>
                </a:moveTo>
                <a:cubicBezTo>
                  <a:pt x="1266950" y="387402"/>
                  <a:pt x="1270155" y="408176"/>
                  <a:pt x="1272054" y="411975"/>
                </a:cubicBezTo>
                <a:cubicBezTo>
                  <a:pt x="1293659" y="454591"/>
                  <a:pt x="1265881" y="496970"/>
                  <a:pt x="1241427" y="489017"/>
                </a:cubicBezTo>
                <a:cubicBezTo>
                  <a:pt x="1239290" y="488305"/>
                  <a:pt x="1237035" y="487236"/>
                  <a:pt x="1235017" y="485693"/>
                </a:cubicBezTo>
                <a:cubicBezTo>
                  <a:pt x="1211156" y="468124"/>
                  <a:pt x="1178749" y="471685"/>
                  <a:pt x="1174119" y="472279"/>
                </a:cubicBezTo>
                <a:cubicBezTo>
                  <a:pt x="1173763" y="472398"/>
                  <a:pt x="1173526" y="472398"/>
                  <a:pt x="1173526" y="472398"/>
                </a:cubicBezTo>
                <a:cubicBezTo>
                  <a:pt x="1177562" y="499701"/>
                  <a:pt x="1166522" y="540418"/>
                  <a:pt x="1145748" y="532108"/>
                </a:cubicBezTo>
                <a:cubicBezTo>
                  <a:pt x="1143374" y="531158"/>
                  <a:pt x="1140881" y="530446"/>
                  <a:pt x="1138151" y="529971"/>
                </a:cubicBezTo>
                <a:cubicBezTo>
                  <a:pt x="1116546" y="525342"/>
                  <a:pt x="1086156" y="531515"/>
                  <a:pt x="1086156" y="531515"/>
                </a:cubicBezTo>
                <a:cubicBezTo>
                  <a:pt x="1085444" y="532464"/>
                  <a:pt x="1084732" y="533295"/>
                  <a:pt x="1084019" y="534245"/>
                </a:cubicBezTo>
                <a:cubicBezTo>
                  <a:pt x="1045795" y="582203"/>
                  <a:pt x="1010539" y="602502"/>
                  <a:pt x="950472" y="587901"/>
                </a:cubicBezTo>
                <a:cubicBezTo>
                  <a:pt x="932072" y="583390"/>
                  <a:pt x="920558" y="578761"/>
                  <a:pt x="906313" y="572825"/>
                </a:cubicBezTo>
                <a:cubicBezTo>
                  <a:pt x="869513" y="557630"/>
                  <a:pt x="830220" y="546234"/>
                  <a:pt x="811227" y="543267"/>
                </a:cubicBezTo>
                <a:cubicBezTo>
                  <a:pt x="787604" y="539468"/>
                  <a:pt x="744869" y="540418"/>
                  <a:pt x="684565" y="584221"/>
                </a:cubicBezTo>
                <a:cubicBezTo>
                  <a:pt x="683734" y="585171"/>
                  <a:pt x="682784" y="586358"/>
                  <a:pt x="681597" y="587664"/>
                </a:cubicBezTo>
                <a:cubicBezTo>
                  <a:pt x="680648" y="588732"/>
                  <a:pt x="679579" y="589919"/>
                  <a:pt x="678629" y="590988"/>
                </a:cubicBezTo>
                <a:cubicBezTo>
                  <a:pt x="612865" y="660907"/>
                  <a:pt x="525851" y="653547"/>
                  <a:pt x="498074" y="620902"/>
                </a:cubicBezTo>
                <a:cubicBezTo>
                  <a:pt x="469465" y="587189"/>
                  <a:pt x="500448" y="571757"/>
                  <a:pt x="381620" y="582322"/>
                </a:cubicBezTo>
                <a:cubicBezTo>
                  <a:pt x="277394" y="591581"/>
                  <a:pt x="258282" y="539705"/>
                  <a:pt x="244275" y="510978"/>
                </a:cubicBezTo>
                <a:cubicBezTo>
                  <a:pt x="242257" y="506942"/>
                  <a:pt x="240357" y="503381"/>
                  <a:pt x="238339" y="500413"/>
                </a:cubicBezTo>
                <a:cubicBezTo>
                  <a:pt x="222551" y="477502"/>
                  <a:pt x="192518" y="488067"/>
                  <a:pt x="106929" y="484031"/>
                </a:cubicBezTo>
                <a:cubicBezTo>
                  <a:pt x="104792" y="483912"/>
                  <a:pt x="102655" y="483794"/>
                  <a:pt x="100400" y="483675"/>
                </a:cubicBezTo>
                <a:cubicBezTo>
                  <a:pt x="72741" y="482250"/>
                  <a:pt x="59445" y="474890"/>
                  <a:pt x="43894" y="463376"/>
                </a:cubicBezTo>
                <a:cubicBezTo>
                  <a:pt x="13742" y="440821"/>
                  <a:pt x="-5963" y="398680"/>
                  <a:pt x="1634" y="359862"/>
                </a:cubicBezTo>
                <a:cubicBezTo>
                  <a:pt x="5195" y="341581"/>
                  <a:pt x="13980" y="328641"/>
                  <a:pt x="21815" y="317245"/>
                </a:cubicBezTo>
                <a:cubicBezTo>
                  <a:pt x="39383" y="291367"/>
                  <a:pt x="53629" y="286975"/>
                  <a:pt x="71672" y="267981"/>
                </a:cubicBezTo>
                <a:cubicBezTo>
                  <a:pt x="103842" y="234031"/>
                  <a:pt x="86036" y="218599"/>
                  <a:pt x="112745" y="189040"/>
                </a:cubicBezTo>
                <a:cubicBezTo>
                  <a:pt x="146815" y="151291"/>
                  <a:pt x="183021" y="168622"/>
                  <a:pt x="219821" y="124344"/>
                </a:cubicBezTo>
                <a:cubicBezTo>
                  <a:pt x="233353" y="108081"/>
                  <a:pt x="231691" y="101908"/>
                  <a:pt x="244987" y="91818"/>
                </a:cubicBezTo>
                <a:cubicBezTo>
                  <a:pt x="268372" y="74249"/>
                  <a:pt x="299118" y="73062"/>
                  <a:pt x="330338" y="76029"/>
                </a:cubicBezTo>
                <a:cubicBezTo>
                  <a:pt x="374854" y="80303"/>
                  <a:pt x="428510" y="30445"/>
                  <a:pt x="428510" y="30445"/>
                </a:cubicBezTo>
                <a:cubicBezTo>
                  <a:pt x="495106" y="-15495"/>
                  <a:pt x="552798" y="-8372"/>
                  <a:pt x="642898" y="44572"/>
                </a:cubicBezTo>
                <a:cubicBezTo>
                  <a:pt x="732998" y="97635"/>
                  <a:pt x="718516" y="50507"/>
                  <a:pt x="819299" y="33532"/>
                </a:cubicBezTo>
                <a:cubicBezTo>
                  <a:pt x="920202" y="16556"/>
                  <a:pt x="936702" y="76860"/>
                  <a:pt x="968279" y="118171"/>
                </a:cubicBezTo>
                <a:cubicBezTo>
                  <a:pt x="999855" y="159482"/>
                  <a:pt x="1054461" y="144762"/>
                  <a:pt x="1054461" y="144762"/>
                </a:cubicBezTo>
                <a:cubicBezTo>
                  <a:pt x="1171270" y="117340"/>
                  <a:pt x="1180055" y="149273"/>
                  <a:pt x="1199167" y="174676"/>
                </a:cubicBezTo>
                <a:cubicBezTo>
                  <a:pt x="1218279" y="199961"/>
                  <a:pt x="1181598" y="210645"/>
                  <a:pt x="1242139" y="229995"/>
                </a:cubicBezTo>
                <a:cubicBezTo>
                  <a:pt x="1302681" y="249225"/>
                  <a:pt x="1291403" y="355114"/>
                  <a:pt x="1279177" y="371258"/>
                </a:cubicBezTo>
                <a:close/>
              </a:path>
            </a:pathLst>
          </a:custGeom>
          <a:gradFill>
            <a:gsLst>
              <a:gs pos="0">
                <a:srgbClr val="017F9F"/>
              </a:gs>
              <a:gs pos="50000">
                <a:srgbClr val="3CACB7"/>
              </a:gs>
              <a:gs pos="100000">
                <a:srgbClr val="3CACB7"/>
              </a:gs>
            </a:gsLst>
            <a:lin ang="5500475" scaled="1"/>
          </a:gradFill>
          <a:ln w="6350" cap="flat">
            <a:solidFill>
              <a:srgbClr val="FFEBC9"/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>
              <a:cs typeface="黑体" panose="02010609060101010101" pitchFamily="49" charset="-122"/>
            </a:endParaRPr>
          </a:p>
        </p:txBody>
      </p:sp>
      <p:sp>
        <p:nvSpPr>
          <p:cNvPr id="21" name="任意多边形: 形状 537"/>
          <p:cNvSpPr/>
          <p:nvPr userDrawn="1">
            <p:custDataLst>
              <p:tags r:id="rId28"/>
            </p:custDataLst>
          </p:nvPr>
        </p:nvSpPr>
        <p:spPr>
          <a:xfrm>
            <a:off x="1849755" y="4435475"/>
            <a:ext cx="579120" cy="289560"/>
          </a:xfrm>
          <a:custGeom>
            <a:avLst/>
            <a:gdLst>
              <a:gd name="connsiteX0" fmla="*/ 435748 w 439055"/>
              <a:gd name="connsiteY0" fmla="*/ 126456 h 219641"/>
              <a:gd name="connsiteX1" fmla="*/ 433374 w 439055"/>
              <a:gd name="connsiteY1" fmla="*/ 140345 h 219641"/>
              <a:gd name="connsiteX2" fmla="*/ 422928 w 439055"/>
              <a:gd name="connsiteY2" fmla="*/ 166580 h 219641"/>
              <a:gd name="connsiteX3" fmla="*/ 420791 w 439055"/>
              <a:gd name="connsiteY3" fmla="*/ 165393 h 219641"/>
              <a:gd name="connsiteX4" fmla="*/ 400017 w 439055"/>
              <a:gd name="connsiteY4" fmla="*/ 160763 h 219641"/>
              <a:gd name="connsiteX5" fmla="*/ 399780 w 439055"/>
              <a:gd name="connsiteY5" fmla="*/ 160763 h 219641"/>
              <a:gd name="connsiteX6" fmla="*/ 390283 w 439055"/>
              <a:gd name="connsiteY6" fmla="*/ 181062 h 219641"/>
              <a:gd name="connsiteX7" fmla="*/ 387672 w 439055"/>
              <a:gd name="connsiteY7" fmla="*/ 180350 h 219641"/>
              <a:gd name="connsiteX8" fmla="*/ 369984 w 439055"/>
              <a:gd name="connsiteY8" fmla="*/ 180943 h 219641"/>
              <a:gd name="connsiteX9" fmla="*/ 369272 w 439055"/>
              <a:gd name="connsiteY9" fmla="*/ 181893 h 219641"/>
              <a:gd name="connsiteX10" fmla="*/ 323806 w 439055"/>
              <a:gd name="connsiteY10" fmla="*/ 200174 h 219641"/>
              <a:gd name="connsiteX11" fmla="*/ 308730 w 439055"/>
              <a:gd name="connsiteY11" fmla="*/ 195070 h 219641"/>
              <a:gd name="connsiteX12" fmla="*/ 276323 w 439055"/>
              <a:gd name="connsiteY12" fmla="*/ 184980 h 219641"/>
              <a:gd name="connsiteX13" fmla="*/ 233232 w 439055"/>
              <a:gd name="connsiteY13" fmla="*/ 198987 h 219641"/>
              <a:gd name="connsiteX14" fmla="*/ 232163 w 439055"/>
              <a:gd name="connsiteY14" fmla="*/ 200174 h 219641"/>
              <a:gd name="connsiteX15" fmla="*/ 231095 w 439055"/>
              <a:gd name="connsiteY15" fmla="*/ 201243 h 219641"/>
              <a:gd name="connsiteX16" fmla="*/ 169604 w 439055"/>
              <a:gd name="connsiteY16" fmla="*/ 211452 h 219641"/>
              <a:gd name="connsiteX17" fmla="*/ 129955 w 439055"/>
              <a:gd name="connsiteY17" fmla="*/ 198275 h 219641"/>
              <a:gd name="connsiteX18" fmla="*/ 83184 w 439055"/>
              <a:gd name="connsiteY18" fmla="*/ 173940 h 219641"/>
              <a:gd name="connsiteX19" fmla="*/ 81166 w 439055"/>
              <a:gd name="connsiteY19" fmla="*/ 170378 h 219641"/>
              <a:gd name="connsiteX20" fmla="*/ 36413 w 439055"/>
              <a:gd name="connsiteY20" fmla="*/ 164799 h 219641"/>
              <a:gd name="connsiteX21" fmla="*/ 34157 w 439055"/>
              <a:gd name="connsiteY21" fmla="*/ 164680 h 219641"/>
              <a:gd name="connsiteX22" fmla="*/ 14926 w 439055"/>
              <a:gd name="connsiteY22" fmla="*/ 157795 h 219641"/>
              <a:gd name="connsiteX23" fmla="*/ 563 w 439055"/>
              <a:gd name="connsiteY23" fmla="*/ 122539 h 219641"/>
              <a:gd name="connsiteX24" fmla="*/ 7448 w 439055"/>
              <a:gd name="connsiteY24" fmla="*/ 108056 h 219641"/>
              <a:gd name="connsiteX25" fmla="*/ 24423 w 439055"/>
              <a:gd name="connsiteY25" fmla="*/ 91318 h 219641"/>
              <a:gd name="connsiteX26" fmla="*/ 38431 w 439055"/>
              <a:gd name="connsiteY26" fmla="*/ 64372 h 219641"/>
              <a:gd name="connsiteX27" fmla="*/ 74874 w 439055"/>
              <a:gd name="connsiteY27" fmla="*/ 42292 h 219641"/>
              <a:gd name="connsiteX28" fmla="*/ 83421 w 439055"/>
              <a:gd name="connsiteY28" fmla="*/ 31252 h 219641"/>
              <a:gd name="connsiteX29" fmla="*/ 112505 w 439055"/>
              <a:gd name="connsiteY29" fmla="*/ 25910 h 219641"/>
              <a:gd name="connsiteX30" fmla="*/ 145981 w 439055"/>
              <a:gd name="connsiteY30" fmla="*/ 10359 h 219641"/>
              <a:gd name="connsiteX31" fmla="*/ 219105 w 439055"/>
              <a:gd name="connsiteY31" fmla="*/ 15226 h 219641"/>
              <a:gd name="connsiteX32" fmla="*/ 279172 w 439055"/>
              <a:gd name="connsiteY32" fmla="*/ 11427 h 219641"/>
              <a:gd name="connsiteX33" fmla="*/ 329860 w 439055"/>
              <a:gd name="connsiteY33" fmla="*/ 40274 h 219641"/>
              <a:gd name="connsiteX34" fmla="*/ 359181 w 439055"/>
              <a:gd name="connsiteY34" fmla="*/ 49296 h 219641"/>
              <a:gd name="connsiteX35" fmla="*/ 408446 w 439055"/>
              <a:gd name="connsiteY35" fmla="*/ 59505 h 219641"/>
              <a:gd name="connsiteX36" fmla="*/ 423047 w 439055"/>
              <a:gd name="connsiteY36" fmla="*/ 78379 h 219641"/>
              <a:gd name="connsiteX37" fmla="*/ 435748 w 439055"/>
              <a:gd name="connsiteY37" fmla="*/ 126456 h 2196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439055" h="219641">
                <a:moveTo>
                  <a:pt x="435748" y="126456"/>
                </a:moveTo>
                <a:cubicBezTo>
                  <a:pt x="431594" y="131917"/>
                  <a:pt x="432662" y="139039"/>
                  <a:pt x="433374" y="140345"/>
                </a:cubicBezTo>
                <a:cubicBezTo>
                  <a:pt x="440734" y="154828"/>
                  <a:pt x="431238" y="169310"/>
                  <a:pt x="422928" y="166580"/>
                </a:cubicBezTo>
                <a:cubicBezTo>
                  <a:pt x="422216" y="166342"/>
                  <a:pt x="421503" y="165986"/>
                  <a:pt x="420791" y="165393"/>
                </a:cubicBezTo>
                <a:cubicBezTo>
                  <a:pt x="412719" y="159457"/>
                  <a:pt x="401560" y="160644"/>
                  <a:pt x="400017" y="160763"/>
                </a:cubicBezTo>
                <a:cubicBezTo>
                  <a:pt x="399898" y="160763"/>
                  <a:pt x="399780" y="160763"/>
                  <a:pt x="399780" y="160763"/>
                </a:cubicBezTo>
                <a:cubicBezTo>
                  <a:pt x="401204" y="170141"/>
                  <a:pt x="397406" y="183911"/>
                  <a:pt x="390283" y="181062"/>
                </a:cubicBezTo>
                <a:cubicBezTo>
                  <a:pt x="389452" y="180706"/>
                  <a:pt x="388621" y="180469"/>
                  <a:pt x="387672" y="180350"/>
                </a:cubicBezTo>
                <a:cubicBezTo>
                  <a:pt x="380312" y="178807"/>
                  <a:pt x="369984" y="180943"/>
                  <a:pt x="369984" y="180943"/>
                </a:cubicBezTo>
                <a:cubicBezTo>
                  <a:pt x="369746" y="181300"/>
                  <a:pt x="369509" y="181537"/>
                  <a:pt x="369272" y="181893"/>
                </a:cubicBezTo>
                <a:cubicBezTo>
                  <a:pt x="356214" y="198275"/>
                  <a:pt x="344224" y="205160"/>
                  <a:pt x="323806" y="200174"/>
                </a:cubicBezTo>
                <a:cubicBezTo>
                  <a:pt x="317515" y="198631"/>
                  <a:pt x="313597" y="197088"/>
                  <a:pt x="308730" y="195070"/>
                </a:cubicBezTo>
                <a:cubicBezTo>
                  <a:pt x="296147" y="189847"/>
                  <a:pt x="282852" y="186048"/>
                  <a:pt x="276323" y="184980"/>
                </a:cubicBezTo>
                <a:cubicBezTo>
                  <a:pt x="268251" y="183674"/>
                  <a:pt x="253768" y="184030"/>
                  <a:pt x="233232" y="198987"/>
                </a:cubicBezTo>
                <a:cubicBezTo>
                  <a:pt x="232994" y="199343"/>
                  <a:pt x="232638" y="199699"/>
                  <a:pt x="232163" y="200174"/>
                </a:cubicBezTo>
                <a:cubicBezTo>
                  <a:pt x="231807" y="200530"/>
                  <a:pt x="231451" y="200886"/>
                  <a:pt x="231095" y="201243"/>
                </a:cubicBezTo>
                <a:cubicBezTo>
                  <a:pt x="208659" y="225103"/>
                  <a:pt x="178982" y="222610"/>
                  <a:pt x="169604" y="211452"/>
                </a:cubicBezTo>
                <a:cubicBezTo>
                  <a:pt x="159870" y="199937"/>
                  <a:pt x="170435" y="194714"/>
                  <a:pt x="129955" y="198275"/>
                </a:cubicBezTo>
                <a:cubicBezTo>
                  <a:pt x="94461" y="201361"/>
                  <a:pt x="87932" y="183792"/>
                  <a:pt x="83184" y="173940"/>
                </a:cubicBezTo>
                <a:cubicBezTo>
                  <a:pt x="82472" y="172515"/>
                  <a:pt x="81878" y="171328"/>
                  <a:pt x="81166" y="170378"/>
                </a:cubicBezTo>
                <a:cubicBezTo>
                  <a:pt x="75824" y="162544"/>
                  <a:pt x="65615" y="166105"/>
                  <a:pt x="36413" y="164799"/>
                </a:cubicBezTo>
                <a:cubicBezTo>
                  <a:pt x="35700" y="164799"/>
                  <a:pt x="34988" y="164680"/>
                  <a:pt x="34157" y="164680"/>
                </a:cubicBezTo>
                <a:cubicBezTo>
                  <a:pt x="24779" y="164206"/>
                  <a:pt x="20150" y="161713"/>
                  <a:pt x="14926" y="157795"/>
                </a:cubicBezTo>
                <a:cubicBezTo>
                  <a:pt x="4717" y="150198"/>
                  <a:pt x="-2049" y="135834"/>
                  <a:pt x="563" y="122539"/>
                </a:cubicBezTo>
                <a:cubicBezTo>
                  <a:pt x="1750" y="116366"/>
                  <a:pt x="4836" y="111855"/>
                  <a:pt x="7448" y="108056"/>
                </a:cubicBezTo>
                <a:cubicBezTo>
                  <a:pt x="13383" y="99272"/>
                  <a:pt x="18250" y="97729"/>
                  <a:pt x="24423" y="91318"/>
                </a:cubicBezTo>
                <a:cubicBezTo>
                  <a:pt x="35344" y="79685"/>
                  <a:pt x="29290" y="74462"/>
                  <a:pt x="38431" y="64372"/>
                </a:cubicBezTo>
                <a:cubicBezTo>
                  <a:pt x="50064" y="51551"/>
                  <a:pt x="62410" y="57368"/>
                  <a:pt x="74874" y="42292"/>
                </a:cubicBezTo>
                <a:cubicBezTo>
                  <a:pt x="79504" y="36712"/>
                  <a:pt x="78910" y="34694"/>
                  <a:pt x="83421" y="31252"/>
                </a:cubicBezTo>
                <a:cubicBezTo>
                  <a:pt x="91375" y="25198"/>
                  <a:pt x="101821" y="24842"/>
                  <a:pt x="112505" y="25910"/>
                </a:cubicBezTo>
                <a:cubicBezTo>
                  <a:pt x="127700" y="27334"/>
                  <a:pt x="145981" y="10359"/>
                  <a:pt x="145981" y="10359"/>
                </a:cubicBezTo>
                <a:cubicBezTo>
                  <a:pt x="168654" y="-5310"/>
                  <a:pt x="188360" y="-2818"/>
                  <a:pt x="219105" y="15226"/>
                </a:cubicBezTo>
                <a:cubicBezTo>
                  <a:pt x="249851" y="33270"/>
                  <a:pt x="244865" y="17244"/>
                  <a:pt x="279172" y="11427"/>
                </a:cubicBezTo>
                <a:cubicBezTo>
                  <a:pt x="313479" y="5611"/>
                  <a:pt x="319177" y="26147"/>
                  <a:pt x="329860" y="40274"/>
                </a:cubicBezTo>
                <a:cubicBezTo>
                  <a:pt x="340544" y="54281"/>
                  <a:pt x="359181" y="49296"/>
                  <a:pt x="359181" y="49296"/>
                </a:cubicBezTo>
                <a:cubicBezTo>
                  <a:pt x="398949" y="39918"/>
                  <a:pt x="401917" y="50839"/>
                  <a:pt x="408446" y="59505"/>
                </a:cubicBezTo>
                <a:cubicBezTo>
                  <a:pt x="414974" y="68170"/>
                  <a:pt x="402391" y="71732"/>
                  <a:pt x="423047" y="78379"/>
                </a:cubicBezTo>
                <a:cubicBezTo>
                  <a:pt x="443821" y="84908"/>
                  <a:pt x="439903" y="120996"/>
                  <a:pt x="435748" y="126456"/>
                </a:cubicBezTo>
                <a:close/>
              </a:path>
            </a:pathLst>
          </a:custGeom>
          <a:gradFill>
            <a:gsLst>
              <a:gs pos="0">
                <a:srgbClr val="017F9F"/>
              </a:gs>
              <a:gs pos="50000">
                <a:srgbClr val="3CACB7"/>
              </a:gs>
              <a:gs pos="100000">
                <a:srgbClr val="3CACB7"/>
              </a:gs>
            </a:gsLst>
            <a:lin ang="5500475" scaled="1"/>
          </a:gra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cs typeface="黑体" panose="02010609060101010101" pitchFamily="49" charset="-122"/>
            </a:endParaRPr>
          </a:p>
        </p:txBody>
      </p:sp>
      <p:sp>
        <p:nvSpPr>
          <p:cNvPr id="35" name="任意多边形: 形状 558"/>
          <p:cNvSpPr/>
          <p:nvPr userDrawn="1">
            <p:custDataLst>
              <p:tags r:id="rId29"/>
            </p:custDataLst>
          </p:nvPr>
        </p:nvSpPr>
        <p:spPr>
          <a:xfrm>
            <a:off x="1468755" y="4569460"/>
            <a:ext cx="180975" cy="80645"/>
          </a:xfrm>
          <a:custGeom>
            <a:avLst/>
            <a:gdLst>
              <a:gd name="connsiteX0" fmla="*/ 137346 w 137345"/>
              <a:gd name="connsiteY0" fmla="*/ 61323 h 61322"/>
              <a:gd name="connsiteX1" fmla="*/ 131410 w 137345"/>
              <a:gd name="connsiteY1" fmla="*/ 50758 h 61322"/>
              <a:gd name="connsiteX2" fmla="*/ 0 w 137345"/>
              <a:gd name="connsiteY2" fmla="*/ 34376 h 61322"/>
              <a:gd name="connsiteX3" fmla="*/ 137346 w 137345"/>
              <a:gd name="connsiteY3" fmla="*/ 61323 h 613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7345" h="61322">
                <a:moveTo>
                  <a:pt x="137346" y="61323"/>
                </a:moveTo>
                <a:cubicBezTo>
                  <a:pt x="135328" y="57287"/>
                  <a:pt x="133429" y="53726"/>
                  <a:pt x="131410" y="50758"/>
                </a:cubicBezTo>
                <a:cubicBezTo>
                  <a:pt x="115622" y="27847"/>
                  <a:pt x="85589" y="38412"/>
                  <a:pt x="0" y="34376"/>
                </a:cubicBezTo>
                <a:cubicBezTo>
                  <a:pt x="32526" y="9091"/>
                  <a:pt x="112180" y="-40054"/>
                  <a:pt x="137346" y="61323"/>
                </a:cubicBezTo>
                <a:close/>
              </a:path>
            </a:pathLst>
          </a:custGeom>
          <a:gradFill>
            <a:gsLst>
              <a:gs pos="0">
                <a:srgbClr val="017F9F"/>
              </a:gs>
              <a:gs pos="50000">
                <a:srgbClr val="3CACB7"/>
              </a:gs>
              <a:gs pos="100000">
                <a:srgbClr val="3CACB7"/>
              </a:gs>
            </a:gsLst>
            <a:lin ang="5500475" scaled="1"/>
          </a:gradFill>
          <a:ln w="6350" cap="flat">
            <a:solidFill>
              <a:srgbClr val="FFEBC9"/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>
              <a:cs typeface="黑体" panose="02010609060101010101" pitchFamily="49" charset="-122"/>
            </a:endParaRPr>
          </a:p>
        </p:txBody>
      </p:sp>
      <p:sp>
        <p:nvSpPr>
          <p:cNvPr id="36" name="任意多边形: 形状 559"/>
          <p:cNvSpPr/>
          <p:nvPr userDrawn="1">
            <p:custDataLst>
              <p:tags r:id="rId30"/>
            </p:custDataLst>
          </p:nvPr>
        </p:nvSpPr>
        <p:spPr>
          <a:xfrm>
            <a:off x="2223135" y="4639310"/>
            <a:ext cx="358775" cy="116840"/>
          </a:xfrm>
          <a:custGeom>
            <a:avLst/>
            <a:gdLst>
              <a:gd name="connsiteX0" fmla="*/ 271843 w 271842"/>
              <a:gd name="connsiteY0" fmla="*/ 85460 h 88546"/>
              <a:gd name="connsiteX1" fmla="*/ 227683 w 271842"/>
              <a:gd name="connsiteY1" fmla="*/ 70384 h 88546"/>
              <a:gd name="connsiteX2" fmla="*/ 114791 w 271842"/>
              <a:gd name="connsiteY2" fmla="*/ 41063 h 88546"/>
              <a:gd name="connsiteX3" fmla="*/ 5935 w 271842"/>
              <a:gd name="connsiteY3" fmla="*/ 81780 h 88546"/>
              <a:gd name="connsiteX4" fmla="*/ 2968 w 271842"/>
              <a:gd name="connsiteY4" fmla="*/ 85222 h 88546"/>
              <a:gd name="connsiteX5" fmla="*/ 0 w 271842"/>
              <a:gd name="connsiteY5" fmla="*/ 88546 h 88546"/>
              <a:gd name="connsiteX6" fmla="*/ 209639 w 271842"/>
              <a:gd name="connsiteY6" fmla="*/ 26699 h 88546"/>
              <a:gd name="connsiteX7" fmla="*/ 271843 w 271842"/>
              <a:gd name="connsiteY7" fmla="*/ 85460 h 885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71842" h="88546">
                <a:moveTo>
                  <a:pt x="271843" y="85460"/>
                </a:moveTo>
                <a:cubicBezTo>
                  <a:pt x="261396" y="81780"/>
                  <a:pt x="246202" y="76438"/>
                  <a:pt x="227683" y="70384"/>
                </a:cubicBezTo>
                <a:cubicBezTo>
                  <a:pt x="168685" y="51272"/>
                  <a:pt x="139127" y="41656"/>
                  <a:pt x="114791" y="41063"/>
                </a:cubicBezTo>
                <a:cubicBezTo>
                  <a:pt x="94611" y="40588"/>
                  <a:pt x="54962" y="44149"/>
                  <a:pt x="5935" y="81780"/>
                </a:cubicBezTo>
                <a:cubicBezTo>
                  <a:pt x="4986" y="82848"/>
                  <a:pt x="3917" y="84035"/>
                  <a:pt x="2968" y="85222"/>
                </a:cubicBezTo>
                <a:cubicBezTo>
                  <a:pt x="2018" y="86291"/>
                  <a:pt x="950" y="87478"/>
                  <a:pt x="0" y="88546"/>
                </a:cubicBezTo>
                <a:cubicBezTo>
                  <a:pt x="52825" y="13047"/>
                  <a:pt x="162987" y="-31587"/>
                  <a:pt x="209639" y="26699"/>
                </a:cubicBezTo>
                <a:cubicBezTo>
                  <a:pt x="232194" y="54952"/>
                  <a:pt x="253918" y="73351"/>
                  <a:pt x="271843" y="85460"/>
                </a:cubicBezTo>
                <a:close/>
              </a:path>
            </a:pathLst>
          </a:custGeom>
          <a:gradFill>
            <a:gsLst>
              <a:gs pos="0">
                <a:srgbClr val="017F9F"/>
              </a:gs>
              <a:gs pos="50000">
                <a:srgbClr val="3CACB7"/>
              </a:gs>
              <a:gs pos="100000">
                <a:srgbClr val="3CACB7"/>
              </a:gs>
            </a:gsLst>
            <a:lin ang="5500475" scaled="1"/>
          </a:gradFill>
          <a:ln w="6350" cap="flat">
            <a:solidFill>
              <a:srgbClr val="FFEBC9"/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>
              <a:cs typeface="黑体" panose="02010609060101010101" pitchFamily="49" charset="-122"/>
            </a:endParaRPr>
          </a:p>
        </p:txBody>
      </p:sp>
      <p:sp>
        <p:nvSpPr>
          <p:cNvPr id="37" name="任意多边形: 形状 560"/>
          <p:cNvSpPr/>
          <p:nvPr userDrawn="1">
            <p:custDataLst>
              <p:tags r:id="rId31"/>
            </p:custDataLst>
          </p:nvPr>
        </p:nvSpPr>
        <p:spPr>
          <a:xfrm>
            <a:off x="2758440" y="4640580"/>
            <a:ext cx="71120" cy="40640"/>
          </a:xfrm>
          <a:custGeom>
            <a:avLst/>
            <a:gdLst>
              <a:gd name="connsiteX0" fmla="*/ 54012 w 54012"/>
              <a:gd name="connsiteY0" fmla="*/ 26616 h 31008"/>
              <a:gd name="connsiteX1" fmla="*/ 2137 w 54012"/>
              <a:gd name="connsiteY1" fmla="*/ 28278 h 31008"/>
              <a:gd name="connsiteX2" fmla="*/ 0 w 54012"/>
              <a:gd name="connsiteY2" fmla="*/ 31008 h 31008"/>
              <a:gd name="connsiteX3" fmla="*/ 44041 w 54012"/>
              <a:gd name="connsiteY3" fmla="*/ 11896 h 31008"/>
              <a:gd name="connsiteX4" fmla="*/ 54012 w 54012"/>
              <a:gd name="connsiteY4" fmla="*/ 26616 h 310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4012" h="31008">
                <a:moveTo>
                  <a:pt x="54012" y="26616"/>
                </a:moveTo>
                <a:cubicBezTo>
                  <a:pt x="32526" y="22105"/>
                  <a:pt x="2137" y="28278"/>
                  <a:pt x="2137" y="28278"/>
                </a:cubicBezTo>
                <a:cubicBezTo>
                  <a:pt x="1425" y="29228"/>
                  <a:pt x="712" y="30059"/>
                  <a:pt x="0" y="31008"/>
                </a:cubicBezTo>
                <a:cubicBezTo>
                  <a:pt x="13414" y="-9590"/>
                  <a:pt x="36325" y="-3892"/>
                  <a:pt x="44041" y="11896"/>
                </a:cubicBezTo>
                <a:cubicBezTo>
                  <a:pt x="46652" y="17238"/>
                  <a:pt x="50214" y="22224"/>
                  <a:pt x="54012" y="26616"/>
                </a:cubicBezTo>
                <a:close/>
              </a:path>
            </a:pathLst>
          </a:custGeom>
          <a:gradFill>
            <a:gsLst>
              <a:gs pos="0">
                <a:srgbClr val="017F9F"/>
              </a:gs>
              <a:gs pos="50000">
                <a:srgbClr val="3CACB7"/>
              </a:gs>
              <a:gs pos="100000">
                <a:srgbClr val="3CACB7"/>
              </a:gs>
            </a:gsLst>
            <a:lin ang="5500475" scaled="1"/>
          </a:gradFill>
          <a:ln w="6350" cap="flat">
            <a:solidFill>
              <a:srgbClr val="FFEBC9"/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>
              <a:cs typeface="黑体" panose="02010609060101010101" pitchFamily="49" charset="-122"/>
            </a:endParaRPr>
          </a:p>
        </p:txBody>
      </p:sp>
      <p:sp>
        <p:nvSpPr>
          <p:cNvPr id="38" name="任意多边形: 形状 561"/>
          <p:cNvSpPr/>
          <p:nvPr userDrawn="1">
            <p:custDataLst>
              <p:tags r:id="rId32"/>
            </p:custDataLst>
          </p:nvPr>
        </p:nvSpPr>
        <p:spPr>
          <a:xfrm>
            <a:off x="2860675" y="4525010"/>
            <a:ext cx="105410" cy="96520"/>
          </a:xfrm>
          <a:custGeom>
            <a:avLst/>
            <a:gdLst>
              <a:gd name="connsiteX0" fmla="*/ 79882 w 79882"/>
              <a:gd name="connsiteY0" fmla="*/ 73174 h 73173"/>
              <a:gd name="connsiteX1" fmla="*/ 73472 w 79882"/>
              <a:gd name="connsiteY1" fmla="*/ 69850 h 73173"/>
              <a:gd name="connsiteX2" fmla="*/ 12574 w 79882"/>
              <a:gd name="connsiteY2" fmla="*/ 56436 h 73173"/>
              <a:gd name="connsiteX3" fmla="*/ 2247 w 79882"/>
              <a:gd name="connsiteY3" fmla="*/ 16906 h 73173"/>
              <a:gd name="connsiteX4" fmla="*/ 34773 w 79882"/>
              <a:gd name="connsiteY4" fmla="*/ 16668 h 73173"/>
              <a:gd name="connsiteX5" fmla="*/ 79882 w 79882"/>
              <a:gd name="connsiteY5" fmla="*/ 73174 h 731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9882" h="73173">
                <a:moveTo>
                  <a:pt x="79882" y="73174"/>
                </a:moveTo>
                <a:cubicBezTo>
                  <a:pt x="77745" y="72462"/>
                  <a:pt x="75490" y="71393"/>
                  <a:pt x="73472" y="69850"/>
                </a:cubicBezTo>
                <a:cubicBezTo>
                  <a:pt x="49611" y="52281"/>
                  <a:pt x="17204" y="55842"/>
                  <a:pt x="12574" y="56436"/>
                </a:cubicBezTo>
                <a:cubicBezTo>
                  <a:pt x="9132" y="40410"/>
                  <a:pt x="5333" y="25453"/>
                  <a:pt x="2247" y="16906"/>
                </a:cubicBezTo>
                <a:cubicBezTo>
                  <a:pt x="-3095" y="2305"/>
                  <a:pt x="-1315" y="-12296"/>
                  <a:pt x="34773" y="16668"/>
                </a:cubicBezTo>
                <a:cubicBezTo>
                  <a:pt x="57921" y="35187"/>
                  <a:pt x="72522" y="58810"/>
                  <a:pt x="79882" y="73174"/>
                </a:cubicBezTo>
                <a:close/>
              </a:path>
            </a:pathLst>
          </a:custGeom>
          <a:gradFill>
            <a:gsLst>
              <a:gs pos="0">
                <a:srgbClr val="017F9F"/>
              </a:gs>
              <a:gs pos="50000">
                <a:srgbClr val="3CACB7"/>
              </a:gs>
              <a:gs pos="100000">
                <a:srgbClr val="3CACB7"/>
              </a:gs>
            </a:gsLst>
            <a:lin ang="5500475" scaled="1"/>
          </a:gradFill>
          <a:ln w="6350" cap="flat">
            <a:solidFill>
              <a:srgbClr val="FFEBC9"/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>
              <a:cs typeface="黑体" panose="02010609060101010101" pitchFamily="49" charset="-122"/>
            </a:endParaRPr>
          </a:p>
        </p:txBody>
      </p:sp>
      <p:sp>
        <p:nvSpPr>
          <p:cNvPr id="24" name="任意多边形: 形状 540"/>
          <p:cNvSpPr/>
          <p:nvPr userDrawn="1">
            <p:custDataLst>
              <p:tags r:id="rId33"/>
            </p:custDataLst>
          </p:nvPr>
        </p:nvSpPr>
        <p:spPr>
          <a:xfrm>
            <a:off x="1784985" y="4075430"/>
            <a:ext cx="120650" cy="249555"/>
          </a:xfrm>
          <a:custGeom>
            <a:avLst/>
            <a:gdLst>
              <a:gd name="connsiteX0" fmla="*/ 0 w 91286"/>
              <a:gd name="connsiteY0" fmla="*/ 0 h 189221"/>
              <a:gd name="connsiteX1" fmla="*/ 36800 w 91286"/>
              <a:gd name="connsiteY1" fmla="*/ 60185 h 189221"/>
              <a:gd name="connsiteX2" fmla="*/ 60898 w 91286"/>
              <a:gd name="connsiteY2" fmla="*/ 115741 h 189221"/>
              <a:gd name="connsiteX3" fmla="*/ 91287 w 91286"/>
              <a:gd name="connsiteY3" fmla="*/ 189222 h 1892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1286" h="189221">
                <a:moveTo>
                  <a:pt x="0" y="0"/>
                </a:moveTo>
                <a:cubicBezTo>
                  <a:pt x="9734" y="13414"/>
                  <a:pt x="23504" y="33713"/>
                  <a:pt x="36800" y="60185"/>
                </a:cubicBezTo>
                <a:cubicBezTo>
                  <a:pt x="43922" y="74430"/>
                  <a:pt x="47958" y="84283"/>
                  <a:pt x="60898" y="115741"/>
                </a:cubicBezTo>
                <a:cubicBezTo>
                  <a:pt x="67783" y="132360"/>
                  <a:pt x="78110" y="157526"/>
                  <a:pt x="91287" y="189222"/>
                </a:cubicBezTo>
              </a:path>
            </a:pathLst>
          </a:custGeom>
          <a:noFill/>
          <a:ln w="6350" cap="flat">
            <a:solidFill>
              <a:srgbClr val="FFEBC9"/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>
              <a:cs typeface="黑体" panose="02010609060101010101" pitchFamily="49" charset="-122"/>
            </a:endParaRPr>
          </a:p>
        </p:txBody>
      </p:sp>
      <p:sp>
        <p:nvSpPr>
          <p:cNvPr id="25" name="任意多边形: 形状 541"/>
          <p:cNvSpPr/>
          <p:nvPr userDrawn="1">
            <p:custDataLst>
              <p:tags r:id="rId34"/>
            </p:custDataLst>
          </p:nvPr>
        </p:nvSpPr>
        <p:spPr>
          <a:xfrm>
            <a:off x="1624965" y="4035425"/>
            <a:ext cx="497840" cy="654050"/>
          </a:xfrm>
          <a:custGeom>
            <a:avLst/>
            <a:gdLst>
              <a:gd name="connsiteX0" fmla="*/ 186016 w 377256"/>
              <a:gd name="connsiteY0" fmla="*/ 0 h 495845"/>
              <a:gd name="connsiteX1" fmla="*/ 235637 w 377256"/>
              <a:gd name="connsiteY1" fmla="*/ 67545 h 495845"/>
              <a:gd name="connsiteX2" fmla="*/ 270300 w 377256"/>
              <a:gd name="connsiteY2" fmla="*/ 117047 h 495845"/>
              <a:gd name="connsiteX3" fmla="*/ 356838 w 377256"/>
              <a:gd name="connsiteY3" fmla="*/ 322769 h 495845"/>
              <a:gd name="connsiteX4" fmla="*/ 377256 w 377256"/>
              <a:gd name="connsiteY4" fmla="*/ 495846 h 495845"/>
              <a:gd name="connsiteX5" fmla="*/ 377256 w 377256"/>
              <a:gd name="connsiteY5" fmla="*/ 495846 h 495845"/>
              <a:gd name="connsiteX6" fmla="*/ 290361 w 377256"/>
              <a:gd name="connsiteY6" fmla="*/ 352327 h 495845"/>
              <a:gd name="connsiteX7" fmla="*/ 190646 w 377256"/>
              <a:gd name="connsiteY7" fmla="*/ 198956 h 495845"/>
              <a:gd name="connsiteX8" fmla="*/ 134616 w 377256"/>
              <a:gd name="connsiteY8" fmla="*/ 155271 h 495845"/>
              <a:gd name="connsiteX9" fmla="*/ 50095 w 377256"/>
              <a:gd name="connsiteY9" fmla="*/ 100309 h 495845"/>
              <a:gd name="connsiteX10" fmla="*/ 0 w 377256"/>
              <a:gd name="connsiteY10" fmla="*/ 73243 h 4958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377256" h="495845">
                <a:moveTo>
                  <a:pt x="186016" y="0"/>
                </a:moveTo>
                <a:cubicBezTo>
                  <a:pt x="197769" y="15551"/>
                  <a:pt x="215100" y="38818"/>
                  <a:pt x="235637" y="67545"/>
                </a:cubicBezTo>
                <a:cubicBezTo>
                  <a:pt x="252018" y="90575"/>
                  <a:pt x="265907" y="110518"/>
                  <a:pt x="270300" y="117047"/>
                </a:cubicBezTo>
                <a:cubicBezTo>
                  <a:pt x="293566" y="151472"/>
                  <a:pt x="335352" y="226259"/>
                  <a:pt x="356838" y="322769"/>
                </a:cubicBezTo>
                <a:cubicBezTo>
                  <a:pt x="356838" y="322769"/>
                  <a:pt x="377256" y="495846"/>
                  <a:pt x="377256" y="495846"/>
                </a:cubicBezTo>
                <a:lnTo>
                  <a:pt x="377256" y="495846"/>
                </a:lnTo>
                <a:cubicBezTo>
                  <a:pt x="337607" y="437679"/>
                  <a:pt x="309236" y="387940"/>
                  <a:pt x="290361" y="352327"/>
                </a:cubicBezTo>
                <a:cubicBezTo>
                  <a:pt x="253443" y="282883"/>
                  <a:pt x="238367" y="241335"/>
                  <a:pt x="190646" y="198956"/>
                </a:cubicBezTo>
                <a:cubicBezTo>
                  <a:pt x="171890" y="182336"/>
                  <a:pt x="145181" y="162987"/>
                  <a:pt x="134616" y="155271"/>
                </a:cubicBezTo>
                <a:cubicBezTo>
                  <a:pt x="96629" y="127849"/>
                  <a:pt x="65527" y="109212"/>
                  <a:pt x="50095" y="100309"/>
                </a:cubicBezTo>
                <a:cubicBezTo>
                  <a:pt x="30271" y="88913"/>
                  <a:pt x="13058" y="79891"/>
                  <a:pt x="0" y="73243"/>
                </a:cubicBezTo>
              </a:path>
            </a:pathLst>
          </a:custGeom>
          <a:noFill/>
          <a:ln w="6350" cap="flat">
            <a:solidFill>
              <a:srgbClr val="FFEBC9"/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>
              <a:cs typeface="黑体" panose="02010609060101010101" pitchFamily="49" charset="-122"/>
            </a:endParaRPr>
          </a:p>
        </p:txBody>
      </p:sp>
      <p:sp>
        <p:nvSpPr>
          <p:cNvPr id="26" name="任意多边形: 形状 542"/>
          <p:cNvSpPr/>
          <p:nvPr userDrawn="1">
            <p:custDataLst>
              <p:tags r:id="rId35"/>
            </p:custDataLst>
          </p:nvPr>
        </p:nvSpPr>
        <p:spPr>
          <a:xfrm>
            <a:off x="2035175" y="3981450"/>
            <a:ext cx="18415" cy="311785"/>
          </a:xfrm>
          <a:custGeom>
            <a:avLst/>
            <a:gdLst>
              <a:gd name="connsiteX0" fmla="*/ 13867 w 13866"/>
              <a:gd name="connsiteY0" fmla="*/ 0 h 236111"/>
              <a:gd name="connsiteX1" fmla="*/ 3539 w 13866"/>
              <a:gd name="connsiteY1" fmla="*/ 236112 h 2361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3866" h="236111">
                <a:moveTo>
                  <a:pt x="13867" y="0"/>
                </a:moveTo>
                <a:cubicBezTo>
                  <a:pt x="13867" y="0"/>
                  <a:pt x="-8450" y="150997"/>
                  <a:pt x="3539" y="236112"/>
                </a:cubicBezTo>
              </a:path>
            </a:pathLst>
          </a:custGeom>
          <a:noFill/>
          <a:ln w="6350" cap="flat">
            <a:solidFill>
              <a:srgbClr val="FFEBC9"/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>
              <a:cs typeface="黑体" panose="02010609060101010101" pitchFamily="49" charset="-122"/>
            </a:endParaRPr>
          </a:p>
        </p:txBody>
      </p:sp>
      <p:sp>
        <p:nvSpPr>
          <p:cNvPr id="27" name="任意多边形: 形状 543"/>
          <p:cNvSpPr/>
          <p:nvPr userDrawn="1">
            <p:custDataLst>
              <p:tags r:id="rId36"/>
            </p:custDataLst>
          </p:nvPr>
        </p:nvSpPr>
        <p:spPr>
          <a:xfrm>
            <a:off x="1455420" y="4275455"/>
            <a:ext cx="360045" cy="112395"/>
          </a:xfrm>
          <a:custGeom>
            <a:avLst/>
            <a:gdLst>
              <a:gd name="connsiteX0" fmla="*/ 0 w 272673"/>
              <a:gd name="connsiteY0" fmla="*/ 0 h 84995"/>
              <a:gd name="connsiteX1" fmla="*/ 120608 w 272673"/>
              <a:gd name="connsiteY1" fmla="*/ 21011 h 84995"/>
              <a:gd name="connsiteX2" fmla="*/ 272674 w 272673"/>
              <a:gd name="connsiteY2" fmla="*/ 84995 h 849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72673" h="84995">
                <a:moveTo>
                  <a:pt x="0" y="0"/>
                </a:moveTo>
                <a:cubicBezTo>
                  <a:pt x="34426" y="2612"/>
                  <a:pt x="75499" y="8547"/>
                  <a:pt x="120608" y="21011"/>
                </a:cubicBezTo>
                <a:cubicBezTo>
                  <a:pt x="184117" y="38462"/>
                  <a:pt x="235162" y="63153"/>
                  <a:pt x="272674" y="84995"/>
                </a:cubicBezTo>
              </a:path>
            </a:pathLst>
          </a:custGeom>
          <a:noFill/>
          <a:ln w="6350" cap="flat">
            <a:solidFill>
              <a:srgbClr val="FFEBC9"/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>
              <a:cs typeface="黑体" panose="02010609060101010101" pitchFamily="49" charset="-122"/>
            </a:endParaRPr>
          </a:p>
        </p:txBody>
      </p:sp>
      <p:sp>
        <p:nvSpPr>
          <p:cNvPr id="29" name="任意多边形: 形状 544"/>
          <p:cNvSpPr/>
          <p:nvPr userDrawn="1">
            <p:custDataLst>
              <p:tags r:id="rId37"/>
            </p:custDataLst>
          </p:nvPr>
        </p:nvSpPr>
        <p:spPr>
          <a:xfrm>
            <a:off x="1579245" y="4044315"/>
            <a:ext cx="748030" cy="644525"/>
          </a:xfrm>
          <a:custGeom>
            <a:avLst/>
            <a:gdLst>
              <a:gd name="connsiteX0" fmla="*/ 566834 w 566833"/>
              <a:gd name="connsiteY0" fmla="*/ 0 h 488723"/>
              <a:gd name="connsiteX1" fmla="*/ 516976 w 566833"/>
              <a:gd name="connsiteY1" fmla="*/ 132004 h 488723"/>
              <a:gd name="connsiteX2" fmla="*/ 482907 w 566833"/>
              <a:gd name="connsiteY2" fmla="*/ 214981 h 488723"/>
              <a:gd name="connsiteX3" fmla="*/ 463201 w 566833"/>
              <a:gd name="connsiteY3" fmla="*/ 293448 h 488723"/>
              <a:gd name="connsiteX4" fmla="*/ 411563 w 566833"/>
              <a:gd name="connsiteY4" fmla="*/ 488723 h 488723"/>
              <a:gd name="connsiteX5" fmla="*/ 174502 w 566833"/>
              <a:gd name="connsiteY5" fmla="*/ 252612 h 488723"/>
              <a:gd name="connsiteX6" fmla="*/ 42379 w 566833"/>
              <a:gd name="connsiteY6" fmla="*/ 125712 h 488723"/>
              <a:gd name="connsiteX7" fmla="*/ 0 w 566833"/>
              <a:gd name="connsiteY7" fmla="*/ 96985 h 4887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66833" h="488723">
                <a:moveTo>
                  <a:pt x="566834" y="0"/>
                </a:moveTo>
                <a:cubicBezTo>
                  <a:pt x="548790" y="57811"/>
                  <a:pt x="530509" y="102089"/>
                  <a:pt x="516976" y="132004"/>
                </a:cubicBezTo>
                <a:cubicBezTo>
                  <a:pt x="505818" y="156814"/>
                  <a:pt x="494540" y="179131"/>
                  <a:pt x="482907" y="214981"/>
                </a:cubicBezTo>
                <a:cubicBezTo>
                  <a:pt x="470798" y="252137"/>
                  <a:pt x="465694" y="280746"/>
                  <a:pt x="463201" y="293448"/>
                </a:cubicBezTo>
                <a:cubicBezTo>
                  <a:pt x="455604" y="333453"/>
                  <a:pt x="441359" y="395537"/>
                  <a:pt x="411563" y="488723"/>
                </a:cubicBezTo>
                <a:cubicBezTo>
                  <a:pt x="281577" y="372745"/>
                  <a:pt x="213319" y="299858"/>
                  <a:pt x="174502" y="252612"/>
                </a:cubicBezTo>
                <a:cubicBezTo>
                  <a:pt x="159663" y="234450"/>
                  <a:pt x="115860" y="179606"/>
                  <a:pt x="42379" y="125712"/>
                </a:cubicBezTo>
                <a:cubicBezTo>
                  <a:pt x="25048" y="113011"/>
                  <a:pt x="10090" y="103277"/>
                  <a:pt x="0" y="96985"/>
                </a:cubicBezTo>
              </a:path>
            </a:pathLst>
          </a:custGeom>
          <a:noFill/>
          <a:ln w="6350" cap="flat">
            <a:solidFill>
              <a:srgbClr val="FFEBC9"/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>
              <a:cs typeface="黑体" panose="02010609060101010101" pitchFamily="49" charset="-122"/>
            </a:endParaRPr>
          </a:p>
        </p:txBody>
      </p:sp>
      <p:sp>
        <p:nvSpPr>
          <p:cNvPr id="30" name="任意多边形: 形状 545"/>
          <p:cNvSpPr/>
          <p:nvPr userDrawn="1">
            <p:custDataLst>
              <p:tags r:id="rId38"/>
            </p:custDataLst>
          </p:nvPr>
        </p:nvSpPr>
        <p:spPr>
          <a:xfrm>
            <a:off x="2147570" y="4019550"/>
            <a:ext cx="43180" cy="412115"/>
          </a:xfrm>
          <a:custGeom>
            <a:avLst/>
            <a:gdLst>
              <a:gd name="connsiteX0" fmla="*/ 0 w 32882"/>
              <a:gd name="connsiteY0" fmla="*/ 0 h 312441"/>
              <a:gd name="connsiteX1" fmla="*/ 3205 w 32882"/>
              <a:gd name="connsiteY1" fmla="*/ 94373 h 312441"/>
              <a:gd name="connsiteX2" fmla="*/ 32882 w 32882"/>
              <a:gd name="connsiteY2" fmla="*/ 312441 h 3124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2882" h="312441">
                <a:moveTo>
                  <a:pt x="0" y="0"/>
                </a:moveTo>
                <a:cubicBezTo>
                  <a:pt x="119" y="30271"/>
                  <a:pt x="1068" y="61728"/>
                  <a:pt x="3205" y="94373"/>
                </a:cubicBezTo>
                <a:cubicBezTo>
                  <a:pt x="8310" y="174264"/>
                  <a:pt x="19231" y="247270"/>
                  <a:pt x="32882" y="312441"/>
                </a:cubicBezTo>
              </a:path>
            </a:pathLst>
          </a:custGeom>
          <a:noFill/>
          <a:ln w="6350" cap="flat">
            <a:solidFill>
              <a:srgbClr val="FFEBC9"/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>
              <a:cs typeface="黑体" panose="02010609060101010101" pitchFamily="49" charset="-122"/>
            </a:endParaRPr>
          </a:p>
        </p:txBody>
      </p:sp>
      <p:sp>
        <p:nvSpPr>
          <p:cNvPr id="31" name="任意多边形: 形状 546"/>
          <p:cNvSpPr/>
          <p:nvPr userDrawn="1">
            <p:custDataLst>
              <p:tags r:id="rId39"/>
            </p:custDataLst>
          </p:nvPr>
        </p:nvSpPr>
        <p:spPr>
          <a:xfrm>
            <a:off x="2380615" y="4036060"/>
            <a:ext cx="143510" cy="322580"/>
          </a:xfrm>
          <a:custGeom>
            <a:avLst/>
            <a:gdLst>
              <a:gd name="connsiteX0" fmla="*/ 108856 w 108855"/>
              <a:gd name="connsiteY0" fmla="*/ 0 h 244658"/>
              <a:gd name="connsiteX1" fmla="*/ 51163 w 108855"/>
              <a:gd name="connsiteY1" fmla="*/ 89150 h 244658"/>
              <a:gd name="connsiteX2" fmla="*/ 20774 w 108855"/>
              <a:gd name="connsiteY2" fmla="*/ 182455 h 244658"/>
              <a:gd name="connsiteX3" fmla="*/ 0 w 108855"/>
              <a:gd name="connsiteY3" fmla="*/ 244658 h 2446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8855" h="244658">
                <a:moveTo>
                  <a:pt x="108856" y="0"/>
                </a:moveTo>
                <a:cubicBezTo>
                  <a:pt x="77754" y="34307"/>
                  <a:pt x="60898" y="66002"/>
                  <a:pt x="51163" y="89150"/>
                </a:cubicBezTo>
                <a:cubicBezTo>
                  <a:pt x="42023" y="110993"/>
                  <a:pt x="39293" y="125000"/>
                  <a:pt x="20774" y="182455"/>
                </a:cubicBezTo>
                <a:cubicBezTo>
                  <a:pt x="12227" y="208808"/>
                  <a:pt x="4986" y="230295"/>
                  <a:pt x="0" y="244658"/>
                </a:cubicBezTo>
              </a:path>
            </a:pathLst>
          </a:custGeom>
          <a:noFill/>
          <a:ln w="6350" cap="flat">
            <a:solidFill>
              <a:srgbClr val="FFEBC9"/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>
              <a:cs typeface="黑体" panose="02010609060101010101" pitchFamily="49" charset="-122"/>
            </a:endParaRPr>
          </a:p>
        </p:txBody>
      </p:sp>
      <p:sp>
        <p:nvSpPr>
          <p:cNvPr id="32" name="任意多边形: 形状 547"/>
          <p:cNvSpPr/>
          <p:nvPr userDrawn="1">
            <p:custDataLst>
              <p:tags r:id="rId40"/>
            </p:custDataLst>
          </p:nvPr>
        </p:nvSpPr>
        <p:spPr>
          <a:xfrm>
            <a:off x="2122805" y="4169410"/>
            <a:ext cx="801370" cy="520065"/>
          </a:xfrm>
          <a:custGeom>
            <a:avLst/>
            <a:gdLst>
              <a:gd name="connsiteX0" fmla="*/ 607076 w 607075"/>
              <a:gd name="connsiteY0" fmla="*/ 67308 h 394231"/>
              <a:gd name="connsiteX1" fmla="*/ 522081 w 607075"/>
              <a:gd name="connsiteY1" fmla="*/ 75617 h 394231"/>
              <a:gd name="connsiteX2" fmla="*/ 467831 w 607075"/>
              <a:gd name="connsiteY2" fmla="*/ 99478 h 394231"/>
              <a:gd name="connsiteX3" fmla="*/ 409189 w 607075"/>
              <a:gd name="connsiteY3" fmla="*/ 128205 h 394231"/>
              <a:gd name="connsiteX4" fmla="*/ 202398 w 607075"/>
              <a:gd name="connsiteY4" fmla="*/ 258904 h 394231"/>
              <a:gd name="connsiteX5" fmla="*/ 0 w 607075"/>
              <a:gd name="connsiteY5" fmla="*/ 394231 h 394231"/>
              <a:gd name="connsiteX6" fmla="*/ 0 w 607075"/>
              <a:gd name="connsiteY6" fmla="*/ 394231 h 394231"/>
              <a:gd name="connsiteX7" fmla="*/ 201449 w 607075"/>
              <a:gd name="connsiteY7" fmla="*/ 136159 h 394231"/>
              <a:gd name="connsiteX8" fmla="*/ 241453 w 607075"/>
              <a:gd name="connsiteY8" fmla="*/ 103751 h 394231"/>
              <a:gd name="connsiteX9" fmla="*/ 271724 w 607075"/>
              <a:gd name="connsiteY9" fmla="*/ 79535 h 394231"/>
              <a:gd name="connsiteX10" fmla="*/ 304844 w 607075"/>
              <a:gd name="connsiteY10" fmla="*/ 53656 h 394231"/>
              <a:gd name="connsiteX11" fmla="*/ 414887 w 607075"/>
              <a:gd name="connsiteY11" fmla="*/ 0 h 394231"/>
              <a:gd name="connsiteX12" fmla="*/ 414887 w 607075"/>
              <a:gd name="connsiteY12" fmla="*/ 0 h 3942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07075" h="394231">
                <a:moveTo>
                  <a:pt x="607076" y="67308"/>
                </a:moveTo>
                <a:cubicBezTo>
                  <a:pt x="568971" y="63628"/>
                  <a:pt x="540599" y="69682"/>
                  <a:pt x="522081" y="75617"/>
                </a:cubicBezTo>
                <a:cubicBezTo>
                  <a:pt x="510328" y="79416"/>
                  <a:pt x="496202" y="86064"/>
                  <a:pt x="467831" y="99478"/>
                </a:cubicBezTo>
                <a:cubicBezTo>
                  <a:pt x="441477" y="111824"/>
                  <a:pt x="418923" y="123220"/>
                  <a:pt x="409189" y="128205"/>
                </a:cubicBezTo>
                <a:cubicBezTo>
                  <a:pt x="346985" y="160494"/>
                  <a:pt x="247507" y="228277"/>
                  <a:pt x="202398" y="258904"/>
                </a:cubicBezTo>
                <a:cubicBezTo>
                  <a:pt x="135209" y="304488"/>
                  <a:pt x="67308" y="349003"/>
                  <a:pt x="0" y="394231"/>
                </a:cubicBezTo>
                <a:lnTo>
                  <a:pt x="0" y="394231"/>
                </a:lnTo>
                <a:cubicBezTo>
                  <a:pt x="11515" y="378206"/>
                  <a:pt x="161800" y="168685"/>
                  <a:pt x="201449" y="136159"/>
                </a:cubicBezTo>
                <a:cubicBezTo>
                  <a:pt x="218780" y="121914"/>
                  <a:pt x="241453" y="103751"/>
                  <a:pt x="241453" y="103751"/>
                </a:cubicBezTo>
                <a:cubicBezTo>
                  <a:pt x="253799" y="93899"/>
                  <a:pt x="264127" y="85589"/>
                  <a:pt x="271724" y="79535"/>
                </a:cubicBezTo>
                <a:cubicBezTo>
                  <a:pt x="271724" y="79535"/>
                  <a:pt x="283239" y="69801"/>
                  <a:pt x="304844" y="53656"/>
                </a:cubicBezTo>
                <a:cubicBezTo>
                  <a:pt x="353277" y="17213"/>
                  <a:pt x="414887" y="0"/>
                  <a:pt x="414887" y="0"/>
                </a:cubicBezTo>
                <a:lnTo>
                  <a:pt x="414887" y="0"/>
                </a:lnTo>
              </a:path>
            </a:pathLst>
          </a:custGeom>
          <a:noFill/>
          <a:ln w="6350" cap="flat">
            <a:solidFill>
              <a:srgbClr val="FFEBC9"/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>
              <a:cs typeface="黑体" panose="02010609060101010101" pitchFamily="49" charset="-122"/>
            </a:endParaRPr>
          </a:p>
        </p:txBody>
      </p:sp>
      <p:sp>
        <p:nvSpPr>
          <p:cNvPr id="33" name="任意多边形: 形状 548"/>
          <p:cNvSpPr/>
          <p:nvPr userDrawn="1">
            <p:custDataLst>
              <p:tags r:id="rId41"/>
            </p:custDataLst>
          </p:nvPr>
        </p:nvSpPr>
        <p:spPr>
          <a:xfrm>
            <a:off x="2675255" y="4154170"/>
            <a:ext cx="161925" cy="176530"/>
          </a:xfrm>
          <a:custGeom>
            <a:avLst/>
            <a:gdLst>
              <a:gd name="connsiteX0" fmla="*/ 122507 w 122507"/>
              <a:gd name="connsiteY0" fmla="*/ 0 h 133665"/>
              <a:gd name="connsiteX1" fmla="*/ 71344 w 122507"/>
              <a:gd name="connsiteY1" fmla="*/ 20418 h 133665"/>
              <a:gd name="connsiteX2" fmla="*/ 51401 w 122507"/>
              <a:gd name="connsiteY2" fmla="*/ 44516 h 133665"/>
              <a:gd name="connsiteX3" fmla="*/ 0 w 122507"/>
              <a:gd name="connsiteY3" fmla="*/ 133666 h 1336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2507" h="133665">
                <a:moveTo>
                  <a:pt x="122507" y="0"/>
                </a:moveTo>
                <a:cubicBezTo>
                  <a:pt x="109449" y="1424"/>
                  <a:pt x="89031" y="5698"/>
                  <a:pt x="71344" y="20418"/>
                </a:cubicBezTo>
                <a:cubicBezTo>
                  <a:pt x="60779" y="29202"/>
                  <a:pt x="55200" y="38343"/>
                  <a:pt x="51401" y="44516"/>
                </a:cubicBezTo>
                <a:cubicBezTo>
                  <a:pt x="30271" y="79297"/>
                  <a:pt x="11990" y="111942"/>
                  <a:pt x="0" y="133666"/>
                </a:cubicBezTo>
              </a:path>
            </a:pathLst>
          </a:custGeom>
          <a:noFill/>
          <a:ln w="6350" cap="flat">
            <a:solidFill>
              <a:srgbClr val="FFEBC9"/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>
              <a:cs typeface="黑体" panose="02010609060101010101" pitchFamily="49" charset="-122"/>
            </a:endParaRPr>
          </a:p>
        </p:txBody>
      </p:sp>
      <p:sp>
        <p:nvSpPr>
          <p:cNvPr id="34" name="任意多边形: 形状 549"/>
          <p:cNvSpPr/>
          <p:nvPr userDrawn="1">
            <p:custDataLst>
              <p:tags r:id="rId42"/>
            </p:custDataLst>
          </p:nvPr>
        </p:nvSpPr>
        <p:spPr>
          <a:xfrm>
            <a:off x="2600960" y="4310380"/>
            <a:ext cx="408940" cy="173355"/>
          </a:xfrm>
          <a:custGeom>
            <a:avLst/>
            <a:gdLst>
              <a:gd name="connsiteX0" fmla="*/ 309711 w 309710"/>
              <a:gd name="connsiteY0" fmla="*/ 1683 h 131313"/>
              <a:gd name="connsiteX1" fmla="*/ 201686 w 309710"/>
              <a:gd name="connsiteY1" fmla="*/ 11180 h 131313"/>
              <a:gd name="connsiteX2" fmla="*/ 124050 w 309710"/>
              <a:gd name="connsiteY2" fmla="*/ 47861 h 131313"/>
              <a:gd name="connsiteX3" fmla="*/ 0 w 309710"/>
              <a:gd name="connsiteY3" fmla="*/ 131313 h 1313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9710" h="131313">
                <a:moveTo>
                  <a:pt x="309711" y="1683"/>
                </a:moveTo>
                <a:cubicBezTo>
                  <a:pt x="284426" y="-1047"/>
                  <a:pt x="245608" y="-1997"/>
                  <a:pt x="201686" y="11180"/>
                </a:cubicBezTo>
                <a:cubicBezTo>
                  <a:pt x="185898" y="15810"/>
                  <a:pt x="166667" y="23169"/>
                  <a:pt x="124050" y="47861"/>
                </a:cubicBezTo>
                <a:cubicBezTo>
                  <a:pt x="92237" y="66379"/>
                  <a:pt x="49027" y="93445"/>
                  <a:pt x="0" y="131313"/>
                </a:cubicBezTo>
              </a:path>
            </a:pathLst>
          </a:custGeom>
          <a:noFill/>
          <a:ln w="6350" cap="flat">
            <a:solidFill>
              <a:srgbClr val="FFEBC9"/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>
              <a:cs typeface="黑体" panose="02010609060101010101" pitchFamily="49" charset="-122"/>
            </a:endParaRPr>
          </a:p>
        </p:txBody>
      </p:sp>
      <p:sp>
        <p:nvSpPr>
          <p:cNvPr id="39" name="任意多边形: 形状 550"/>
          <p:cNvSpPr/>
          <p:nvPr userDrawn="1">
            <p:custDataLst>
              <p:tags r:id="rId43"/>
            </p:custDataLst>
          </p:nvPr>
        </p:nvSpPr>
        <p:spPr>
          <a:xfrm>
            <a:off x="2122805" y="4411980"/>
            <a:ext cx="902335" cy="277495"/>
          </a:xfrm>
          <a:custGeom>
            <a:avLst/>
            <a:gdLst>
              <a:gd name="connsiteX0" fmla="*/ 673434 w 683880"/>
              <a:gd name="connsiteY0" fmla="*/ 131376 h 210080"/>
              <a:gd name="connsiteX1" fmla="*/ 565409 w 683880"/>
              <a:gd name="connsiteY1" fmla="*/ 74752 h 210080"/>
              <a:gd name="connsiteX2" fmla="*/ 520300 w 683880"/>
              <a:gd name="connsiteY2" fmla="*/ 78907 h 210080"/>
              <a:gd name="connsiteX3" fmla="*/ 301045 w 683880"/>
              <a:gd name="connsiteY3" fmla="*/ 132445 h 210080"/>
              <a:gd name="connsiteX4" fmla="*/ 0 w 683880"/>
              <a:gd name="connsiteY4" fmla="*/ 210080 h 210080"/>
              <a:gd name="connsiteX5" fmla="*/ 0 w 683880"/>
              <a:gd name="connsiteY5" fmla="*/ 210080 h 210080"/>
              <a:gd name="connsiteX6" fmla="*/ 95917 w 683880"/>
              <a:gd name="connsiteY6" fmla="*/ 171975 h 210080"/>
              <a:gd name="connsiteX7" fmla="*/ 197175 w 683880"/>
              <a:gd name="connsiteY7" fmla="*/ 131376 h 210080"/>
              <a:gd name="connsiteX8" fmla="*/ 357669 w 683880"/>
              <a:gd name="connsiteY8" fmla="*/ 55878 h 210080"/>
              <a:gd name="connsiteX9" fmla="*/ 558643 w 683880"/>
              <a:gd name="connsiteY9" fmla="*/ 322 h 210080"/>
              <a:gd name="connsiteX10" fmla="*/ 683880 w 683880"/>
              <a:gd name="connsiteY10" fmla="*/ 14923 h 2100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683880" h="210080">
                <a:moveTo>
                  <a:pt x="673434" y="131376"/>
                </a:moveTo>
                <a:cubicBezTo>
                  <a:pt x="652660" y="109890"/>
                  <a:pt x="615504" y="78551"/>
                  <a:pt x="565409" y="74752"/>
                </a:cubicBezTo>
                <a:cubicBezTo>
                  <a:pt x="545110" y="73209"/>
                  <a:pt x="529678" y="76771"/>
                  <a:pt x="520300" y="78907"/>
                </a:cubicBezTo>
                <a:cubicBezTo>
                  <a:pt x="424265" y="101581"/>
                  <a:pt x="340812" y="122355"/>
                  <a:pt x="301045" y="132445"/>
                </a:cubicBezTo>
                <a:cubicBezTo>
                  <a:pt x="200736" y="158323"/>
                  <a:pt x="100309" y="184202"/>
                  <a:pt x="0" y="210080"/>
                </a:cubicBezTo>
                <a:lnTo>
                  <a:pt x="0" y="210080"/>
                </a:lnTo>
                <a:cubicBezTo>
                  <a:pt x="22792" y="201058"/>
                  <a:pt x="55912" y="188001"/>
                  <a:pt x="95917" y="171975"/>
                </a:cubicBezTo>
                <a:cubicBezTo>
                  <a:pt x="153015" y="149183"/>
                  <a:pt x="181506" y="137905"/>
                  <a:pt x="197175" y="131376"/>
                </a:cubicBezTo>
                <a:cubicBezTo>
                  <a:pt x="288462" y="93390"/>
                  <a:pt x="288343" y="84843"/>
                  <a:pt x="357669" y="55878"/>
                </a:cubicBezTo>
                <a:cubicBezTo>
                  <a:pt x="429488" y="25845"/>
                  <a:pt x="484925" y="3290"/>
                  <a:pt x="558643" y="322"/>
                </a:cubicBezTo>
                <a:cubicBezTo>
                  <a:pt x="611587" y="-1815"/>
                  <a:pt x="655272" y="7089"/>
                  <a:pt x="683880" y="14923"/>
                </a:cubicBezTo>
              </a:path>
            </a:pathLst>
          </a:custGeom>
          <a:noFill/>
          <a:ln w="6350" cap="flat">
            <a:solidFill>
              <a:srgbClr val="FFEBC9"/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>
              <a:cs typeface="黑体" panose="02010609060101010101" pitchFamily="49" charset="-122"/>
            </a:endParaRPr>
          </a:p>
        </p:txBody>
      </p:sp>
      <p:sp>
        <p:nvSpPr>
          <p:cNvPr id="40" name="任意多边形: 形状 551"/>
          <p:cNvSpPr/>
          <p:nvPr userDrawn="1">
            <p:custDataLst>
              <p:tags r:id="rId44"/>
            </p:custDataLst>
          </p:nvPr>
        </p:nvSpPr>
        <p:spPr>
          <a:xfrm>
            <a:off x="2103755" y="4689475"/>
            <a:ext cx="159385" cy="133985"/>
          </a:xfrm>
          <a:custGeom>
            <a:avLst/>
            <a:gdLst>
              <a:gd name="connsiteX0" fmla="*/ 120823 w 120822"/>
              <a:gd name="connsiteY0" fmla="*/ 16144 h 101614"/>
              <a:gd name="connsiteX1" fmla="*/ 67997 w 120822"/>
              <a:gd name="connsiteY1" fmla="*/ 23148 h 101614"/>
              <a:gd name="connsiteX2" fmla="*/ 14460 w 120822"/>
              <a:gd name="connsiteY2" fmla="*/ 0 h 101614"/>
              <a:gd name="connsiteX3" fmla="*/ 1402 w 120822"/>
              <a:gd name="connsiteY3" fmla="*/ 101615 h 1016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0822" h="101614">
                <a:moveTo>
                  <a:pt x="120823" y="16144"/>
                </a:moveTo>
                <a:cubicBezTo>
                  <a:pt x="120823" y="16144"/>
                  <a:pt x="102779" y="27778"/>
                  <a:pt x="67997" y="23148"/>
                </a:cubicBezTo>
                <a:cubicBezTo>
                  <a:pt x="33216" y="18519"/>
                  <a:pt x="14460" y="0"/>
                  <a:pt x="14460" y="0"/>
                </a:cubicBezTo>
                <a:cubicBezTo>
                  <a:pt x="-6314" y="72768"/>
                  <a:pt x="1402" y="101615"/>
                  <a:pt x="1402" y="101615"/>
                </a:cubicBezTo>
              </a:path>
            </a:pathLst>
          </a:custGeom>
          <a:noFill/>
          <a:ln w="6350" cap="flat">
            <a:solidFill>
              <a:srgbClr val="FFEBC9"/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>
              <a:cs typeface="黑体" panose="02010609060101010101" pitchFamily="49" charset="-122"/>
            </a:endParaRPr>
          </a:p>
        </p:txBody>
      </p:sp>
      <p:sp>
        <p:nvSpPr>
          <p:cNvPr id="41" name="任意多边形: 形状 552"/>
          <p:cNvSpPr/>
          <p:nvPr userDrawn="1">
            <p:custDataLst>
              <p:tags r:id="rId45"/>
            </p:custDataLst>
          </p:nvPr>
        </p:nvSpPr>
        <p:spPr>
          <a:xfrm>
            <a:off x="1422400" y="4329430"/>
            <a:ext cx="699770" cy="360045"/>
          </a:xfrm>
          <a:custGeom>
            <a:avLst/>
            <a:gdLst>
              <a:gd name="connsiteX0" fmla="*/ 530390 w 530390"/>
              <a:gd name="connsiteY0" fmla="*/ 272674 h 272673"/>
              <a:gd name="connsiteX1" fmla="*/ 113960 w 530390"/>
              <a:gd name="connsiteY1" fmla="*/ 50214 h 272673"/>
              <a:gd name="connsiteX2" fmla="*/ 0 w 530390"/>
              <a:gd name="connsiteY2" fmla="*/ 0 h 2726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30390" h="272673">
                <a:moveTo>
                  <a:pt x="530390" y="272674"/>
                </a:moveTo>
                <a:cubicBezTo>
                  <a:pt x="404678" y="195632"/>
                  <a:pt x="266026" y="120133"/>
                  <a:pt x="113960" y="50214"/>
                </a:cubicBezTo>
                <a:cubicBezTo>
                  <a:pt x="75617" y="32526"/>
                  <a:pt x="37631" y="15907"/>
                  <a:pt x="0" y="0"/>
                </a:cubicBezTo>
              </a:path>
            </a:pathLst>
          </a:custGeom>
          <a:noFill/>
          <a:ln w="6350" cap="flat">
            <a:solidFill>
              <a:srgbClr val="FFEBC9"/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>
              <a:cs typeface="黑体" panose="02010609060101010101" pitchFamily="49" charset="-122"/>
            </a:endParaRPr>
          </a:p>
        </p:txBody>
      </p:sp>
      <p:sp>
        <p:nvSpPr>
          <p:cNvPr id="42" name="任意多边形: 形状 553"/>
          <p:cNvSpPr/>
          <p:nvPr userDrawn="1">
            <p:custDataLst>
              <p:tags r:id="rId46"/>
            </p:custDataLst>
          </p:nvPr>
        </p:nvSpPr>
        <p:spPr>
          <a:xfrm>
            <a:off x="1331595" y="4503420"/>
            <a:ext cx="772795" cy="175895"/>
          </a:xfrm>
          <a:custGeom>
            <a:avLst/>
            <a:gdLst>
              <a:gd name="connsiteX0" fmla="*/ 0 w 585589"/>
              <a:gd name="connsiteY0" fmla="*/ 0 h 133547"/>
              <a:gd name="connsiteX1" fmla="*/ 166667 w 585589"/>
              <a:gd name="connsiteY1" fmla="*/ 2255 h 133547"/>
              <a:gd name="connsiteX2" fmla="*/ 411800 w 585589"/>
              <a:gd name="connsiteY2" fmla="*/ 73718 h 133547"/>
              <a:gd name="connsiteX3" fmla="*/ 585590 w 585589"/>
              <a:gd name="connsiteY3" fmla="*/ 133547 h 1335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85589" h="133547">
                <a:moveTo>
                  <a:pt x="0" y="0"/>
                </a:moveTo>
                <a:cubicBezTo>
                  <a:pt x="0" y="0"/>
                  <a:pt x="62085" y="12583"/>
                  <a:pt x="166667" y="2255"/>
                </a:cubicBezTo>
                <a:cubicBezTo>
                  <a:pt x="221273" y="-3205"/>
                  <a:pt x="259734" y="21724"/>
                  <a:pt x="411800" y="73718"/>
                </a:cubicBezTo>
                <a:cubicBezTo>
                  <a:pt x="478514" y="96510"/>
                  <a:pt x="537157" y="116691"/>
                  <a:pt x="585590" y="133547"/>
                </a:cubicBezTo>
              </a:path>
            </a:pathLst>
          </a:custGeom>
          <a:noFill/>
          <a:ln w="6350" cap="flat">
            <a:solidFill>
              <a:srgbClr val="FFEBC9"/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>
              <a:cs typeface="黑体" panose="02010609060101010101" pitchFamily="49" charset="-122"/>
            </a:endParaRPr>
          </a:p>
        </p:txBody>
      </p:sp>
      <p:sp>
        <p:nvSpPr>
          <p:cNvPr id="43" name="任意多边形: 形状 554"/>
          <p:cNvSpPr/>
          <p:nvPr userDrawn="1">
            <p:custDataLst>
              <p:tags r:id="rId47"/>
            </p:custDataLst>
          </p:nvPr>
        </p:nvSpPr>
        <p:spPr>
          <a:xfrm>
            <a:off x="1646555" y="4625340"/>
            <a:ext cx="476250" cy="64135"/>
          </a:xfrm>
          <a:custGeom>
            <a:avLst/>
            <a:gdLst>
              <a:gd name="connsiteX0" fmla="*/ 0 w 360874"/>
              <a:gd name="connsiteY0" fmla="*/ 6629 h 48651"/>
              <a:gd name="connsiteX1" fmla="*/ 47246 w 360874"/>
              <a:gd name="connsiteY1" fmla="*/ 337 h 48651"/>
              <a:gd name="connsiteX2" fmla="*/ 160494 w 360874"/>
              <a:gd name="connsiteY2" fmla="*/ 17075 h 48651"/>
              <a:gd name="connsiteX3" fmla="*/ 360874 w 360874"/>
              <a:gd name="connsiteY3" fmla="*/ 48652 h 486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0874" h="48651">
                <a:moveTo>
                  <a:pt x="0" y="6629"/>
                </a:moveTo>
                <a:cubicBezTo>
                  <a:pt x="10921" y="4255"/>
                  <a:pt x="27303" y="1287"/>
                  <a:pt x="47246" y="337"/>
                </a:cubicBezTo>
                <a:cubicBezTo>
                  <a:pt x="103039" y="-2393"/>
                  <a:pt x="145299" y="12208"/>
                  <a:pt x="160494" y="17075"/>
                </a:cubicBezTo>
                <a:cubicBezTo>
                  <a:pt x="200143" y="29896"/>
                  <a:pt x="262346" y="43903"/>
                  <a:pt x="360874" y="48652"/>
                </a:cubicBezTo>
              </a:path>
            </a:pathLst>
          </a:custGeom>
          <a:noFill/>
          <a:ln w="6350" cap="flat">
            <a:solidFill>
              <a:srgbClr val="FFEBC9"/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>
              <a:cs typeface="黑体" panose="02010609060101010101" pitchFamily="49" charset="-122"/>
            </a:endParaRPr>
          </a:p>
        </p:txBody>
      </p:sp>
      <p:sp>
        <p:nvSpPr>
          <p:cNvPr id="44" name="任意多边形: 形状 555"/>
          <p:cNvSpPr/>
          <p:nvPr userDrawn="1">
            <p:custDataLst>
              <p:tags r:id="rId48"/>
            </p:custDataLst>
          </p:nvPr>
        </p:nvSpPr>
        <p:spPr>
          <a:xfrm>
            <a:off x="1762760" y="4678045"/>
            <a:ext cx="220345" cy="64770"/>
          </a:xfrm>
          <a:custGeom>
            <a:avLst/>
            <a:gdLst>
              <a:gd name="connsiteX0" fmla="*/ 0 w 166904"/>
              <a:gd name="connsiteY0" fmla="*/ 49264 h 49264"/>
              <a:gd name="connsiteX1" fmla="*/ 15788 w 166904"/>
              <a:gd name="connsiteY1" fmla="*/ 34544 h 49264"/>
              <a:gd name="connsiteX2" fmla="*/ 74549 w 166904"/>
              <a:gd name="connsiteY2" fmla="*/ 11515 h 49264"/>
              <a:gd name="connsiteX3" fmla="*/ 166904 w 166904"/>
              <a:gd name="connsiteY3" fmla="*/ 0 h 492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6904" h="49264">
                <a:moveTo>
                  <a:pt x="0" y="49264"/>
                </a:moveTo>
                <a:cubicBezTo>
                  <a:pt x="3443" y="45347"/>
                  <a:pt x="8666" y="40005"/>
                  <a:pt x="15788" y="34544"/>
                </a:cubicBezTo>
                <a:cubicBezTo>
                  <a:pt x="34544" y="20181"/>
                  <a:pt x="53538" y="15551"/>
                  <a:pt x="74549" y="11515"/>
                </a:cubicBezTo>
                <a:cubicBezTo>
                  <a:pt x="97578" y="7123"/>
                  <a:pt x="128799" y="2255"/>
                  <a:pt x="166904" y="0"/>
                </a:cubicBezTo>
              </a:path>
            </a:pathLst>
          </a:custGeom>
          <a:noFill/>
          <a:ln w="6350" cap="flat">
            <a:solidFill>
              <a:srgbClr val="FFEBC9"/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>
              <a:cs typeface="黑体" panose="02010609060101010101" pitchFamily="49" charset="-122"/>
            </a:endParaRPr>
          </a:p>
        </p:txBody>
      </p:sp>
      <p:sp>
        <p:nvSpPr>
          <p:cNvPr id="45" name="任意多边形: 形状 556"/>
          <p:cNvSpPr/>
          <p:nvPr userDrawn="1">
            <p:custDataLst>
              <p:tags r:id="rId49"/>
            </p:custDataLst>
          </p:nvPr>
        </p:nvSpPr>
        <p:spPr>
          <a:xfrm>
            <a:off x="1951355" y="4685030"/>
            <a:ext cx="170815" cy="62230"/>
          </a:xfrm>
          <a:custGeom>
            <a:avLst/>
            <a:gdLst>
              <a:gd name="connsiteX0" fmla="*/ 0 w 129392"/>
              <a:gd name="connsiteY0" fmla="*/ 47009 h 47067"/>
              <a:gd name="connsiteX1" fmla="*/ 129392 w 129392"/>
              <a:gd name="connsiteY1" fmla="*/ 0 h 470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29392" h="47067">
                <a:moveTo>
                  <a:pt x="0" y="47009"/>
                </a:moveTo>
                <a:cubicBezTo>
                  <a:pt x="2137" y="48314"/>
                  <a:pt x="114198" y="27659"/>
                  <a:pt x="129392" y="0"/>
                </a:cubicBezTo>
              </a:path>
            </a:pathLst>
          </a:custGeom>
          <a:noFill/>
          <a:ln w="6350" cap="flat">
            <a:solidFill>
              <a:srgbClr val="FFEBC9"/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>
              <a:cs typeface="黑体" panose="02010609060101010101" pitchFamily="49" charset="-122"/>
            </a:endParaRPr>
          </a:p>
        </p:txBody>
      </p:sp>
      <p:sp>
        <p:nvSpPr>
          <p:cNvPr id="46" name="任意多边形: 形状 557"/>
          <p:cNvSpPr/>
          <p:nvPr userDrawn="1">
            <p:custDataLst>
              <p:tags r:id="rId50"/>
            </p:custDataLst>
          </p:nvPr>
        </p:nvSpPr>
        <p:spPr>
          <a:xfrm>
            <a:off x="2484755" y="4643120"/>
            <a:ext cx="299720" cy="30480"/>
          </a:xfrm>
          <a:custGeom>
            <a:avLst/>
            <a:gdLst>
              <a:gd name="connsiteX0" fmla="*/ 227208 w 227208"/>
              <a:gd name="connsiteY0" fmla="*/ 0 h 23114"/>
              <a:gd name="connsiteX1" fmla="*/ 0 w 227208"/>
              <a:gd name="connsiteY1" fmla="*/ 11990 h 231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27208" h="23114">
                <a:moveTo>
                  <a:pt x="227208" y="0"/>
                </a:moveTo>
                <a:cubicBezTo>
                  <a:pt x="227208" y="0"/>
                  <a:pt x="70394" y="42735"/>
                  <a:pt x="0" y="11990"/>
                </a:cubicBezTo>
              </a:path>
            </a:pathLst>
          </a:custGeom>
          <a:noFill/>
          <a:ln w="6350" cap="flat">
            <a:solidFill>
              <a:srgbClr val="FFEBC9"/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>
              <a:cs typeface="黑体" panose="02010609060101010101" pitchFamily="49" charset="-122"/>
            </a:endParaRPr>
          </a:p>
        </p:txBody>
      </p:sp>
      <p:sp>
        <p:nvSpPr>
          <p:cNvPr id="48" name="任意多边形: 形状 378"/>
          <p:cNvSpPr/>
          <p:nvPr userDrawn="1">
            <p:custDataLst>
              <p:tags r:id="rId51"/>
            </p:custDataLst>
          </p:nvPr>
        </p:nvSpPr>
        <p:spPr>
          <a:xfrm>
            <a:off x="2654935" y="3947160"/>
            <a:ext cx="160020" cy="285115"/>
          </a:xfrm>
          <a:custGeom>
            <a:avLst/>
            <a:gdLst>
              <a:gd name="connsiteX0" fmla="*/ 226397 w 227447"/>
              <a:gd name="connsiteY0" fmla="*/ 171178 h 405152"/>
              <a:gd name="connsiteX1" fmla="*/ 74924 w 227447"/>
              <a:gd name="connsiteY1" fmla="*/ 405153 h 405152"/>
              <a:gd name="connsiteX2" fmla="*/ 3224 w 227447"/>
              <a:gd name="connsiteY2" fmla="*/ 282408 h 405152"/>
              <a:gd name="connsiteX3" fmla="*/ 157902 w 227447"/>
              <a:gd name="connsiteY3" fmla="*/ 0 h 405152"/>
              <a:gd name="connsiteX4" fmla="*/ 226397 w 227447"/>
              <a:gd name="connsiteY4" fmla="*/ 171178 h 405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7447" h="405152">
                <a:moveTo>
                  <a:pt x="226397" y="171178"/>
                </a:moveTo>
                <a:cubicBezTo>
                  <a:pt x="242185" y="282645"/>
                  <a:pt x="74924" y="405153"/>
                  <a:pt x="74924" y="405153"/>
                </a:cubicBezTo>
                <a:lnTo>
                  <a:pt x="3224" y="282408"/>
                </a:lnTo>
                <a:cubicBezTo>
                  <a:pt x="3224" y="282408"/>
                  <a:pt x="-35831" y="91168"/>
                  <a:pt x="157902" y="0"/>
                </a:cubicBezTo>
                <a:cubicBezTo>
                  <a:pt x="157902" y="-119"/>
                  <a:pt x="210608" y="59592"/>
                  <a:pt x="226397" y="171178"/>
                </a:cubicBezTo>
                <a:close/>
              </a:path>
            </a:pathLst>
          </a:custGeom>
          <a:gradFill>
            <a:gsLst>
              <a:gs pos="22170">
                <a:srgbClr val="F8785C"/>
              </a:gs>
              <a:gs pos="77840">
                <a:srgbClr val="FEEECD"/>
              </a:gs>
            </a:gsLst>
            <a:lin ang="16178383" scaled="1"/>
          </a:gradFill>
          <a:ln w="6350" cap="flat">
            <a:solidFill>
              <a:srgbClr val="FFEBC9"/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>
              <a:cs typeface="黑体" panose="02010609060101010101" pitchFamily="49" charset="-122"/>
            </a:endParaRPr>
          </a:p>
        </p:txBody>
      </p:sp>
      <p:sp>
        <p:nvSpPr>
          <p:cNvPr id="50" name="任意多边形: 形状 379"/>
          <p:cNvSpPr/>
          <p:nvPr userDrawn="1">
            <p:custDataLst>
              <p:tags r:id="rId52"/>
            </p:custDataLst>
          </p:nvPr>
        </p:nvSpPr>
        <p:spPr>
          <a:xfrm>
            <a:off x="2649220" y="4296410"/>
            <a:ext cx="172085" cy="231140"/>
          </a:xfrm>
          <a:custGeom>
            <a:avLst/>
            <a:gdLst>
              <a:gd name="connsiteX0" fmla="*/ 109618 w 244874"/>
              <a:gd name="connsiteY0" fmla="*/ 712 h 328941"/>
              <a:gd name="connsiteX1" fmla="*/ 89082 w 244874"/>
              <a:gd name="connsiteY1" fmla="*/ 57336 h 328941"/>
              <a:gd name="connsiteX2" fmla="*/ 19281 w 244874"/>
              <a:gd name="connsiteY2" fmla="*/ 130817 h 328941"/>
              <a:gd name="connsiteX3" fmla="*/ 169 w 244874"/>
              <a:gd name="connsiteY3" fmla="*/ 205366 h 328941"/>
              <a:gd name="connsiteX4" fmla="*/ 45041 w 244874"/>
              <a:gd name="connsiteY4" fmla="*/ 300095 h 328941"/>
              <a:gd name="connsiteX5" fmla="*/ 77330 w 244874"/>
              <a:gd name="connsiteY5" fmla="*/ 328942 h 328941"/>
              <a:gd name="connsiteX6" fmla="*/ 102259 w 244874"/>
              <a:gd name="connsiteY6" fmla="*/ 323244 h 328941"/>
              <a:gd name="connsiteX7" fmla="*/ 134191 w 244874"/>
              <a:gd name="connsiteY7" fmla="*/ 314222 h 328941"/>
              <a:gd name="connsiteX8" fmla="*/ 235450 w 244874"/>
              <a:gd name="connsiteY8" fmla="*/ 239198 h 328941"/>
              <a:gd name="connsiteX9" fmla="*/ 241741 w 244874"/>
              <a:gd name="connsiteY9" fmla="*/ 165717 h 328941"/>
              <a:gd name="connsiteX10" fmla="*/ 205773 w 244874"/>
              <a:gd name="connsiteY10" fmla="*/ 99122 h 328941"/>
              <a:gd name="connsiteX11" fmla="*/ 182031 w 244874"/>
              <a:gd name="connsiteY11" fmla="*/ 0 h 328941"/>
              <a:gd name="connsiteX12" fmla="*/ 109618 w 244874"/>
              <a:gd name="connsiteY12" fmla="*/ 712 h 328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44874" h="328941">
                <a:moveTo>
                  <a:pt x="109618" y="712"/>
                </a:moveTo>
                <a:cubicBezTo>
                  <a:pt x="107600" y="14126"/>
                  <a:pt x="102733" y="35613"/>
                  <a:pt x="89082" y="57336"/>
                </a:cubicBezTo>
                <a:cubicBezTo>
                  <a:pt x="66052" y="94017"/>
                  <a:pt x="40886" y="95323"/>
                  <a:pt x="19281" y="130817"/>
                </a:cubicBezTo>
                <a:cubicBezTo>
                  <a:pt x="14770" y="138177"/>
                  <a:pt x="-1849" y="167260"/>
                  <a:pt x="169" y="205366"/>
                </a:cubicBezTo>
                <a:cubicBezTo>
                  <a:pt x="2543" y="252493"/>
                  <a:pt x="31864" y="285376"/>
                  <a:pt x="45041" y="300095"/>
                </a:cubicBezTo>
                <a:cubicBezTo>
                  <a:pt x="57149" y="313628"/>
                  <a:pt x="68902" y="323006"/>
                  <a:pt x="77330" y="328942"/>
                </a:cubicBezTo>
                <a:cubicBezTo>
                  <a:pt x="83028" y="327755"/>
                  <a:pt x="91694" y="325855"/>
                  <a:pt x="102259" y="323244"/>
                </a:cubicBezTo>
                <a:cubicBezTo>
                  <a:pt x="102259" y="323244"/>
                  <a:pt x="120065" y="318733"/>
                  <a:pt x="134191" y="314222"/>
                </a:cubicBezTo>
                <a:cubicBezTo>
                  <a:pt x="212895" y="289293"/>
                  <a:pt x="235450" y="239198"/>
                  <a:pt x="235450" y="239198"/>
                </a:cubicBezTo>
                <a:cubicBezTo>
                  <a:pt x="250407" y="205841"/>
                  <a:pt x="243522" y="173552"/>
                  <a:pt x="241741" y="165717"/>
                </a:cubicBezTo>
                <a:cubicBezTo>
                  <a:pt x="235094" y="136634"/>
                  <a:pt x="220848" y="127374"/>
                  <a:pt x="205773" y="99122"/>
                </a:cubicBezTo>
                <a:cubicBezTo>
                  <a:pt x="194851" y="78585"/>
                  <a:pt x="182862" y="46771"/>
                  <a:pt x="182031" y="0"/>
                </a:cubicBezTo>
                <a:cubicBezTo>
                  <a:pt x="157933" y="356"/>
                  <a:pt x="133835" y="475"/>
                  <a:pt x="109618" y="712"/>
                </a:cubicBezTo>
                <a:close/>
              </a:path>
            </a:pathLst>
          </a:custGeom>
          <a:gradFill>
            <a:gsLst>
              <a:gs pos="31110">
                <a:srgbClr val="F8785C"/>
              </a:gs>
              <a:gs pos="77840">
                <a:srgbClr val="FEEECD"/>
              </a:gs>
            </a:gsLst>
            <a:lin ang="16783046" scaled="1"/>
          </a:gradFill>
          <a:ln w="6350" cap="flat">
            <a:solidFill>
              <a:srgbClr val="FFEBC9"/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>
              <a:cs typeface="黑体" panose="02010609060101010101" pitchFamily="49" charset="-122"/>
            </a:endParaRPr>
          </a:p>
        </p:txBody>
      </p:sp>
      <p:sp>
        <p:nvSpPr>
          <p:cNvPr id="51" name="任意多边形: 形状 380"/>
          <p:cNvSpPr/>
          <p:nvPr userDrawn="1">
            <p:custDataLst>
              <p:tags r:id="rId53"/>
            </p:custDataLst>
          </p:nvPr>
        </p:nvSpPr>
        <p:spPr>
          <a:xfrm>
            <a:off x="2818765" y="3957320"/>
            <a:ext cx="133985" cy="295910"/>
          </a:xfrm>
          <a:custGeom>
            <a:avLst/>
            <a:gdLst>
              <a:gd name="connsiteX0" fmla="*/ 190743 w 190762"/>
              <a:gd name="connsiteY0" fmla="*/ 271052 h 421099"/>
              <a:gd name="connsiteX1" fmla="*/ 173293 w 190762"/>
              <a:gd name="connsiteY1" fmla="*/ 295862 h 421099"/>
              <a:gd name="connsiteX2" fmla="*/ 85686 w 190762"/>
              <a:gd name="connsiteY2" fmla="*/ 421099 h 421099"/>
              <a:gd name="connsiteX3" fmla="*/ 97 w 190762"/>
              <a:gd name="connsiteY3" fmla="*/ 169437 h 421099"/>
              <a:gd name="connsiteX4" fmla="*/ 45800 w 190762"/>
              <a:gd name="connsiteY4" fmla="*/ 40 h 421099"/>
              <a:gd name="connsiteX5" fmla="*/ 45919 w 190762"/>
              <a:gd name="connsiteY5" fmla="*/ 159 h 421099"/>
              <a:gd name="connsiteX6" fmla="*/ 190743 w 190762"/>
              <a:gd name="connsiteY6" fmla="*/ 271052 h 4210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90762" h="421099">
                <a:moveTo>
                  <a:pt x="190743" y="271052"/>
                </a:moveTo>
                <a:lnTo>
                  <a:pt x="173293" y="295862"/>
                </a:lnTo>
                <a:lnTo>
                  <a:pt x="85686" y="421099"/>
                </a:lnTo>
                <a:cubicBezTo>
                  <a:pt x="85686" y="421099"/>
                  <a:pt x="-3345" y="274494"/>
                  <a:pt x="97" y="169437"/>
                </a:cubicBezTo>
                <a:cubicBezTo>
                  <a:pt x="3421" y="64380"/>
                  <a:pt x="42595" y="-1860"/>
                  <a:pt x="45800" y="40"/>
                </a:cubicBezTo>
                <a:cubicBezTo>
                  <a:pt x="45800" y="40"/>
                  <a:pt x="45800" y="40"/>
                  <a:pt x="45919" y="159"/>
                </a:cubicBezTo>
                <a:cubicBezTo>
                  <a:pt x="195729" y="95363"/>
                  <a:pt x="190743" y="271052"/>
                  <a:pt x="190743" y="271052"/>
                </a:cubicBezTo>
                <a:close/>
              </a:path>
            </a:pathLst>
          </a:custGeom>
          <a:gradFill>
            <a:gsLst>
              <a:gs pos="22170">
                <a:srgbClr val="F8785C"/>
              </a:gs>
              <a:gs pos="77840">
                <a:srgbClr val="FEEECD"/>
              </a:gs>
            </a:gsLst>
            <a:lin ang="14921751" scaled="1"/>
          </a:gradFill>
          <a:ln w="6350" cap="flat">
            <a:solidFill>
              <a:srgbClr val="FFEBC9"/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>
              <a:cs typeface="黑体" panose="02010609060101010101" pitchFamily="49" charset="-122"/>
            </a:endParaRPr>
          </a:p>
        </p:txBody>
      </p:sp>
      <p:sp>
        <p:nvSpPr>
          <p:cNvPr id="52" name="任意多边形: 形状 381"/>
          <p:cNvSpPr/>
          <p:nvPr userDrawn="1">
            <p:custDataLst>
              <p:tags r:id="rId54"/>
            </p:custDataLst>
          </p:nvPr>
        </p:nvSpPr>
        <p:spPr>
          <a:xfrm>
            <a:off x="2853055" y="3959225"/>
            <a:ext cx="99695" cy="205105"/>
          </a:xfrm>
          <a:custGeom>
            <a:avLst/>
            <a:gdLst>
              <a:gd name="connsiteX0" fmla="*/ 141569 w 141819"/>
              <a:gd name="connsiteY0" fmla="*/ 268421 h 292109"/>
              <a:gd name="connsiteX1" fmla="*/ 125187 w 141819"/>
              <a:gd name="connsiteY1" fmla="*/ 291807 h 292109"/>
              <a:gd name="connsiteX2" fmla="*/ 123881 w 141819"/>
              <a:gd name="connsiteY2" fmla="*/ 291688 h 292109"/>
              <a:gd name="connsiteX3" fmla="*/ 112960 w 141819"/>
              <a:gd name="connsiteY3" fmla="*/ 252633 h 292109"/>
              <a:gd name="connsiteX4" fmla="*/ 187 w 141819"/>
              <a:gd name="connsiteY4" fmla="*/ 1208 h 292109"/>
              <a:gd name="connsiteX5" fmla="*/ 1255 w 141819"/>
              <a:gd name="connsiteY5" fmla="*/ 140 h 292109"/>
              <a:gd name="connsiteX6" fmla="*/ 141806 w 141819"/>
              <a:gd name="connsiteY6" fmla="*/ 267946 h 292109"/>
              <a:gd name="connsiteX7" fmla="*/ 141569 w 141819"/>
              <a:gd name="connsiteY7" fmla="*/ 268421 h 2921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41819" h="292109">
                <a:moveTo>
                  <a:pt x="141569" y="268421"/>
                </a:moveTo>
                <a:lnTo>
                  <a:pt x="125187" y="291807"/>
                </a:lnTo>
                <a:cubicBezTo>
                  <a:pt x="124831" y="292282"/>
                  <a:pt x="124118" y="292163"/>
                  <a:pt x="123881" y="291688"/>
                </a:cubicBezTo>
                <a:cubicBezTo>
                  <a:pt x="120082" y="280173"/>
                  <a:pt x="116402" y="267234"/>
                  <a:pt x="112960" y="252633"/>
                </a:cubicBezTo>
                <a:cubicBezTo>
                  <a:pt x="77466" y="101754"/>
                  <a:pt x="15263" y="19608"/>
                  <a:pt x="187" y="1208"/>
                </a:cubicBezTo>
                <a:cubicBezTo>
                  <a:pt x="-407" y="496"/>
                  <a:pt x="543" y="-335"/>
                  <a:pt x="1255" y="140"/>
                </a:cubicBezTo>
                <a:cubicBezTo>
                  <a:pt x="143705" y="94038"/>
                  <a:pt x="141925" y="261299"/>
                  <a:pt x="141806" y="267946"/>
                </a:cubicBezTo>
                <a:cubicBezTo>
                  <a:pt x="141687" y="268184"/>
                  <a:pt x="141687" y="268302"/>
                  <a:pt x="141569" y="268421"/>
                </a:cubicBezTo>
                <a:close/>
              </a:path>
            </a:pathLst>
          </a:custGeom>
          <a:gradFill>
            <a:gsLst>
              <a:gs pos="22170">
                <a:srgbClr val="F8785C"/>
              </a:gs>
              <a:gs pos="77840">
                <a:srgbClr val="FEEECD"/>
              </a:gs>
            </a:gsLst>
            <a:lin ang="4507125" scaled="1"/>
          </a:gradFill>
          <a:ln w="6350" cap="flat">
            <a:solidFill>
              <a:srgbClr val="FFEBC9"/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>
              <a:cs typeface="黑体" panose="02010609060101010101" pitchFamily="49" charset="-122"/>
            </a:endParaRPr>
          </a:p>
        </p:txBody>
      </p:sp>
      <p:sp>
        <p:nvSpPr>
          <p:cNvPr id="53" name="任意多边形: 形状 382"/>
          <p:cNvSpPr/>
          <p:nvPr userDrawn="1">
            <p:custDataLst>
              <p:tags r:id="rId55"/>
            </p:custDataLst>
          </p:nvPr>
        </p:nvSpPr>
        <p:spPr>
          <a:xfrm>
            <a:off x="2654935" y="3947160"/>
            <a:ext cx="111125" cy="254635"/>
          </a:xfrm>
          <a:custGeom>
            <a:avLst/>
            <a:gdLst>
              <a:gd name="connsiteX0" fmla="*/ 157881 w 157880"/>
              <a:gd name="connsiteY0" fmla="*/ 0 h 361823"/>
              <a:gd name="connsiteX1" fmla="*/ 49619 w 157880"/>
              <a:gd name="connsiteY1" fmla="*/ 361824 h 361823"/>
              <a:gd name="connsiteX2" fmla="*/ 3204 w 157880"/>
              <a:gd name="connsiteY2" fmla="*/ 282408 h 361823"/>
              <a:gd name="connsiteX3" fmla="*/ 157881 w 157880"/>
              <a:gd name="connsiteY3" fmla="*/ 0 h 3618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7880" h="361823">
                <a:moveTo>
                  <a:pt x="157881" y="0"/>
                </a:moveTo>
                <a:cubicBezTo>
                  <a:pt x="157881" y="0"/>
                  <a:pt x="-18758" y="106719"/>
                  <a:pt x="49619" y="361824"/>
                </a:cubicBezTo>
                <a:lnTo>
                  <a:pt x="3204" y="282408"/>
                </a:lnTo>
                <a:cubicBezTo>
                  <a:pt x="3204" y="282527"/>
                  <a:pt x="-35733" y="91287"/>
                  <a:pt x="157881" y="0"/>
                </a:cubicBezTo>
                <a:close/>
              </a:path>
            </a:pathLst>
          </a:custGeom>
          <a:gradFill>
            <a:gsLst>
              <a:gs pos="22170">
                <a:srgbClr val="F8785C"/>
              </a:gs>
              <a:gs pos="77840">
                <a:srgbClr val="FEEECD"/>
              </a:gs>
            </a:gsLst>
            <a:lin ang="6296917" scaled="1"/>
          </a:gradFill>
          <a:ln w="6350" cap="flat">
            <a:solidFill>
              <a:srgbClr val="FFEBC9"/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>
              <a:cs typeface="黑体" panose="02010609060101010101" pitchFamily="49" charset="-122"/>
            </a:endParaRPr>
          </a:p>
        </p:txBody>
      </p:sp>
      <p:sp>
        <p:nvSpPr>
          <p:cNvPr id="75" name="任意多边形: 形状 383"/>
          <p:cNvSpPr/>
          <p:nvPr userDrawn="1">
            <p:custDataLst>
              <p:tags r:id="rId56"/>
            </p:custDataLst>
          </p:nvPr>
        </p:nvSpPr>
        <p:spPr>
          <a:xfrm>
            <a:off x="2427605" y="4171315"/>
            <a:ext cx="287020" cy="200025"/>
          </a:xfrm>
          <a:custGeom>
            <a:avLst/>
            <a:gdLst>
              <a:gd name="connsiteX0" fmla="*/ 350385 w 408197"/>
              <a:gd name="connsiteY0" fmla="*/ 138298 h 284323"/>
              <a:gd name="connsiteX1" fmla="*/ 351097 w 408197"/>
              <a:gd name="connsiteY1" fmla="*/ 139485 h 284323"/>
              <a:gd name="connsiteX2" fmla="*/ 400836 w 408197"/>
              <a:gd name="connsiteY2" fmla="*/ 255226 h 284323"/>
              <a:gd name="connsiteX3" fmla="*/ 407603 w 408197"/>
              <a:gd name="connsiteY3" fmla="*/ 270895 h 284323"/>
              <a:gd name="connsiteX4" fmla="*/ 401905 w 408197"/>
              <a:gd name="connsiteY4" fmla="*/ 280985 h 284323"/>
              <a:gd name="connsiteX5" fmla="*/ 313 w 408197"/>
              <a:gd name="connsiteY5" fmla="*/ 9380 h 284323"/>
              <a:gd name="connsiteX6" fmla="*/ 11235 w 408197"/>
              <a:gd name="connsiteY6" fmla="*/ 1189 h 284323"/>
              <a:gd name="connsiteX7" fmla="*/ 17645 w 408197"/>
              <a:gd name="connsiteY7" fmla="*/ 5225 h 284323"/>
              <a:gd name="connsiteX8" fmla="*/ 119853 w 408197"/>
              <a:gd name="connsiteY8" fmla="*/ 27186 h 284323"/>
              <a:gd name="connsiteX9" fmla="*/ 281059 w 408197"/>
              <a:gd name="connsiteY9" fmla="*/ 114081 h 284323"/>
              <a:gd name="connsiteX10" fmla="*/ 304207 w 408197"/>
              <a:gd name="connsiteY10" fmla="*/ 96631 h 284323"/>
              <a:gd name="connsiteX11" fmla="*/ 350385 w 408197"/>
              <a:gd name="connsiteY11" fmla="*/ 138298 h 2843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408197" h="284323">
                <a:moveTo>
                  <a:pt x="350385" y="138298"/>
                </a:moveTo>
                <a:cubicBezTo>
                  <a:pt x="350623" y="138654"/>
                  <a:pt x="350860" y="139129"/>
                  <a:pt x="351097" y="139485"/>
                </a:cubicBezTo>
                <a:lnTo>
                  <a:pt x="400836" y="255226"/>
                </a:lnTo>
                <a:lnTo>
                  <a:pt x="407603" y="270895"/>
                </a:lnTo>
                <a:cubicBezTo>
                  <a:pt x="409502" y="275287"/>
                  <a:pt x="406653" y="280273"/>
                  <a:pt x="401905" y="280985"/>
                </a:cubicBezTo>
                <a:cubicBezTo>
                  <a:pt x="348842" y="288345"/>
                  <a:pt x="85784" y="308882"/>
                  <a:pt x="313" y="9380"/>
                </a:cubicBezTo>
                <a:cubicBezTo>
                  <a:pt x="-1586" y="2970"/>
                  <a:pt x="5537" y="-2491"/>
                  <a:pt x="11235" y="1189"/>
                </a:cubicBezTo>
                <a:cubicBezTo>
                  <a:pt x="14202" y="3088"/>
                  <a:pt x="17170" y="4632"/>
                  <a:pt x="17645" y="5225"/>
                </a:cubicBezTo>
                <a:cubicBezTo>
                  <a:pt x="28566" y="18995"/>
                  <a:pt x="119853" y="27186"/>
                  <a:pt x="119853" y="27186"/>
                </a:cubicBezTo>
                <a:cubicBezTo>
                  <a:pt x="202593" y="34665"/>
                  <a:pt x="245209" y="132481"/>
                  <a:pt x="281059" y="114081"/>
                </a:cubicBezTo>
                <a:cubicBezTo>
                  <a:pt x="291862" y="108502"/>
                  <a:pt x="292930" y="97106"/>
                  <a:pt x="304207" y="96631"/>
                </a:cubicBezTo>
                <a:cubicBezTo>
                  <a:pt x="304089" y="96868"/>
                  <a:pt x="321776" y="96156"/>
                  <a:pt x="350385" y="138298"/>
                </a:cubicBezTo>
                <a:close/>
              </a:path>
            </a:pathLst>
          </a:custGeom>
          <a:gradFill>
            <a:gsLst>
              <a:gs pos="22170">
                <a:srgbClr val="F8785C"/>
              </a:gs>
              <a:gs pos="77840">
                <a:srgbClr val="FEEECD"/>
              </a:gs>
            </a:gsLst>
            <a:lin ang="2156692" scaled="1"/>
          </a:gradFill>
          <a:ln w="6350" cap="flat">
            <a:solidFill>
              <a:srgbClr val="FFEBC9"/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>
              <a:cs typeface="黑体" panose="02010609060101010101" pitchFamily="49" charset="-122"/>
            </a:endParaRPr>
          </a:p>
        </p:txBody>
      </p:sp>
      <p:sp>
        <p:nvSpPr>
          <p:cNvPr id="97" name="任意多边形: 形状 384"/>
          <p:cNvSpPr/>
          <p:nvPr userDrawn="1">
            <p:custDataLst>
              <p:tags r:id="rId57"/>
            </p:custDataLst>
          </p:nvPr>
        </p:nvSpPr>
        <p:spPr>
          <a:xfrm>
            <a:off x="2427605" y="4174490"/>
            <a:ext cx="288925" cy="196215"/>
          </a:xfrm>
          <a:custGeom>
            <a:avLst/>
            <a:gdLst>
              <a:gd name="connsiteX0" fmla="*/ 401210 w 410423"/>
              <a:gd name="connsiteY0" fmla="*/ 250669 h 279223"/>
              <a:gd name="connsiteX1" fmla="*/ 410232 w 410423"/>
              <a:gd name="connsiteY1" fmla="*/ 271680 h 279223"/>
              <a:gd name="connsiteX2" fmla="*/ 408451 w 410423"/>
              <a:gd name="connsiteY2" fmla="*/ 274885 h 279223"/>
              <a:gd name="connsiteX3" fmla="*/ 93 w 410423"/>
              <a:gd name="connsiteY3" fmla="*/ 3043 h 279223"/>
              <a:gd name="connsiteX4" fmla="*/ 4367 w 410423"/>
              <a:gd name="connsiteY4" fmla="*/ 1143 h 279223"/>
              <a:gd name="connsiteX5" fmla="*/ 28227 w 410423"/>
              <a:gd name="connsiteY5" fmla="*/ 37706 h 279223"/>
              <a:gd name="connsiteX6" fmla="*/ 149547 w 410423"/>
              <a:gd name="connsiteY6" fmla="*/ 155465 h 279223"/>
              <a:gd name="connsiteX7" fmla="*/ 379961 w 410423"/>
              <a:gd name="connsiteY7" fmla="*/ 233100 h 279223"/>
              <a:gd name="connsiteX8" fmla="*/ 400497 w 410423"/>
              <a:gd name="connsiteY8" fmla="*/ 249719 h 279223"/>
              <a:gd name="connsiteX9" fmla="*/ 401210 w 410423"/>
              <a:gd name="connsiteY9" fmla="*/ 250669 h 2792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10423" h="279223">
                <a:moveTo>
                  <a:pt x="401210" y="250669"/>
                </a:moveTo>
                <a:lnTo>
                  <a:pt x="410232" y="271680"/>
                </a:lnTo>
                <a:cubicBezTo>
                  <a:pt x="410825" y="273105"/>
                  <a:pt x="409994" y="274648"/>
                  <a:pt x="408451" y="274885"/>
                </a:cubicBezTo>
                <a:cubicBezTo>
                  <a:pt x="376281" y="280346"/>
                  <a:pt x="89481" y="319164"/>
                  <a:pt x="93" y="3043"/>
                </a:cubicBezTo>
                <a:cubicBezTo>
                  <a:pt x="-619" y="431"/>
                  <a:pt x="2942" y="-1231"/>
                  <a:pt x="4367" y="1143"/>
                </a:cubicBezTo>
                <a:cubicBezTo>
                  <a:pt x="10777" y="11946"/>
                  <a:pt x="18730" y="24410"/>
                  <a:pt x="28227" y="37706"/>
                </a:cubicBezTo>
                <a:cubicBezTo>
                  <a:pt x="49951" y="67858"/>
                  <a:pt x="89362" y="122582"/>
                  <a:pt x="149547" y="155465"/>
                </a:cubicBezTo>
                <a:cubicBezTo>
                  <a:pt x="233830" y="201642"/>
                  <a:pt x="292235" y="168760"/>
                  <a:pt x="379961" y="233100"/>
                </a:cubicBezTo>
                <a:cubicBezTo>
                  <a:pt x="389101" y="239866"/>
                  <a:pt x="396224" y="245802"/>
                  <a:pt x="400497" y="249719"/>
                </a:cubicBezTo>
                <a:cubicBezTo>
                  <a:pt x="400972" y="250194"/>
                  <a:pt x="401091" y="250431"/>
                  <a:pt x="401210" y="250669"/>
                </a:cubicBezTo>
                <a:close/>
              </a:path>
            </a:pathLst>
          </a:custGeom>
          <a:gradFill>
            <a:gsLst>
              <a:gs pos="22170">
                <a:srgbClr val="F46151"/>
              </a:gs>
              <a:gs pos="77840">
                <a:srgbClr val="FEEECD"/>
              </a:gs>
            </a:gsLst>
            <a:lin ang="1796546" scaled="1"/>
          </a:gradFill>
          <a:ln w="6350" cap="flat">
            <a:solidFill>
              <a:srgbClr val="FFEBC9"/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>
              <a:cs typeface="黑体" panose="02010609060101010101" pitchFamily="49" charset="-122"/>
            </a:endParaRPr>
          </a:p>
        </p:txBody>
      </p:sp>
      <p:sp>
        <p:nvSpPr>
          <p:cNvPr id="115" name="任意多边形: 形状 385"/>
          <p:cNvSpPr/>
          <p:nvPr userDrawn="1">
            <p:custDataLst>
              <p:tags r:id="rId58"/>
            </p:custDataLst>
          </p:nvPr>
        </p:nvSpPr>
        <p:spPr>
          <a:xfrm>
            <a:off x="2726055" y="3964305"/>
            <a:ext cx="142240" cy="247015"/>
          </a:xfrm>
          <a:custGeom>
            <a:avLst/>
            <a:gdLst>
              <a:gd name="connsiteX0" fmla="*/ 29176 w 202253"/>
              <a:gd name="connsiteY0" fmla="*/ 319326 h 351021"/>
              <a:gd name="connsiteX1" fmla="*/ 5909 w 202253"/>
              <a:gd name="connsiteY1" fmla="*/ 154677 h 351021"/>
              <a:gd name="connsiteX2" fmla="*/ 129010 w 202253"/>
              <a:gd name="connsiteY2" fmla="*/ 0 h 351021"/>
              <a:gd name="connsiteX3" fmla="*/ 202253 w 202253"/>
              <a:gd name="connsiteY3" fmla="*/ 155033 h 351021"/>
              <a:gd name="connsiteX4" fmla="*/ 62415 w 202253"/>
              <a:gd name="connsiteY4" fmla="*/ 351021 h 351021"/>
              <a:gd name="connsiteX5" fmla="*/ 29176 w 202253"/>
              <a:gd name="connsiteY5" fmla="*/ 319326 h 351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02253" h="351021">
                <a:moveTo>
                  <a:pt x="29176" y="319326"/>
                </a:moveTo>
                <a:cubicBezTo>
                  <a:pt x="20154" y="302944"/>
                  <a:pt x="-13440" y="237180"/>
                  <a:pt x="5909" y="154677"/>
                </a:cubicBezTo>
                <a:cubicBezTo>
                  <a:pt x="29889" y="51994"/>
                  <a:pt x="116427" y="6410"/>
                  <a:pt x="129010" y="0"/>
                </a:cubicBezTo>
                <a:cubicBezTo>
                  <a:pt x="139694" y="9378"/>
                  <a:pt x="202253" y="66239"/>
                  <a:pt x="202253" y="155033"/>
                </a:cubicBezTo>
                <a:cubicBezTo>
                  <a:pt x="202253" y="238604"/>
                  <a:pt x="147054" y="316596"/>
                  <a:pt x="62415" y="351021"/>
                </a:cubicBezTo>
                <a:cubicBezTo>
                  <a:pt x="51375" y="340575"/>
                  <a:pt x="40216" y="329891"/>
                  <a:pt x="29176" y="319326"/>
                </a:cubicBezTo>
                <a:close/>
              </a:path>
            </a:pathLst>
          </a:custGeom>
          <a:gradFill>
            <a:gsLst>
              <a:gs pos="22170">
                <a:srgbClr val="F8785C"/>
              </a:gs>
              <a:gs pos="77840">
                <a:srgbClr val="FEEECD"/>
              </a:gs>
            </a:gsLst>
            <a:lin ang="5389801" scaled="1"/>
          </a:gradFill>
          <a:ln w="6350" cap="flat">
            <a:solidFill>
              <a:srgbClr val="FFEBC9"/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>
              <a:cs typeface="黑体" panose="02010609060101010101" pitchFamily="49" charset="-122"/>
            </a:endParaRPr>
          </a:p>
        </p:txBody>
      </p:sp>
      <p:sp>
        <p:nvSpPr>
          <p:cNvPr id="116" name="任意多边形: 形状 386"/>
          <p:cNvSpPr/>
          <p:nvPr userDrawn="1">
            <p:custDataLst>
              <p:tags r:id="rId59"/>
            </p:custDataLst>
          </p:nvPr>
        </p:nvSpPr>
        <p:spPr>
          <a:xfrm>
            <a:off x="2654300" y="3995420"/>
            <a:ext cx="123190" cy="234315"/>
          </a:xfrm>
          <a:custGeom>
            <a:avLst/>
            <a:gdLst>
              <a:gd name="connsiteX0" fmla="*/ 30682 w 174794"/>
              <a:gd name="connsiteY0" fmla="*/ 301283 h 332859"/>
              <a:gd name="connsiteX1" fmla="*/ 4447 w 174794"/>
              <a:gd name="connsiteY1" fmla="*/ 154440 h 332859"/>
              <a:gd name="connsiteX2" fmla="*/ 174794 w 174794"/>
              <a:gd name="connsiteY2" fmla="*/ 0 h 332859"/>
              <a:gd name="connsiteX3" fmla="*/ 118051 w 174794"/>
              <a:gd name="connsiteY3" fmla="*/ 152066 h 332859"/>
              <a:gd name="connsiteX4" fmla="*/ 63920 w 174794"/>
              <a:gd name="connsiteY4" fmla="*/ 332859 h 332859"/>
              <a:gd name="connsiteX5" fmla="*/ 30682 w 174794"/>
              <a:gd name="connsiteY5" fmla="*/ 301283 h 3328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74794" h="332859">
                <a:moveTo>
                  <a:pt x="30682" y="301283"/>
                </a:moveTo>
                <a:cubicBezTo>
                  <a:pt x="21541" y="286088"/>
                  <a:pt x="-11935" y="226734"/>
                  <a:pt x="4447" y="154440"/>
                </a:cubicBezTo>
                <a:cubicBezTo>
                  <a:pt x="21897" y="77398"/>
                  <a:pt x="88968" y="16619"/>
                  <a:pt x="174794" y="0"/>
                </a:cubicBezTo>
                <a:cubicBezTo>
                  <a:pt x="155326" y="47483"/>
                  <a:pt x="136214" y="98291"/>
                  <a:pt x="118051" y="152066"/>
                </a:cubicBezTo>
                <a:cubicBezTo>
                  <a:pt x="96684" y="215100"/>
                  <a:pt x="78878" y="275641"/>
                  <a:pt x="63920" y="332859"/>
                </a:cubicBezTo>
                <a:cubicBezTo>
                  <a:pt x="52880" y="322413"/>
                  <a:pt x="41840" y="311848"/>
                  <a:pt x="30682" y="301283"/>
                </a:cubicBezTo>
                <a:close/>
              </a:path>
            </a:pathLst>
          </a:custGeom>
          <a:gradFill>
            <a:gsLst>
              <a:gs pos="22170">
                <a:srgbClr val="F8785C"/>
              </a:gs>
              <a:gs pos="77840">
                <a:srgbClr val="FEEECD"/>
              </a:gs>
            </a:gsLst>
            <a:lin ang="6327009" scaled="1"/>
          </a:gradFill>
          <a:ln w="6350" cap="flat">
            <a:solidFill>
              <a:srgbClr val="FFEBC9"/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>
              <a:cs typeface="黑体" panose="02010609060101010101" pitchFamily="49" charset="-122"/>
            </a:endParaRPr>
          </a:p>
        </p:txBody>
      </p:sp>
      <p:sp>
        <p:nvSpPr>
          <p:cNvPr id="117" name="任意多边形: 形状 387"/>
          <p:cNvSpPr/>
          <p:nvPr userDrawn="1">
            <p:custDataLst>
              <p:tags r:id="rId60"/>
            </p:custDataLst>
          </p:nvPr>
        </p:nvSpPr>
        <p:spPr>
          <a:xfrm>
            <a:off x="2835910" y="4058285"/>
            <a:ext cx="220980" cy="251460"/>
          </a:xfrm>
          <a:custGeom>
            <a:avLst/>
            <a:gdLst>
              <a:gd name="connsiteX0" fmla="*/ 313510 w 314449"/>
              <a:gd name="connsiteY0" fmla="*/ 0 h 357520"/>
              <a:gd name="connsiteX1" fmla="*/ 43922 w 314449"/>
              <a:gd name="connsiteY1" fmla="*/ 357076 h 357520"/>
              <a:gd name="connsiteX2" fmla="*/ 12227 w 314449"/>
              <a:gd name="connsiteY2" fmla="*/ 357313 h 357520"/>
              <a:gd name="connsiteX3" fmla="*/ 0 w 314449"/>
              <a:gd name="connsiteY3" fmla="*/ 330960 h 357520"/>
              <a:gd name="connsiteX4" fmla="*/ 141145 w 314449"/>
              <a:gd name="connsiteY4" fmla="*/ 196700 h 357520"/>
              <a:gd name="connsiteX5" fmla="*/ 313510 w 314449"/>
              <a:gd name="connsiteY5" fmla="*/ 0 h 3575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14449" h="357520">
                <a:moveTo>
                  <a:pt x="313510" y="0"/>
                </a:moveTo>
                <a:cubicBezTo>
                  <a:pt x="313510" y="0"/>
                  <a:pt x="344967" y="343543"/>
                  <a:pt x="43922" y="357076"/>
                </a:cubicBezTo>
                <a:cubicBezTo>
                  <a:pt x="33713" y="357550"/>
                  <a:pt x="23148" y="357669"/>
                  <a:pt x="12227" y="357313"/>
                </a:cubicBezTo>
                <a:lnTo>
                  <a:pt x="0" y="330960"/>
                </a:lnTo>
                <a:cubicBezTo>
                  <a:pt x="0" y="330960"/>
                  <a:pt x="105651" y="302707"/>
                  <a:pt x="141145" y="196700"/>
                </a:cubicBezTo>
                <a:cubicBezTo>
                  <a:pt x="176401" y="90575"/>
                  <a:pt x="186373" y="12702"/>
                  <a:pt x="313510" y="0"/>
                </a:cubicBezTo>
                <a:close/>
              </a:path>
            </a:pathLst>
          </a:custGeom>
          <a:gradFill>
            <a:gsLst>
              <a:gs pos="22170">
                <a:srgbClr val="F8785C"/>
              </a:gs>
              <a:gs pos="77840">
                <a:srgbClr val="FEEECD"/>
              </a:gs>
            </a:gsLst>
            <a:lin ang="7196750" scaled="1"/>
          </a:gradFill>
          <a:ln w="6350" cap="flat">
            <a:solidFill>
              <a:srgbClr val="FFEBC9"/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>
              <a:cs typeface="黑体" panose="02010609060101010101" pitchFamily="49" charset="-122"/>
            </a:endParaRPr>
          </a:p>
        </p:txBody>
      </p:sp>
      <p:sp>
        <p:nvSpPr>
          <p:cNvPr id="118" name="任意多边形: 形状 388"/>
          <p:cNvSpPr/>
          <p:nvPr userDrawn="1">
            <p:custDataLst>
              <p:tags r:id="rId61"/>
            </p:custDataLst>
          </p:nvPr>
        </p:nvSpPr>
        <p:spPr>
          <a:xfrm>
            <a:off x="2778760" y="4271645"/>
            <a:ext cx="313690" cy="137160"/>
          </a:xfrm>
          <a:custGeom>
            <a:avLst/>
            <a:gdLst>
              <a:gd name="connsiteX0" fmla="*/ 444541 w 446004"/>
              <a:gd name="connsiteY0" fmla="*/ 56582 h 195365"/>
              <a:gd name="connsiteX1" fmla="*/ 2351 w 446004"/>
              <a:gd name="connsiteY1" fmla="*/ 139797 h 195365"/>
              <a:gd name="connsiteX2" fmla="*/ 2826 w 446004"/>
              <a:gd name="connsiteY2" fmla="*/ 128876 h 195365"/>
              <a:gd name="connsiteX3" fmla="*/ 17071 w 446004"/>
              <a:gd name="connsiteY3" fmla="*/ 118192 h 195365"/>
              <a:gd name="connsiteX4" fmla="*/ 114412 w 446004"/>
              <a:gd name="connsiteY4" fmla="*/ 45186 h 195365"/>
              <a:gd name="connsiteX5" fmla="*/ 114769 w 446004"/>
              <a:gd name="connsiteY5" fmla="*/ 44949 h 195365"/>
              <a:gd name="connsiteX6" fmla="*/ 115006 w 446004"/>
              <a:gd name="connsiteY6" fmla="*/ 44830 h 195365"/>
              <a:gd name="connsiteX7" fmla="*/ 220063 w 446004"/>
              <a:gd name="connsiteY7" fmla="*/ 32484 h 195365"/>
              <a:gd name="connsiteX8" fmla="*/ 361445 w 446004"/>
              <a:gd name="connsiteY8" fmla="*/ 196 h 195365"/>
              <a:gd name="connsiteX9" fmla="*/ 395158 w 446004"/>
              <a:gd name="connsiteY9" fmla="*/ 7199 h 195365"/>
              <a:gd name="connsiteX10" fmla="*/ 442879 w 446004"/>
              <a:gd name="connsiteY10" fmla="*/ 45305 h 195365"/>
              <a:gd name="connsiteX11" fmla="*/ 444541 w 446004"/>
              <a:gd name="connsiteY11" fmla="*/ 56582 h 1953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446004" h="195365">
                <a:moveTo>
                  <a:pt x="444541" y="56582"/>
                </a:moveTo>
                <a:cubicBezTo>
                  <a:pt x="197034" y="285690"/>
                  <a:pt x="35471" y="168762"/>
                  <a:pt x="2351" y="139797"/>
                </a:cubicBezTo>
                <a:cubicBezTo>
                  <a:pt x="-972" y="136829"/>
                  <a:pt x="-735" y="131487"/>
                  <a:pt x="2826" y="128876"/>
                </a:cubicBezTo>
                <a:lnTo>
                  <a:pt x="17071" y="118192"/>
                </a:lnTo>
                <a:lnTo>
                  <a:pt x="114412" y="45186"/>
                </a:lnTo>
                <a:cubicBezTo>
                  <a:pt x="114531" y="45068"/>
                  <a:pt x="114650" y="44949"/>
                  <a:pt x="114769" y="44949"/>
                </a:cubicBezTo>
                <a:cubicBezTo>
                  <a:pt x="114769" y="44949"/>
                  <a:pt x="114887" y="44830"/>
                  <a:pt x="115006" y="44830"/>
                </a:cubicBezTo>
                <a:cubicBezTo>
                  <a:pt x="133881" y="33790"/>
                  <a:pt x="220063" y="32484"/>
                  <a:pt x="220063" y="32484"/>
                </a:cubicBezTo>
                <a:cubicBezTo>
                  <a:pt x="280961" y="31535"/>
                  <a:pt x="299242" y="-2891"/>
                  <a:pt x="361445" y="196"/>
                </a:cubicBezTo>
                <a:cubicBezTo>
                  <a:pt x="364057" y="314"/>
                  <a:pt x="378183" y="1145"/>
                  <a:pt x="395158" y="7199"/>
                </a:cubicBezTo>
                <a:cubicBezTo>
                  <a:pt x="406554" y="11236"/>
                  <a:pt x="435757" y="21682"/>
                  <a:pt x="442879" y="45305"/>
                </a:cubicBezTo>
                <a:cubicBezTo>
                  <a:pt x="442998" y="45186"/>
                  <a:pt x="448577" y="52784"/>
                  <a:pt x="444541" y="56582"/>
                </a:cubicBezTo>
                <a:close/>
              </a:path>
            </a:pathLst>
          </a:custGeom>
          <a:gradFill>
            <a:gsLst>
              <a:gs pos="22170">
                <a:srgbClr val="F8785C"/>
              </a:gs>
              <a:gs pos="77840">
                <a:srgbClr val="FEEECD"/>
              </a:gs>
            </a:gsLst>
            <a:lin ang="20825936" scaled="1"/>
          </a:gradFill>
          <a:ln w="6350" cap="flat">
            <a:solidFill>
              <a:srgbClr val="FFEBC9"/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>
              <a:cs typeface="黑体" panose="02010609060101010101" pitchFamily="49" charset="-122"/>
            </a:endParaRPr>
          </a:p>
        </p:txBody>
      </p:sp>
      <p:sp>
        <p:nvSpPr>
          <p:cNvPr id="119" name="任意多边形: 形状 389"/>
          <p:cNvSpPr/>
          <p:nvPr userDrawn="1">
            <p:custDataLst>
              <p:tags r:id="rId62"/>
            </p:custDataLst>
          </p:nvPr>
        </p:nvSpPr>
        <p:spPr>
          <a:xfrm>
            <a:off x="2776855" y="4311015"/>
            <a:ext cx="314325" cy="98425"/>
          </a:xfrm>
          <a:custGeom>
            <a:avLst/>
            <a:gdLst>
              <a:gd name="connsiteX0" fmla="*/ 446301 w 446812"/>
              <a:gd name="connsiteY0" fmla="*/ 2523 h 140044"/>
              <a:gd name="connsiteX1" fmla="*/ 431 w 446812"/>
              <a:gd name="connsiteY1" fmla="*/ 79802 h 140044"/>
              <a:gd name="connsiteX2" fmla="*/ 550 w 446812"/>
              <a:gd name="connsiteY2" fmla="*/ 77666 h 140044"/>
              <a:gd name="connsiteX3" fmla="*/ 19662 w 446812"/>
              <a:gd name="connsiteY3" fmla="*/ 63302 h 140044"/>
              <a:gd name="connsiteX4" fmla="*/ 20968 w 446812"/>
              <a:gd name="connsiteY4" fmla="*/ 63064 h 140044"/>
              <a:gd name="connsiteX5" fmla="*/ 444639 w 446812"/>
              <a:gd name="connsiteY5" fmla="*/ 149 h 140044"/>
              <a:gd name="connsiteX6" fmla="*/ 446301 w 446812"/>
              <a:gd name="connsiteY6" fmla="*/ 2523 h 1400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6812" h="140044">
                <a:moveTo>
                  <a:pt x="446301" y="2523"/>
                </a:moveTo>
                <a:cubicBezTo>
                  <a:pt x="181699" y="246351"/>
                  <a:pt x="15626" y="94760"/>
                  <a:pt x="431" y="79802"/>
                </a:cubicBezTo>
                <a:cubicBezTo>
                  <a:pt x="-162" y="79209"/>
                  <a:pt x="-162" y="78140"/>
                  <a:pt x="550" y="77666"/>
                </a:cubicBezTo>
                <a:lnTo>
                  <a:pt x="19662" y="63302"/>
                </a:lnTo>
                <a:cubicBezTo>
                  <a:pt x="20018" y="63064"/>
                  <a:pt x="20612" y="62946"/>
                  <a:pt x="20968" y="63064"/>
                </a:cubicBezTo>
                <a:cubicBezTo>
                  <a:pt x="92312" y="91317"/>
                  <a:pt x="235000" y="115059"/>
                  <a:pt x="444639" y="149"/>
                </a:cubicBezTo>
                <a:cubicBezTo>
                  <a:pt x="446182" y="-563"/>
                  <a:pt x="447607" y="1455"/>
                  <a:pt x="446301" y="2523"/>
                </a:cubicBezTo>
                <a:close/>
              </a:path>
            </a:pathLst>
          </a:custGeom>
          <a:gradFill>
            <a:gsLst>
              <a:gs pos="22170">
                <a:srgbClr val="F46151"/>
              </a:gs>
              <a:gs pos="77840">
                <a:srgbClr val="FEEECD"/>
              </a:gs>
            </a:gsLst>
            <a:lin ang="10208494" scaled="1"/>
          </a:gradFill>
          <a:ln w="6350" cap="flat">
            <a:solidFill>
              <a:srgbClr val="FFEBC9"/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>
              <a:cs typeface="黑体" panose="02010609060101010101" pitchFamily="49" charset="-122"/>
            </a:endParaRPr>
          </a:p>
        </p:txBody>
      </p:sp>
      <p:sp>
        <p:nvSpPr>
          <p:cNvPr id="120" name="任意多边形: 形状 390"/>
          <p:cNvSpPr/>
          <p:nvPr userDrawn="1">
            <p:custDataLst>
              <p:tags r:id="rId63"/>
            </p:custDataLst>
          </p:nvPr>
        </p:nvSpPr>
        <p:spPr>
          <a:xfrm>
            <a:off x="2867025" y="4058285"/>
            <a:ext cx="190500" cy="250825"/>
          </a:xfrm>
          <a:custGeom>
            <a:avLst/>
            <a:gdLst>
              <a:gd name="connsiteX0" fmla="*/ 269587 w 270527"/>
              <a:gd name="connsiteY0" fmla="*/ 0 h 357075"/>
              <a:gd name="connsiteX1" fmla="*/ 0 w 270527"/>
              <a:gd name="connsiteY1" fmla="*/ 357076 h 357075"/>
              <a:gd name="connsiteX2" fmla="*/ 128443 w 270527"/>
              <a:gd name="connsiteY2" fmla="*/ 267688 h 357075"/>
              <a:gd name="connsiteX3" fmla="*/ 194445 w 270527"/>
              <a:gd name="connsiteY3" fmla="*/ 167617 h 357075"/>
              <a:gd name="connsiteX4" fmla="*/ 228277 w 270527"/>
              <a:gd name="connsiteY4" fmla="*/ 44160 h 357075"/>
              <a:gd name="connsiteX5" fmla="*/ 269587 w 270527"/>
              <a:gd name="connsiteY5" fmla="*/ 0 h 357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70527" h="357075">
                <a:moveTo>
                  <a:pt x="269587" y="0"/>
                </a:moveTo>
                <a:cubicBezTo>
                  <a:pt x="269587" y="0"/>
                  <a:pt x="301045" y="343543"/>
                  <a:pt x="0" y="357076"/>
                </a:cubicBezTo>
                <a:cubicBezTo>
                  <a:pt x="32764" y="343305"/>
                  <a:pt x="82740" y="316952"/>
                  <a:pt x="128443" y="267688"/>
                </a:cubicBezTo>
                <a:cubicBezTo>
                  <a:pt x="153490" y="240622"/>
                  <a:pt x="179606" y="212488"/>
                  <a:pt x="194445" y="167617"/>
                </a:cubicBezTo>
                <a:cubicBezTo>
                  <a:pt x="210708" y="118471"/>
                  <a:pt x="201092" y="87132"/>
                  <a:pt x="228277" y="44160"/>
                </a:cubicBezTo>
                <a:cubicBezTo>
                  <a:pt x="241809" y="22792"/>
                  <a:pt x="257954" y="8547"/>
                  <a:pt x="269587" y="0"/>
                </a:cubicBezTo>
                <a:close/>
              </a:path>
            </a:pathLst>
          </a:custGeom>
          <a:gradFill>
            <a:gsLst>
              <a:gs pos="22170">
                <a:srgbClr val="F8785C"/>
              </a:gs>
              <a:gs pos="77840">
                <a:srgbClr val="FEEECD"/>
              </a:gs>
            </a:gsLst>
            <a:lin ang="7352259" scaled="1"/>
          </a:gradFill>
          <a:ln w="6350" cap="flat">
            <a:solidFill>
              <a:srgbClr val="FFEBC9"/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>
              <a:cs typeface="黑体" panose="02010609060101010101" pitchFamily="49" charset="-122"/>
            </a:endParaRPr>
          </a:p>
        </p:txBody>
      </p:sp>
      <p:sp>
        <p:nvSpPr>
          <p:cNvPr id="122" name="任意多边形: 形状 391"/>
          <p:cNvSpPr/>
          <p:nvPr userDrawn="1">
            <p:custDataLst>
              <p:tags r:id="rId64"/>
            </p:custDataLst>
          </p:nvPr>
        </p:nvSpPr>
        <p:spPr>
          <a:xfrm>
            <a:off x="2555875" y="3989070"/>
            <a:ext cx="161290" cy="304165"/>
          </a:xfrm>
          <a:custGeom>
            <a:avLst/>
            <a:gdLst>
              <a:gd name="connsiteX0" fmla="*/ 32166 w 229697"/>
              <a:gd name="connsiteY0" fmla="*/ 0 h 432218"/>
              <a:gd name="connsiteX1" fmla="*/ 179840 w 229697"/>
              <a:gd name="connsiteY1" fmla="*/ 422365 h 432218"/>
              <a:gd name="connsiteX2" fmla="*/ 209992 w 229697"/>
              <a:gd name="connsiteY2" fmla="*/ 432218 h 432218"/>
              <a:gd name="connsiteX3" fmla="*/ 229697 w 229697"/>
              <a:gd name="connsiteY3" fmla="*/ 410851 h 432218"/>
              <a:gd name="connsiteX4" fmla="*/ 136274 w 229697"/>
              <a:gd name="connsiteY4" fmla="*/ 239910 h 432218"/>
              <a:gd name="connsiteX5" fmla="*/ 32166 w 229697"/>
              <a:gd name="connsiteY5" fmla="*/ 0 h 4322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29697" h="432218">
                <a:moveTo>
                  <a:pt x="32166" y="0"/>
                </a:moveTo>
                <a:cubicBezTo>
                  <a:pt x="32166" y="0"/>
                  <a:pt x="-102687" y="317664"/>
                  <a:pt x="179840" y="422365"/>
                </a:cubicBezTo>
                <a:cubicBezTo>
                  <a:pt x="189455" y="425927"/>
                  <a:pt x="199426" y="429250"/>
                  <a:pt x="209992" y="432218"/>
                </a:cubicBezTo>
                <a:lnTo>
                  <a:pt x="229697" y="410851"/>
                </a:lnTo>
                <a:cubicBezTo>
                  <a:pt x="229697" y="410851"/>
                  <a:pt x="137698" y="351734"/>
                  <a:pt x="136274" y="239910"/>
                </a:cubicBezTo>
                <a:cubicBezTo>
                  <a:pt x="134968" y="128205"/>
                  <a:pt x="149331" y="50926"/>
                  <a:pt x="32166" y="0"/>
                </a:cubicBezTo>
                <a:close/>
              </a:path>
            </a:pathLst>
          </a:custGeom>
          <a:gradFill>
            <a:gsLst>
              <a:gs pos="22170">
                <a:srgbClr val="F8785C"/>
              </a:gs>
              <a:gs pos="77840">
                <a:srgbClr val="FEEECD"/>
              </a:gs>
            </a:gsLst>
            <a:lin ang="15141722" scaled="1"/>
          </a:gradFill>
          <a:ln w="6350" cap="flat">
            <a:solidFill>
              <a:srgbClr val="FFEBC9"/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>
              <a:cs typeface="黑体" panose="02010609060101010101" pitchFamily="49" charset="-122"/>
            </a:endParaRPr>
          </a:p>
        </p:txBody>
      </p:sp>
      <p:sp>
        <p:nvSpPr>
          <p:cNvPr id="124" name="任意多边形: 形状 392"/>
          <p:cNvSpPr/>
          <p:nvPr userDrawn="1">
            <p:custDataLst>
              <p:tags r:id="rId65"/>
            </p:custDataLst>
          </p:nvPr>
        </p:nvSpPr>
        <p:spPr>
          <a:xfrm>
            <a:off x="2555875" y="3989070"/>
            <a:ext cx="126365" cy="297180"/>
          </a:xfrm>
          <a:custGeom>
            <a:avLst/>
            <a:gdLst>
              <a:gd name="connsiteX0" fmla="*/ 32166 w 179839"/>
              <a:gd name="connsiteY0" fmla="*/ 0 h 422365"/>
              <a:gd name="connsiteX1" fmla="*/ 179840 w 179839"/>
              <a:gd name="connsiteY1" fmla="*/ 422365 h 422365"/>
              <a:gd name="connsiteX2" fmla="*/ 84873 w 179839"/>
              <a:gd name="connsiteY2" fmla="*/ 297959 h 422365"/>
              <a:gd name="connsiteX3" fmla="*/ 52584 w 179839"/>
              <a:gd name="connsiteY3" fmla="*/ 182455 h 422365"/>
              <a:gd name="connsiteX4" fmla="*/ 58044 w 179839"/>
              <a:gd name="connsiteY4" fmla="*/ 54606 h 422365"/>
              <a:gd name="connsiteX5" fmla="*/ 32166 w 179839"/>
              <a:gd name="connsiteY5" fmla="*/ 0 h 4223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79839" h="422365">
                <a:moveTo>
                  <a:pt x="32166" y="0"/>
                </a:moveTo>
                <a:cubicBezTo>
                  <a:pt x="32166" y="0"/>
                  <a:pt x="-102687" y="317664"/>
                  <a:pt x="179840" y="422365"/>
                </a:cubicBezTo>
                <a:cubicBezTo>
                  <a:pt x="152774" y="399217"/>
                  <a:pt x="113244" y="358856"/>
                  <a:pt x="84873" y="297959"/>
                </a:cubicBezTo>
                <a:cubicBezTo>
                  <a:pt x="69322" y="264602"/>
                  <a:pt x="53059" y="229820"/>
                  <a:pt x="52584" y="182455"/>
                </a:cubicBezTo>
                <a:cubicBezTo>
                  <a:pt x="52109" y="130698"/>
                  <a:pt x="70746" y="103751"/>
                  <a:pt x="58044" y="54606"/>
                </a:cubicBezTo>
                <a:cubicBezTo>
                  <a:pt x="51634" y="30152"/>
                  <a:pt x="40476" y="11752"/>
                  <a:pt x="32166" y="0"/>
                </a:cubicBezTo>
                <a:close/>
              </a:path>
            </a:pathLst>
          </a:custGeom>
          <a:gradFill>
            <a:gsLst>
              <a:gs pos="22170">
                <a:srgbClr val="F46151"/>
              </a:gs>
              <a:gs pos="77840">
                <a:srgbClr val="FEEECD"/>
              </a:gs>
            </a:gsLst>
            <a:lin ang="4777886" scaled="1"/>
          </a:gradFill>
          <a:ln w="6350" cap="flat">
            <a:solidFill>
              <a:srgbClr val="FFEBC9"/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>
              <a:cs typeface="黑体" panose="02010609060101010101" pitchFamily="49" charset="-122"/>
            </a:endParaRPr>
          </a:p>
        </p:txBody>
      </p:sp>
      <p:sp>
        <p:nvSpPr>
          <p:cNvPr id="125" name="任意多边形: 形状 393"/>
          <p:cNvSpPr/>
          <p:nvPr userDrawn="1">
            <p:custDataLst>
              <p:tags r:id="rId66"/>
            </p:custDataLst>
          </p:nvPr>
        </p:nvSpPr>
        <p:spPr>
          <a:xfrm>
            <a:off x="2797175" y="4004945"/>
            <a:ext cx="95250" cy="252095"/>
          </a:xfrm>
          <a:custGeom>
            <a:avLst/>
            <a:gdLst>
              <a:gd name="connsiteX0" fmla="*/ 34712 w 135739"/>
              <a:gd name="connsiteY0" fmla="*/ 0 h 358500"/>
              <a:gd name="connsiteX1" fmla="*/ 7172 w 135739"/>
              <a:gd name="connsiteY1" fmla="*/ 126900 h 358500"/>
              <a:gd name="connsiteX2" fmla="*/ 9546 w 135739"/>
              <a:gd name="connsiteY2" fmla="*/ 358500 h 358500"/>
              <a:gd name="connsiteX3" fmla="*/ 134308 w 135739"/>
              <a:gd name="connsiteY3" fmla="*/ 146486 h 358500"/>
              <a:gd name="connsiteX4" fmla="*/ 34712 w 135739"/>
              <a:gd name="connsiteY4" fmla="*/ 0 h 358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5739" h="358500">
                <a:moveTo>
                  <a:pt x="34712" y="0"/>
                </a:moveTo>
                <a:cubicBezTo>
                  <a:pt x="23672" y="36562"/>
                  <a:pt x="13582" y="79179"/>
                  <a:pt x="7172" y="126900"/>
                </a:cubicBezTo>
                <a:cubicBezTo>
                  <a:pt x="-5174" y="218661"/>
                  <a:pt x="286" y="298196"/>
                  <a:pt x="9546" y="358500"/>
                </a:cubicBezTo>
                <a:cubicBezTo>
                  <a:pt x="95135" y="317664"/>
                  <a:pt x="144992" y="231126"/>
                  <a:pt x="134308" y="146486"/>
                </a:cubicBezTo>
                <a:cubicBezTo>
                  <a:pt x="122794" y="54725"/>
                  <a:pt x="45277" y="6410"/>
                  <a:pt x="34712" y="0"/>
                </a:cubicBezTo>
                <a:close/>
              </a:path>
            </a:pathLst>
          </a:custGeom>
          <a:gradFill>
            <a:gsLst>
              <a:gs pos="22170">
                <a:srgbClr val="F8785C"/>
              </a:gs>
              <a:gs pos="77840">
                <a:srgbClr val="FEEECD"/>
              </a:gs>
            </a:gsLst>
            <a:lin ang="6422666" scaled="1"/>
          </a:gradFill>
          <a:ln w="6350" cap="flat">
            <a:solidFill>
              <a:srgbClr val="FFEBC9"/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>
              <a:cs typeface="黑体" panose="02010609060101010101" pitchFamily="49" charset="-122"/>
            </a:endParaRPr>
          </a:p>
        </p:txBody>
      </p:sp>
      <p:sp>
        <p:nvSpPr>
          <p:cNvPr id="126" name="任意多边形: 形状 394"/>
          <p:cNvSpPr/>
          <p:nvPr userDrawn="1">
            <p:custDataLst>
              <p:tags r:id="rId67"/>
            </p:custDataLst>
          </p:nvPr>
        </p:nvSpPr>
        <p:spPr>
          <a:xfrm>
            <a:off x="2755265" y="4051300"/>
            <a:ext cx="201930" cy="322580"/>
          </a:xfrm>
          <a:custGeom>
            <a:avLst/>
            <a:gdLst>
              <a:gd name="connsiteX0" fmla="*/ 201161 w 286985"/>
              <a:gd name="connsiteY0" fmla="*/ 376 h 458888"/>
              <a:gd name="connsiteX1" fmla="*/ 198787 w 286985"/>
              <a:gd name="connsiteY1" fmla="*/ 970 h 458888"/>
              <a:gd name="connsiteX2" fmla="*/ 161512 w 286985"/>
              <a:gd name="connsiteY2" fmla="*/ 135704 h 458888"/>
              <a:gd name="connsiteX3" fmla="*/ 133616 w 286985"/>
              <a:gd name="connsiteY3" fmla="*/ 326231 h 458888"/>
              <a:gd name="connsiteX4" fmla="*/ 899 w 286985"/>
              <a:gd name="connsiteY4" fmla="*/ 455980 h 458888"/>
              <a:gd name="connsiteX5" fmla="*/ 1849 w 286985"/>
              <a:gd name="connsiteY5" fmla="*/ 458829 h 458888"/>
              <a:gd name="connsiteX6" fmla="*/ 193682 w 286985"/>
              <a:gd name="connsiteY6" fmla="*/ 363862 h 458888"/>
              <a:gd name="connsiteX7" fmla="*/ 278915 w 286985"/>
              <a:gd name="connsiteY7" fmla="*/ 239337 h 458888"/>
              <a:gd name="connsiteX8" fmla="*/ 280102 w 286985"/>
              <a:gd name="connsiteY8" fmla="*/ 123952 h 458888"/>
              <a:gd name="connsiteX9" fmla="*/ 201161 w 286985"/>
              <a:gd name="connsiteY9" fmla="*/ 376 h 4588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86985" h="458888">
                <a:moveTo>
                  <a:pt x="201161" y="376"/>
                </a:moveTo>
                <a:cubicBezTo>
                  <a:pt x="200330" y="-336"/>
                  <a:pt x="199143" y="20"/>
                  <a:pt x="198787" y="970"/>
                </a:cubicBezTo>
                <a:cubicBezTo>
                  <a:pt x="187628" y="30884"/>
                  <a:pt x="172196" y="77299"/>
                  <a:pt x="161512" y="135704"/>
                </a:cubicBezTo>
                <a:cubicBezTo>
                  <a:pt x="143469" y="233876"/>
                  <a:pt x="155814" y="272338"/>
                  <a:pt x="133616" y="326231"/>
                </a:cubicBezTo>
                <a:cubicBezTo>
                  <a:pt x="118302" y="363506"/>
                  <a:pt x="84589" y="412770"/>
                  <a:pt x="899" y="455980"/>
                </a:cubicBezTo>
                <a:cubicBezTo>
                  <a:pt x="-763" y="456811"/>
                  <a:pt x="68" y="459304"/>
                  <a:pt x="1849" y="458829"/>
                </a:cubicBezTo>
                <a:cubicBezTo>
                  <a:pt x="50045" y="448976"/>
                  <a:pt x="126018" y="425353"/>
                  <a:pt x="193682" y="363862"/>
                </a:cubicBezTo>
                <a:cubicBezTo>
                  <a:pt x="223122" y="337152"/>
                  <a:pt x="261940" y="300828"/>
                  <a:pt x="278915" y="239337"/>
                </a:cubicBezTo>
                <a:cubicBezTo>
                  <a:pt x="293279" y="187580"/>
                  <a:pt x="285088" y="143657"/>
                  <a:pt x="280102" y="123952"/>
                </a:cubicBezTo>
                <a:cubicBezTo>
                  <a:pt x="263008" y="55576"/>
                  <a:pt x="218848" y="14977"/>
                  <a:pt x="201161" y="376"/>
                </a:cubicBezTo>
                <a:close/>
              </a:path>
            </a:pathLst>
          </a:custGeom>
          <a:gradFill>
            <a:gsLst>
              <a:gs pos="22170">
                <a:srgbClr val="F8785C"/>
              </a:gs>
              <a:gs pos="77840">
                <a:srgbClr val="FEEECD"/>
              </a:gs>
            </a:gsLst>
            <a:lin ang="18717195" scaled="1"/>
          </a:gradFill>
          <a:ln w="6350" cap="flat">
            <a:solidFill>
              <a:srgbClr val="FFEBC9"/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>
              <a:cs typeface="黑体" panose="02010609060101010101" pitchFamily="49" charset="-122"/>
            </a:endParaRPr>
          </a:p>
        </p:txBody>
      </p:sp>
      <p:sp>
        <p:nvSpPr>
          <p:cNvPr id="127" name="任意多边形: 形状 395"/>
          <p:cNvSpPr/>
          <p:nvPr userDrawn="1">
            <p:custDataLst>
              <p:tags r:id="rId68"/>
            </p:custDataLst>
          </p:nvPr>
        </p:nvSpPr>
        <p:spPr>
          <a:xfrm>
            <a:off x="2706370" y="3997960"/>
            <a:ext cx="116840" cy="250190"/>
          </a:xfrm>
          <a:custGeom>
            <a:avLst/>
            <a:gdLst>
              <a:gd name="connsiteX0" fmla="*/ 26185 w 166208"/>
              <a:gd name="connsiteY0" fmla="*/ 324075 h 355769"/>
              <a:gd name="connsiteX1" fmla="*/ 3867 w 166208"/>
              <a:gd name="connsiteY1" fmla="*/ 171890 h 355769"/>
              <a:gd name="connsiteX2" fmla="*/ 132785 w 166208"/>
              <a:gd name="connsiteY2" fmla="*/ 0 h 355769"/>
              <a:gd name="connsiteX3" fmla="*/ 164599 w 166208"/>
              <a:gd name="connsiteY3" fmla="*/ 163937 h 355769"/>
              <a:gd name="connsiteX4" fmla="*/ 59423 w 166208"/>
              <a:gd name="connsiteY4" fmla="*/ 355770 h 355769"/>
              <a:gd name="connsiteX5" fmla="*/ 26185 w 166208"/>
              <a:gd name="connsiteY5" fmla="*/ 324075 h 3557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66208" h="355769">
                <a:moveTo>
                  <a:pt x="26185" y="324075"/>
                </a:moveTo>
                <a:cubicBezTo>
                  <a:pt x="15857" y="303301"/>
                  <a:pt x="-9666" y="245015"/>
                  <a:pt x="3867" y="171890"/>
                </a:cubicBezTo>
                <a:cubicBezTo>
                  <a:pt x="24641" y="60067"/>
                  <a:pt x="119608" y="7122"/>
                  <a:pt x="132785" y="0"/>
                </a:cubicBezTo>
                <a:cubicBezTo>
                  <a:pt x="145487" y="24217"/>
                  <a:pt x="173146" y="84877"/>
                  <a:pt x="164599" y="163937"/>
                </a:cubicBezTo>
                <a:cubicBezTo>
                  <a:pt x="152490" y="275998"/>
                  <a:pt x="76398" y="341762"/>
                  <a:pt x="59423" y="355770"/>
                </a:cubicBezTo>
                <a:cubicBezTo>
                  <a:pt x="48383" y="345205"/>
                  <a:pt x="37224" y="334640"/>
                  <a:pt x="26185" y="324075"/>
                </a:cubicBezTo>
                <a:close/>
              </a:path>
            </a:pathLst>
          </a:custGeom>
          <a:gradFill>
            <a:gsLst>
              <a:gs pos="22170">
                <a:srgbClr val="F8785C"/>
              </a:gs>
              <a:gs pos="77840">
                <a:srgbClr val="FEEECD"/>
              </a:gs>
            </a:gsLst>
            <a:lin ang="5237738" scaled="1"/>
          </a:gradFill>
          <a:ln w="6350" cap="flat">
            <a:solidFill>
              <a:srgbClr val="FFEBC9"/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>
              <a:cs typeface="黑体" panose="02010609060101010101" pitchFamily="49" charset="-122"/>
            </a:endParaRPr>
          </a:p>
        </p:txBody>
      </p:sp>
      <p:sp>
        <p:nvSpPr>
          <p:cNvPr id="128" name="任意多边形: 形状 396"/>
          <p:cNvSpPr/>
          <p:nvPr userDrawn="1">
            <p:custDataLst>
              <p:tags r:id="rId69"/>
            </p:custDataLst>
          </p:nvPr>
        </p:nvSpPr>
        <p:spPr>
          <a:xfrm>
            <a:off x="2595245" y="4047490"/>
            <a:ext cx="168910" cy="327025"/>
          </a:xfrm>
          <a:custGeom>
            <a:avLst/>
            <a:gdLst>
              <a:gd name="connsiteX0" fmla="*/ 122881 w 239840"/>
              <a:gd name="connsiteY0" fmla="*/ 789 h 465094"/>
              <a:gd name="connsiteX1" fmla="*/ 132733 w 239840"/>
              <a:gd name="connsiteY1" fmla="*/ 4944 h 465094"/>
              <a:gd name="connsiteX2" fmla="*/ 147216 w 239840"/>
              <a:gd name="connsiteY2" fmla="*/ 61924 h 465094"/>
              <a:gd name="connsiteX3" fmla="*/ 160274 w 239840"/>
              <a:gd name="connsiteY3" fmla="*/ 134930 h 465094"/>
              <a:gd name="connsiteX4" fmla="*/ 180573 w 239840"/>
              <a:gd name="connsiteY4" fmla="*/ 186094 h 465094"/>
              <a:gd name="connsiteX5" fmla="*/ 227819 w 239840"/>
              <a:gd name="connsiteY5" fmla="*/ 269071 h 465094"/>
              <a:gd name="connsiteX6" fmla="*/ 229837 w 239840"/>
              <a:gd name="connsiteY6" fmla="*/ 428497 h 465094"/>
              <a:gd name="connsiteX7" fmla="*/ 224020 w 239840"/>
              <a:gd name="connsiteY7" fmla="*/ 459361 h 465094"/>
              <a:gd name="connsiteX8" fmla="*/ 215711 w 239840"/>
              <a:gd name="connsiteY8" fmla="*/ 464940 h 465094"/>
              <a:gd name="connsiteX9" fmla="*/ 80739 w 239840"/>
              <a:gd name="connsiteY9" fmla="*/ 392765 h 465094"/>
              <a:gd name="connsiteX10" fmla="*/ 5953 w 239840"/>
              <a:gd name="connsiteY10" fmla="*/ 261236 h 465094"/>
              <a:gd name="connsiteX11" fmla="*/ 40616 w 239840"/>
              <a:gd name="connsiteY11" fmla="*/ 71658 h 465094"/>
              <a:gd name="connsiteX12" fmla="*/ 122881 w 239840"/>
              <a:gd name="connsiteY12" fmla="*/ 789 h 4650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39840" h="465094">
                <a:moveTo>
                  <a:pt x="122881" y="789"/>
                </a:moveTo>
                <a:cubicBezTo>
                  <a:pt x="126679" y="-1229"/>
                  <a:pt x="131428" y="789"/>
                  <a:pt x="132733" y="4944"/>
                </a:cubicBezTo>
                <a:cubicBezTo>
                  <a:pt x="140212" y="28567"/>
                  <a:pt x="144604" y="48154"/>
                  <a:pt x="147216" y="61924"/>
                </a:cubicBezTo>
                <a:cubicBezTo>
                  <a:pt x="153507" y="95281"/>
                  <a:pt x="151964" y="106203"/>
                  <a:pt x="160274" y="134930"/>
                </a:cubicBezTo>
                <a:cubicBezTo>
                  <a:pt x="165378" y="152380"/>
                  <a:pt x="170008" y="167575"/>
                  <a:pt x="180573" y="186094"/>
                </a:cubicBezTo>
                <a:cubicBezTo>
                  <a:pt x="196717" y="214465"/>
                  <a:pt x="213337" y="223724"/>
                  <a:pt x="227819" y="269071"/>
                </a:cubicBezTo>
                <a:cubicBezTo>
                  <a:pt x="238978" y="303853"/>
                  <a:pt x="247169" y="355966"/>
                  <a:pt x="229837" y="428497"/>
                </a:cubicBezTo>
                <a:cubicBezTo>
                  <a:pt x="227938" y="438824"/>
                  <a:pt x="226038" y="449033"/>
                  <a:pt x="224020" y="459361"/>
                </a:cubicBezTo>
                <a:cubicBezTo>
                  <a:pt x="223308" y="463160"/>
                  <a:pt x="219509" y="465771"/>
                  <a:pt x="215711" y="464940"/>
                </a:cubicBezTo>
                <a:cubicBezTo>
                  <a:pt x="187458" y="458767"/>
                  <a:pt x="131190" y="441911"/>
                  <a:pt x="80739" y="392765"/>
                </a:cubicBezTo>
                <a:cubicBezTo>
                  <a:pt x="65426" y="377808"/>
                  <a:pt x="21622" y="334005"/>
                  <a:pt x="5953" y="261236"/>
                </a:cubicBezTo>
                <a:cubicBezTo>
                  <a:pt x="17" y="233696"/>
                  <a:pt x="-13516" y="148226"/>
                  <a:pt x="40616" y="71658"/>
                </a:cubicBezTo>
                <a:cubicBezTo>
                  <a:pt x="67800" y="33316"/>
                  <a:pt x="101276" y="11948"/>
                  <a:pt x="122881" y="789"/>
                </a:cubicBezTo>
                <a:close/>
              </a:path>
            </a:pathLst>
          </a:custGeom>
          <a:gradFill>
            <a:gsLst>
              <a:gs pos="22170">
                <a:srgbClr val="F8785C"/>
              </a:gs>
              <a:gs pos="77840">
                <a:srgbClr val="FEEECD"/>
              </a:gs>
            </a:gsLst>
            <a:lin ang="4927203" scaled="1"/>
          </a:gradFill>
          <a:ln w="6350" cap="flat">
            <a:solidFill>
              <a:srgbClr val="FFEBC9"/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>
              <a:cs typeface="黑体" panose="02010609060101010101" pitchFamily="49" charset="-122"/>
            </a:endParaRPr>
          </a:p>
        </p:txBody>
      </p:sp>
      <p:sp>
        <p:nvSpPr>
          <p:cNvPr id="129" name="任意多边形: 形状 397"/>
          <p:cNvSpPr/>
          <p:nvPr userDrawn="1">
            <p:custDataLst>
              <p:tags r:id="rId70"/>
            </p:custDataLst>
          </p:nvPr>
        </p:nvSpPr>
        <p:spPr>
          <a:xfrm>
            <a:off x="2666365" y="4056380"/>
            <a:ext cx="210185" cy="318135"/>
          </a:xfrm>
          <a:custGeom>
            <a:avLst/>
            <a:gdLst>
              <a:gd name="connsiteX0" fmla="*/ 185601 w 298583"/>
              <a:gd name="connsiteY0" fmla="*/ 1596 h 452685"/>
              <a:gd name="connsiteX1" fmla="*/ 10743 w 298583"/>
              <a:gd name="connsiteY1" fmla="*/ 332912 h 452685"/>
              <a:gd name="connsiteX2" fmla="*/ 11218 w 298583"/>
              <a:gd name="connsiteY2" fmla="*/ 334218 h 452685"/>
              <a:gd name="connsiteX3" fmla="*/ 117106 w 298583"/>
              <a:gd name="connsiteY3" fmla="*/ 451739 h 452685"/>
              <a:gd name="connsiteX4" fmla="*/ 128027 w 298583"/>
              <a:gd name="connsiteY4" fmla="*/ 451383 h 452685"/>
              <a:gd name="connsiteX5" fmla="*/ 203882 w 298583"/>
              <a:gd name="connsiteY5" fmla="*/ 5514 h 452685"/>
              <a:gd name="connsiteX6" fmla="*/ 185601 w 298583"/>
              <a:gd name="connsiteY6" fmla="*/ 1596 h 4526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98583" h="452685">
                <a:moveTo>
                  <a:pt x="185601" y="1596"/>
                </a:moveTo>
                <a:cubicBezTo>
                  <a:pt x="138236" y="25575"/>
                  <a:pt x="-46000" y="133363"/>
                  <a:pt x="10743" y="332912"/>
                </a:cubicBezTo>
                <a:cubicBezTo>
                  <a:pt x="10862" y="333387"/>
                  <a:pt x="10981" y="333862"/>
                  <a:pt x="11218" y="334218"/>
                </a:cubicBezTo>
                <a:cubicBezTo>
                  <a:pt x="14423" y="342527"/>
                  <a:pt x="47068" y="424436"/>
                  <a:pt x="117106" y="451739"/>
                </a:cubicBezTo>
                <a:cubicBezTo>
                  <a:pt x="120667" y="453164"/>
                  <a:pt x="124585" y="452926"/>
                  <a:pt x="128027" y="451383"/>
                </a:cubicBezTo>
                <a:cubicBezTo>
                  <a:pt x="170644" y="432865"/>
                  <a:pt x="437501" y="301454"/>
                  <a:pt x="203882" y="5514"/>
                </a:cubicBezTo>
                <a:cubicBezTo>
                  <a:pt x="199490" y="172"/>
                  <a:pt x="191774" y="-1609"/>
                  <a:pt x="185601" y="1596"/>
                </a:cubicBezTo>
                <a:close/>
              </a:path>
            </a:pathLst>
          </a:custGeom>
          <a:gradFill>
            <a:gsLst>
              <a:gs pos="22170">
                <a:srgbClr val="F8785C"/>
              </a:gs>
              <a:gs pos="77840">
                <a:srgbClr val="FEEECD"/>
              </a:gs>
            </a:gsLst>
            <a:lin ang="4471382" scaled="1"/>
          </a:gradFill>
          <a:ln w="6350" cap="flat">
            <a:solidFill>
              <a:srgbClr val="FFEBC9"/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>
              <a:cs typeface="黑体" panose="02010609060101010101" pitchFamily="49" charset="-122"/>
            </a:endParaRPr>
          </a:p>
        </p:txBody>
      </p:sp>
      <p:sp>
        <p:nvSpPr>
          <p:cNvPr id="131" name="任意多边形: 形状 398"/>
          <p:cNvSpPr/>
          <p:nvPr userDrawn="1">
            <p:custDataLst>
              <p:tags r:id="rId71"/>
            </p:custDataLst>
          </p:nvPr>
        </p:nvSpPr>
        <p:spPr>
          <a:xfrm>
            <a:off x="2638425" y="4170680"/>
            <a:ext cx="165100" cy="206375"/>
          </a:xfrm>
          <a:custGeom>
            <a:avLst/>
            <a:gdLst>
              <a:gd name="connsiteX0" fmla="*/ 168075 w 234336"/>
              <a:gd name="connsiteY0" fmla="*/ 289412 h 293618"/>
              <a:gd name="connsiteX1" fmla="*/ 216152 w 234336"/>
              <a:gd name="connsiteY1" fmla="*/ 246677 h 293618"/>
              <a:gd name="connsiteX2" fmla="*/ 234314 w 234336"/>
              <a:gd name="connsiteY2" fmla="*/ 181506 h 293618"/>
              <a:gd name="connsiteX3" fmla="*/ 200364 w 234336"/>
              <a:gd name="connsiteY3" fmla="*/ 84758 h 293618"/>
              <a:gd name="connsiteX4" fmla="*/ 83436 w 234336"/>
              <a:gd name="connsiteY4" fmla="*/ 0 h 293618"/>
              <a:gd name="connsiteX5" fmla="*/ 28949 w 234336"/>
              <a:gd name="connsiteY5" fmla="*/ 55081 h 293618"/>
              <a:gd name="connsiteX6" fmla="*/ 3308 w 234336"/>
              <a:gd name="connsiteY6" fmla="*/ 108500 h 293618"/>
              <a:gd name="connsiteX7" fmla="*/ 4376 w 234336"/>
              <a:gd name="connsiteY7" fmla="*/ 176282 h 293618"/>
              <a:gd name="connsiteX8" fmla="*/ 168075 w 234336"/>
              <a:gd name="connsiteY8" fmla="*/ 289412 h 2936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34336" h="293618">
                <a:moveTo>
                  <a:pt x="168075" y="289412"/>
                </a:moveTo>
                <a:cubicBezTo>
                  <a:pt x="195378" y="279440"/>
                  <a:pt x="212235" y="252968"/>
                  <a:pt x="216152" y="246677"/>
                </a:cubicBezTo>
                <a:cubicBezTo>
                  <a:pt x="233246" y="219611"/>
                  <a:pt x="234077" y="193376"/>
                  <a:pt x="234314" y="181506"/>
                </a:cubicBezTo>
                <a:cubicBezTo>
                  <a:pt x="235146" y="135090"/>
                  <a:pt x="211879" y="101496"/>
                  <a:pt x="200364" y="84758"/>
                </a:cubicBezTo>
                <a:cubicBezTo>
                  <a:pt x="162140" y="29558"/>
                  <a:pt x="107296" y="7835"/>
                  <a:pt x="83436" y="0"/>
                </a:cubicBezTo>
                <a:cubicBezTo>
                  <a:pt x="55539" y="19706"/>
                  <a:pt x="38564" y="41073"/>
                  <a:pt x="28949" y="55081"/>
                </a:cubicBezTo>
                <a:cubicBezTo>
                  <a:pt x="19689" y="68614"/>
                  <a:pt x="8887" y="84758"/>
                  <a:pt x="3308" y="108500"/>
                </a:cubicBezTo>
                <a:cubicBezTo>
                  <a:pt x="2833" y="110636"/>
                  <a:pt x="-4527" y="142806"/>
                  <a:pt x="4376" y="176282"/>
                </a:cubicBezTo>
                <a:cubicBezTo>
                  <a:pt x="22894" y="246558"/>
                  <a:pt x="108958" y="310898"/>
                  <a:pt x="168075" y="289412"/>
                </a:cubicBezTo>
                <a:close/>
              </a:path>
            </a:pathLst>
          </a:custGeom>
          <a:gradFill>
            <a:gsLst>
              <a:gs pos="22170">
                <a:srgbClr val="F8785C"/>
              </a:gs>
              <a:gs pos="77840">
                <a:srgbClr val="FEEECD"/>
              </a:gs>
            </a:gsLst>
            <a:lin ang="3534963" scaled="1"/>
          </a:gradFill>
          <a:ln w="6350" cap="flat">
            <a:solidFill>
              <a:srgbClr val="FFEBC9"/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>
              <a:cs typeface="黑体" panose="02010609060101010101" pitchFamily="49" charset="-122"/>
            </a:endParaRPr>
          </a:p>
        </p:txBody>
      </p:sp>
      <p:pic>
        <p:nvPicPr>
          <p:cNvPr id="108" name="图形 107"/>
          <p:cNvPicPr>
            <a:picLocks noChangeAspect="1"/>
          </p:cNvPicPr>
          <p:nvPr userDrawn="1">
            <p:custDataLst>
              <p:tags r:id="rId72"/>
            </p:custDataLst>
          </p:nvPr>
        </p:nvPicPr>
        <p:blipFill>
          <a:blip r:embed="rId73">
            <a:extLst>
              <a:ext uri="{96DAC541-7B7A-43D3-8B79-37D633B846F1}">
                <asvg:svgBlip xmlns:asvg="http://schemas.microsoft.com/office/drawing/2016/SVG/main" r:embed="rId74"/>
              </a:ext>
            </a:extLst>
          </a:blip>
          <a:stretch>
            <a:fillRect/>
          </a:stretch>
        </p:blipFill>
        <p:spPr>
          <a:xfrm rot="20745269">
            <a:off x="2623272" y="2002414"/>
            <a:ext cx="836382" cy="588385"/>
          </a:xfrm>
          <a:prstGeom prst="rect">
            <a:avLst/>
          </a:prstGeom>
        </p:spPr>
      </p:pic>
      <p:pic>
        <p:nvPicPr>
          <p:cNvPr id="109" name="图形 108"/>
          <p:cNvPicPr>
            <a:picLocks noChangeAspect="1"/>
          </p:cNvPicPr>
          <p:nvPr userDrawn="1">
            <p:custDataLst>
              <p:tags r:id="rId75"/>
            </p:custDataLst>
          </p:nvPr>
        </p:nvPicPr>
        <p:blipFill>
          <a:blip r:embed="rId73">
            <a:extLst>
              <a:ext uri="{96DAC541-7B7A-43D3-8B79-37D633B846F1}">
                <asvg:svgBlip xmlns:asvg="http://schemas.microsoft.com/office/drawing/2016/SVG/main" r:embed="rId74"/>
              </a:ext>
            </a:extLst>
          </a:blip>
          <a:stretch>
            <a:fillRect/>
          </a:stretch>
        </p:blipFill>
        <p:spPr>
          <a:xfrm rot="20745269">
            <a:off x="3586247" y="2001148"/>
            <a:ext cx="537504" cy="378128"/>
          </a:xfrm>
          <a:prstGeom prst="rect">
            <a:avLst/>
          </a:prstGeom>
        </p:spPr>
      </p:pic>
      <p:pic>
        <p:nvPicPr>
          <p:cNvPr id="110" name="图形 109"/>
          <p:cNvPicPr>
            <a:picLocks noChangeAspect="1"/>
          </p:cNvPicPr>
          <p:nvPr userDrawn="1">
            <p:custDataLst>
              <p:tags r:id="rId76"/>
            </p:custDataLst>
          </p:nvPr>
        </p:nvPicPr>
        <p:blipFill>
          <a:blip r:embed="rId73">
            <a:extLst>
              <a:ext uri="{96DAC541-7B7A-43D3-8B79-37D633B846F1}">
                <asvg:svgBlip xmlns:asvg="http://schemas.microsoft.com/office/drawing/2016/SVG/main" r:embed="rId74"/>
              </a:ext>
            </a:extLst>
          </a:blip>
          <a:stretch>
            <a:fillRect/>
          </a:stretch>
        </p:blipFill>
        <p:spPr>
          <a:xfrm rot="20745269">
            <a:off x="3692502" y="1557109"/>
            <a:ext cx="379877" cy="26723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 userDrawn="1">
            <p:custDataLst>
              <p:tags r:id="rId2"/>
            </p:custDataLst>
          </p:nvPr>
        </p:nvSpPr>
        <p:spPr>
          <a:xfrm>
            <a:off x="0" y="2660015"/>
            <a:ext cx="12192000" cy="4197985"/>
          </a:xfrm>
          <a:prstGeom prst="rect">
            <a:avLst/>
          </a:prstGeom>
          <a:gradFill>
            <a:gsLst>
              <a:gs pos="0">
                <a:schemeClr val="accent1">
                  <a:lumMod val="20000"/>
                  <a:lumOff val="80000"/>
                  <a:alpha val="0"/>
                </a:schemeClr>
              </a:gs>
              <a:gs pos="100000">
                <a:schemeClr val="accent1">
                  <a:alpha val="69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cs typeface="黑体" panose="02010609060101010101" pitchFamily="49" charset="-122"/>
              <a:sym typeface="+mn-ea"/>
            </a:endParaRPr>
          </a:p>
        </p:txBody>
      </p:sp>
      <p:pic>
        <p:nvPicPr>
          <p:cNvPr id="104" name="图形 103"/>
          <p:cNvPicPr>
            <a:picLocks noChangeAspect="1"/>
          </p:cNvPicPr>
          <p:nvPr userDrawn="1">
            <p:custDataLst>
              <p:tags r:id="rId3"/>
            </p:custDataLst>
          </p:nvPr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329873" y="1311275"/>
            <a:ext cx="1532255" cy="1550670"/>
          </a:xfrm>
          <a:prstGeom prst="rect">
            <a:avLst/>
          </a:prstGeom>
        </p:spPr>
      </p:pic>
      <p:pic>
        <p:nvPicPr>
          <p:cNvPr id="10" name="图形 1"/>
          <p:cNvPicPr>
            <a:picLocks noChangeAspect="1"/>
          </p:cNvPicPr>
          <p:nvPr userDrawn="1">
            <p:custDataLst>
              <p:tags r:id="rId6"/>
            </p:custDataLst>
          </p:nvPr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872664" y="0"/>
            <a:ext cx="2319336" cy="1496021"/>
          </a:xfrm>
          <a:prstGeom prst="rect">
            <a:avLst/>
          </a:prstGeom>
        </p:spPr>
      </p:pic>
      <p:sp>
        <p:nvSpPr>
          <p:cNvPr id="110" name="任意多边形: 形状 16"/>
          <p:cNvSpPr/>
          <p:nvPr userDrawn="1">
            <p:custDataLst>
              <p:tags r:id="rId9"/>
            </p:custDataLst>
          </p:nvPr>
        </p:nvSpPr>
        <p:spPr>
          <a:xfrm>
            <a:off x="0" y="0"/>
            <a:ext cx="976654" cy="2150327"/>
          </a:xfrm>
          <a:custGeom>
            <a:avLst/>
            <a:gdLst>
              <a:gd name="connsiteX0" fmla="*/ 0 w 1452284"/>
              <a:gd name="connsiteY0" fmla="*/ 0 h 3197534"/>
              <a:gd name="connsiteX1" fmla="*/ 190682 w 1452284"/>
              <a:gd name="connsiteY1" fmla="*/ 0 h 3197534"/>
              <a:gd name="connsiteX2" fmla="*/ 217063 w 1452284"/>
              <a:gd name="connsiteY2" fmla="*/ 33192 h 3197534"/>
              <a:gd name="connsiteX3" fmla="*/ 240054 w 1452284"/>
              <a:gd name="connsiteY3" fmla="*/ 75552 h 3197534"/>
              <a:gd name="connsiteX4" fmla="*/ 373222 w 1452284"/>
              <a:gd name="connsiteY4" fmla="*/ 297347 h 3197534"/>
              <a:gd name="connsiteX5" fmla="*/ 550777 w 1452284"/>
              <a:gd name="connsiteY5" fmla="*/ 544342 h 3197534"/>
              <a:gd name="connsiteX6" fmla="*/ 926380 w 1452284"/>
              <a:gd name="connsiteY6" fmla="*/ 849303 h 3197534"/>
              <a:gd name="connsiteX7" fmla="*/ 1039056 w 1452284"/>
              <a:gd name="connsiteY7" fmla="*/ 1324556 h 3197534"/>
              <a:gd name="connsiteX8" fmla="*/ 1315660 w 1452284"/>
              <a:gd name="connsiteY8" fmla="*/ 1665890 h 3197534"/>
              <a:gd name="connsiteX9" fmla="*/ 1397624 w 1452284"/>
              <a:gd name="connsiteY9" fmla="*/ 2197656 h 3197534"/>
              <a:gd name="connsiteX10" fmla="*/ 1452284 w 1452284"/>
              <a:gd name="connsiteY10" fmla="*/ 2699611 h 3197534"/>
              <a:gd name="connsiteX11" fmla="*/ 969666 w 1452284"/>
              <a:gd name="connsiteY11" fmla="*/ 3147560 h 3197534"/>
              <a:gd name="connsiteX12" fmla="*/ 694816 w 1452284"/>
              <a:gd name="connsiteY12" fmla="*/ 3197159 h 3197534"/>
              <a:gd name="connsiteX13" fmla="*/ 188031 w 1452284"/>
              <a:gd name="connsiteY13" fmla="*/ 3133493 h 3197534"/>
              <a:gd name="connsiteX14" fmla="*/ 0 w 1452284"/>
              <a:gd name="connsiteY14" fmla="*/ 3087026 h 3197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452284" h="3197534">
                <a:moveTo>
                  <a:pt x="0" y="0"/>
                </a:moveTo>
                <a:lnTo>
                  <a:pt x="190682" y="0"/>
                </a:lnTo>
                <a:lnTo>
                  <a:pt x="217063" y="33192"/>
                </a:lnTo>
                <a:cubicBezTo>
                  <a:pt x="225973" y="47681"/>
                  <a:pt x="233228" y="62326"/>
                  <a:pt x="240054" y="75552"/>
                </a:cubicBezTo>
                <a:cubicBezTo>
                  <a:pt x="267409" y="128459"/>
                  <a:pt x="332239" y="173849"/>
                  <a:pt x="373222" y="297347"/>
                </a:cubicBezTo>
                <a:cubicBezTo>
                  <a:pt x="414204" y="420844"/>
                  <a:pt x="434695" y="491436"/>
                  <a:pt x="550777" y="544342"/>
                </a:cubicBezTo>
                <a:cubicBezTo>
                  <a:pt x="666860" y="597248"/>
                  <a:pt x="841009" y="647699"/>
                  <a:pt x="926380" y="849303"/>
                </a:cubicBezTo>
                <a:cubicBezTo>
                  <a:pt x="1011751" y="1050907"/>
                  <a:pt x="970769" y="1199956"/>
                  <a:pt x="1039056" y="1324556"/>
                </a:cubicBezTo>
                <a:cubicBezTo>
                  <a:pt x="1107343" y="1449156"/>
                  <a:pt x="1247323" y="1517192"/>
                  <a:pt x="1315660" y="1665890"/>
                </a:cubicBezTo>
                <a:cubicBezTo>
                  <a:pt x="1383947" y="1814588"/>
                  <a:pt x="1424929" y="1993547"/>
                  <a:pt x="1397624" y="2197656"/>
                </a:cubicBezTo>
                <a:cubicBezTo>
                  <a:pt x="1370319" y="2401815"/>
                  <a:pt x="1435200" y="2583980"/>
                  <a:pt x="1452284" y="2699611"/>
                </a:cubicBezTo>
                <a:cubicBezTo>
                  <a:pt x="1387554" y="2821756"/>
                  <a:pt x="1242313" y="3047409"/>
                  <a:pt x="969666" y="3147560"/>
                </a:cubicBezTo>
                <a:cubicBezTo>
                  <a:pt x="848724" y="3191999"/>
                  <a:pt x="746319" y="3195706"/>
                  <a:pt x="694816" y="3197159"/>
                </a:cubicBezTo>
                <a:cubicBezTo>
                  <a:pt x="557428" y="3200992"/>
                  <a:pt x="379631" y="3175193"/>
                  <a:pt x="188031" y="3133493"/>
                </a:cubicBezTo>
                <a:lnTo>
                  <a:pt x="0" y="3087026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25000">
                <a:schemeClr val="accent3"/>
              </a:gs>
              <a:gs pos="57000">
                <a:schemeClr val="accent4"/>
              </a:gs>
              <a:gs pos="81000">
                <a:schemeClr val="accent4">
                  <a:alpha val="0"/>
                </a:schemeClr>
              </a:gs>
            </a:gsLst>
            <a:lin ang="5400000" scaled="1"/>
          </a:gradFill>
          <a:ln w="9525" cap="flat">
            <a:gradFill>
              <a:gsLst>
                <a:gs pos="0">
                  <a:srgbClr val="FFEBC9"/>
                </a:gs>
                <a:gs pos="52000">
                  <a:srgbClr val="FFEBC9">
                    <a:alpha val="0"/>
                  </a:srgbClr>
                </a:gs>
              </a:gsLst>
              <a:lin ang="5400000" scaled="1"/>
            </a:gradFill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zh-CN" altLang="en-US">
              <a:cs typeface="黑体" panose="02010609060101010101" pitchFamily="49" charset="-122"/>
            </a:endParaRPr>
          </a:p>
        </p:txBody>
      </p:sp>
      <p:sp>
        <p:nvSpPr>
          <p:cNvPr id="111" name="任意多边形: 形状 36"/>
          <p:cNvSpPr/>
          <p:nvPr userDrawn="1">
            <p:custDataLst>
              <p:tags r:id="rId10"/>
            </p:custDataLst>
          </p:nvPr>
        </p:nvSpPr>
        <p:spPr>
          <a:xfrm>
            <a:off x="930518" y="5164874"/>
            <a:ext cx="1839932" cy="315939"/>
          </a:xfrm>
          <a:custGeom>
            <a:avLst/>
            <a:gdLst>
              <a:gd name="connsiteX0" fmla="*/ 1839932 w 1839932"/>
              <a:gd name="connsiteY0" fmla="*/ 315868 h 315939"/>
              <a:gd name="connsiteX1" fmla="*/ 1514555 w 1839932"/>
              <a:gd name="connsiteY1" fmla="*/ 216580 h 315939"/>
              <a:gd name="connsiteX2" fmla="*/ 1196519 w 1839932"/>
              <a:gd name="connsiteY2" fmla="*/ 135753 h 315939"/>
              <a:gd name="connsiteX3" fmla="*/ 1091315 w 1839932"/>
              <a:gd name="connsiteY3" fmla="*/ 58489 h 315939"/>
              <a:gd name="connsiteX4" fmla="*/ 844199 w 1839932"/>
              <a:gd name="connsiteY4" fmla="*/ 185 h 315939"/>
              <a:gd name="connsiteX5" fmla="*/ 582400 w 1839932"/>
              <a:gd name="connsiteY5" fmla="*/ 109095 h 315939"/>
              <a:gd name="connsiteX6" fmla="*/ 376839 w 1839932"/>
              <a:gd name="connsiteY6" fmla="*/ 196266 h 315939"/>
              <a:gd name="connsiteX7" fmla="*/ 205562 w 1839932"/>
              <a:gd name="connsiteY7" fmla="*/ 255283 h 315939"/>
              <a:gd name="connsiteX8" fmla="*/ 0 w 1839932"/>
              <a:gd name="connsiteY8" fmla="*/ 315940 h 315939"/>
              <a:gd name="connsiteX9" fmla="*/ 1839932 w 1839932"/>
              <a:gd name="connsiteY9" fmla="*/ 315940 h 3159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839932" h="315939">
                <a:moveTo>
                  <a:pt x="1839932" y="315868"/>
                </a:moveTo>
                <a:cubicBezTo>
                  <a:pt x="1839932" y="315868"/>
                  <a:pt x="1771436" y="243238"/>
                  <a:pt x="1514555" y="216580"/>
                </a:cubicBezTo>
                <a:cubicBezTo>
                  <a:pt x="1257674" y="189923"/>
                  <a:pt x="1216049" y="174384"/>
                  <a:pt x="1196519" y="135753"/>
                </a:cubicBezTo>
                <a:cubicBezTo>
                  <a:pt x="1176918" y="97121"/>
                  <a:pt x="1140211" y="73243"/>
                  <a:pt x="1091315" y="58489"/>
                </a:cubicBezTo>
                <a:cubicBezTo>
                  <a:pt x="1042419" y="43735"/>
                  <a:pt x="1013053" y="-3308"/>
                  <a:pt x="844199" y="185"/>
                </a:cubicBezTo>
                <a:cubicBezTo>
                  <a:pt x="675345" y="3677"/>
                  <a:pt x="611767" y="74669"/>
                  <a:pt x="582400" y="109095"/>
                </a:cubicBezTo>
                <a:cubicBezTo>
                  <a:pt x="553035" y="143522"/>
                  <a:pt x="499221" y="177236"/>
                  <a:pt x="376839" y="196266"/>
                </a:cubicBezTo>
                <a:cubicBezTo>
                  <a:pt x="254457" y="215226"/>
                  <a:pt x="227586" y="236324"/>
                  <a:pt x="205562" y="255283"/>
                </a:cubicBezTo>
                <a:cubicBezTo>
                  <a:pt x="183537" y="274243"/>
                  <a:pt x="36707" y="288071"/>
                  <a:pt x="0" y="315940"/>
                </a:cubicBezTo>
                <a:lnTo>
                  <a:pt x="1839932" y="315940"/>
                </a:lnTo>
                <a:close/>
              </a:path>
            </a:pathLst>
          </a:custGeom>
          <a:gradFill>
            <a:gsLst>
              <a:gs pos="71000">
                <a:schemeClr val="accent4"/>
              </a:gs>
              <a:gs pos="541">
                <a:schemeClr val="accent3"/>
              </a:gs>
              <a:gs pos="100000">
                <a:schemeClr val="accent4">
                  <a:alpha val="0"/>
                </a:schemeClr>
              </a:gs>
            </a:gsLst>
            <a:lin ang="5818394" scaled="1"/>
          </a:gradFill>
          <a:ln w="8135" cap="flat">
            <a:gradFill>
              <a:gsLst>
                <a:gs pos="0">
                  <a:srgbClr val="FFEBC9"/>
                </a:gs>
                <a:gs pos="100000">
                  <a:srgbClr val="FFEBC9">
                    <a:alpha val="0"/>
                  </a:srgbClr>
                </a:gs>
              </a:gsLst>
              <a:lin ang="5400000" scaled="1"/>
            </a:gra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 algn="l">
              <a:buClrTx/>
              <a:buSzTx/>
              <a:buFontTx/>
            </a:pPr>
            <a:endParaRPr lang="zh-CN" altLang="en-US">
              <a:cs typeface="黑体" panose="02010609060101010101" pitchFamily="49" charset="-122"/>
              <a:sym typeface="+mn-ea"/>
            </a:endParaRPr>
          </a:p>
        </p:txBody>
      </p:sp>
      <p:sp>
        <p:nvSpPr>
          <p:cNvPr id="112" name="任意多边形: 形状 37"/>
          <p:cNvSpPr/>
          <p:nvPr userDrawn="1">
            <p:custDataLst>
              <p:tags r:id="rId11"/>
            </p:custDataLst>
          </p:nvPr>
        </p:nvSpPr>
        <p:spPr>
          <a:xfrm>
            <a:off x="0" y="5148919"/>
            <a:ext cx="1821756" cy="617901"/>
          </a:xfrm>
          <a:custGeom>
            <a:avLst/>
            <a:gdLst>
              <a:gd name="connsiteX0" fmla="*/ 0 w 1821756"/>
              <a:gd name="connsiteY0" fmla="*/ 617901 h 617901"/>
              <a:gd name="connsiteX1" fmla="*/ 177835 w 1821756"/>
              <a:gd name="connsiteY1" fmla="*/ 482404 h 617901"/>
              <a:gd name="connsiteX2" fmla="*/ 376055 w 1821756"/>
              <a:gd name="connsiteY2" fmla="*/ 414977 h 617901"/>
              <a:gd name="connsiteX3" fmla="*/ 498366 w 1821756"/>
              <a:gd name="connsiteY3" fmla="*/ 303215 h 617901"/>
              <a:gd name="connsiteX4" fmla="*/ 672494 w 1821756"/>
              <a:gd name="connsiteY4" fmla="*/ 181974 h 617901"/>
              <a:gd name="connsiteX5" fmla="*/ 848476 w 1821756"/>
              <a:gd name="connsiteY5" fmla="*/ 134575 h 617901"/>
              <a:gd name="connsiteX6" fmla="*/ 948548 w 1821756"/>
              <a:gd name="connsiteY6" fmla="*/ 54816 h 617901"/>
              <a:gd name="connsiteX7" fmla="*/ 1099227 w 1821756"/>
              <a:gd name="connsiteY7" fmla="*/ 5 h 617901"/>
              <a:gd name="connsiteX8" fmla="*/ 1290675 w 1821756"/>
              <a:gd name="connsiteY8" fmla="*/ 163014 h 617901"/>
              <a:gd name="connsiteX9" fmla="*/ 1369721 w 1821756"/>
              <a:gd name="connsiteY9" fmla="*/ 270499 h 617901"/>
              <a:gd name="connsiteX10" fmla="*/ 1475923 w 1821756"/>
              <a:gd name="connsiteY10" fmla="*/ 429303 h 617901"/>
              <a:gd name="connsiteX11" fmla="*/ 1655041 w 1821756"/>
              <a:gd name="connsiteY11" fmla="*/ 509418 h 617901"/>
              <a:gd name="connsiteX12" fmla="*/ 1734087 w 1821756"/>
              <a:gd name="connsiteY12" fmla="*/ 577559 h 617901"/>
              <a:gd name="connsiteX13" fmla="*/ 1821757 w 1821756"/>
              <a:gd name="connsiteY13" fmla="*/ 617830 h 617901"/>
              <a:gd name="connsiteX14" fmla="*/ 0 w 1821756"/>
              <a:gd name="connsiteY14" fmla="*/ 617830 h 6179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821756" h="617901">
                <a:moveTo>
                  <a:pt x="0" y="617901"/>
                </a:moveTo>
                <a:cubicBezTo>
                  <a:pt x="61155" y="599441"/>
                  <a:pt x="126017" y="535078"/>
                  <a:pt x="177835" y="482404"/>
                </a:cubicBezTo>
                <a:cubicBezTo>
                  <a:pt x="229653" y="429731"/>
                  <a:pt x="314900" y="436003"/>
                  <a:pt x="376055" y="414977"/>
                </a:cubicBezTo>
                <a:cubicBezTo>
                  <a:pt x="437210" y="393879"/>
                  <a:pt x="459449" y="368576"/>
                  <a:pt x="498366" y="303215"/>
                </a:cubicBezTo>
                <a:cubicBezTo>
                  <a:pt x="537283" y="237855"/>
                  <a:pt x="598438" y="191454"/>
                  <a:pt x="672494" y="181974"/>
                </a:cubicBezTo>
                <a:cubicBezTo>
                  <a:pt x="746622" y="172494"/>
                  <a:pt x="802146" y="171425"/>
                  <a:pt x="848476" y="134575"/>
                </a:cubicBezTo>
                <a:cubicBezTo>
                  <a:pt x="894806" y="97654"/>
                  <a:pt x="920109" y="76627"/>
                  <a:pt x="948548" y="54816"/>
                </a:cubicBezTo>
                <a:cubicBezTo>
                  <a:pt x="976916" y="33006"/>
                  <a:pt x="1001649" y="718"/>
                  <a:pt x="1099227" y="5"/>
                </a:cubicBezTo>
                <a:cubicBezTo>
                  <a:pt x="1196804" y="-708"/>
                  <a:pt x="1254823" y="77981"/>
                  <a:pt x="1290675" y="163014"/>
                </a:cubicBezTo>
                <a:cubicBezTo>
                  <a:pt x="1326528" y="248047"/>
                  <a:pt x="1357390" y="223457"/>
                  <a:pt x="1369721" y="270499"/>
                </a:cubicBezTo>
                <a:cubicBezTo>
                  <a:pt x="1382052" y="317542"/>
                  <a:pt x="1357390" y="406139"/>
                  <a:pt x="1475923" y="429303"/>
                </a:cubicBezTo>
                <a:cubicBezTo>
                  <a:pt x="1594527" y="452468"/>
                  <a:pt x="1625390" y="465868"/>
                  <a:pt x="1655041" y="509418"/>
                </a:cubicBezTo>
                <a:cubicBezTo>
                  <a:pt x="1684692" y="552968"/>
                  <a:pt x="1695811" y="567723"/>
                  <a:pt x="1734087" y="577559"/>
                </a:cubicBezTo>
                <a:cubicBezTo>
                  <a:pt x="1772362" y="587395"/>
                  <a:pt x="1809426" y="601864"/>
                  <a:pt x="1821757" y="617830"/>
                </a:cubicBezTo>
                <a:lnTo>
                  <a:pt x="0" y="617830"/>
                </a:lnTo>
                <a:close/>
              </a:path>
            </a:pathLst>
          </a:custGeom>
          <a:gradFill>
            <a:gsLst>
              <a:gs pos="71000">
                <a:schemeClr val="accent4"/>
              </a:gs>
              <a:gs pos="541">
                <a:schemeClr val="accent3"/>
              </a:gs>
              <a:gs pos="100000">
                <a:schemeClr val="accent4">
                  <a:alpha val="0"/>
                </a:schemeClr>
              </a:gs>
            </a:gsLst>
            <a:lin ang="5818394" scaled="1"/>
          </a:gradFill>
          <a:ln w="8135" cap="flat">
            <a:gradFill>
              <a:gsLst>
                <a:gs pos="0">
                  <a:srgbClr val="FFEBC9"/>
                </a:gs>
                <a:gs pos="100000">
                  <a:srgbClr val="FFEBC9">
                    <a:alpha val="0"/>
                  </a:srgbClr>
                </a:gs>
              </a:gsLst>
              <a:lin ang="5400000" scaled="1"/>
            </a:gra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 algn="l">
              <a:buClrTx/>
              <a:buSzTx/>
              <a:buFontTx/>
            </a:pPr>
            <a:endParaRPr lang="zh-CN" altLang="en-US">
              <a:cs typeface="黑体" panose="02010609060101010101" pitchFamily="49" charset="-122"/>
              <a:sym typeface="+mn-ea"/>
            </a:endParaRPr>
          </a:p>
        </p:txBody>
      </p:sp>
      <p:sp>
        <p:nvSpPr>
          <p:cNvPr id="113" name="任意多边形: 形状 38"/>
          <p:cNvSpPr/>
          <p:nvPr userDrawn="1">
            <p:custDataLst>
              <p:tags r:id="rId12"/>
            </p:custDataLst>
          </p:nvPr>
        </p:nvSpPr>
        <p:spPr>
          <a:xfrm>
            <a:off x="462840" y="5444602"/>
            <a:ext cx="928875" cy="315939"/>
          </a:xfrm>
          <a:custGeom>
            <a:avLst/>
            <a:gdLst>
              <a:gd name="connsiteX0" fmla="*/ 0 w 928875"/>
              <a:gd name="connsiteY0" fmla="*/ 315868 h 315939"/>
              <a:gd name="connsiteX1" fmla="*/ 164292 w 928875"/>
              <a:gd name="connsiteY1" fmla="*/ 216580 h 315939"/>
              <a:gd name="connsiteX2" fmla="*/ 324879 w 928875"/>
              <a:gd name="connsiteY2" fmla="*/ 135753 h 315939"/>
              <a:gd name="connsiteX3" fmla="*/ 377979 w 928875"/>
              <a:gd name="connsiteY3" fmla="*/ 58489 h 315939"/>
              <a:gd name="connsiteX4" fmla="*/ 502713 w 928875"/>
              <a:gd name="connsiteY4" fmla="*/ 185 h 315939"/>
              <a:gd name="connsiteX5" fmla="*/ 634860 w 928875"/>
              <a:gd name="connsiteY5" fmla="*/ 109095 h 315939"/>
              <a:gd name="connsiteX6" fmla="*/ 738639 w 928875"/>
              <a:gd name="connsiteY6" fmla="*/ 196266 h 315939"/>
              <a:gd name="connsiteX7" fmla="*/ 825097 w 928875"/>
              <a:gd name="connsiteY7" fmla="*/ 255283 h 315939"/>
              <a:gd name="connsiteX8" fmla="*/ 928876 w 928875"/>
              <a:gd name="connsiteY8" fmla="*/ 315940 h 315939"/>
              <a:gd name="connsiteX9" fmla="*/ 0 w 928875"/>
              <a:gd name="connsiteY9" fmla="*/ 315940 h 3159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28875" h="315939">
                <a:moveTo>
                  <a:pt x="0" y="315868"/>
                </a:moveTo>
                <a:cubicBezTo>
                  <a:pt x="0" y="315868"/>
                  <a:pt x="34569" y="243238"/>
                  <a:pt x="164292" y="216580"/>
                </a:cubicBezTo>
                <a:cubicBezTo>
                  <a:pt x="293944" y="189851"/>
                  <a:pt x="314971" y="174384"/>
                  <a:pt x="324879" y="135753"/>
                </a:cubicBezTo>
                <a:cubicBezTo>
                  <a:pt x="334786" y="97121"/>
                  <a:pt x="353318" y="73243"/>
                  <a:pt x="377979" y="58489"/>
                </a:cubicBezTo>
                <a:cubicBezTo>
                  <a:pt x="402641" y="43735"/>
                  <a:pt x="417467" y="-3308"/>
                  <a:pt x="502713" y="185"/>
                </a:cubicBezTo>
                <a:cubicBezTo>
                  <a:pt x="587960" y="3677"/>
                  <a:pt x="620035" y="74669"/>
                  <a:pt x="634860" y="109095"/>
                </a:cubicBezTo>
                <a:cubicBezTo>
                  <a:pt x="649686" y="143522"/>
                  <a:pt x="676842" y="177236"/>
                  <a:pt x="738639" y="196266"/>
                </a:cubicBezTo>
                <a:cubicBezTo>
                  <a:pt x="800364" y="215226"/>
                  <a:pt x="813978" y="236324"/>
                  <a:pt x="825097" y="255283"/>
                </a:cubicBezTo>
                <a:cubicBezTo>
                  <a:pt x="836216" y="274243"/>
                  <a:pt x="910344" y="288071"/>
                  <a:pt x="928876" y="315940"/>
                </a:cubicBezTo>
                <a:lnTo>
                  <a:pt x="0" y="315940"/>
                </a:lnTo>
                <a:close/>
              </a:path>
            </a:pathLst>
          </a:custGeom>
          <a:gradFill>
            <a:gsLst>
              <a:gs pos="77000">
                <a:schemeClr val="accent4">
                  <a:lumMod val="60000"/>
                  <a:lumOff val="40000"/>
                </a:schemeClr>
              </a:gs>
              <a:gs pos="541">
                <a:schemeClr val="accent5"/>
              </a:gs>
              <a:gs pos="100000">
                <a:schemeClr val="accent4">
                  <a:alpha val="0"/>
                </a:schemeClr>
              </a:gs>
            </a:gsLst>
            <a:lin ang="4981599" scaled="1"/>
          </a:gradFill>
          <a:ln w="5780" cap="flat">
            <a:gradFill>
              <a:gsLst>
                <a:gs pos="100000">
                  <a:srgbClr val="FFEBC9">
                    <a:alpha val="0"/>
                  </a:srgbClr>
                </a:gs>
                <a:gs pos="0">
                  <a:srgbClr val="FFEBC9"/>
                </a:gs>
              </a:gsLst>
              <a:lin ang="5400000" scaled="1"/>
            </a:gra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 algn="l">
              <a:buClrTx/>
              <a:buSzTx/>
              <a:buFontTx/>
            </a:pPr>
            <a:endParaRPr lang="zh-CN" altLang="en-US">
              <a:cs typeface="黑体" panose="02010609060101010101" pitchFamily="49" charset="-122"/>
              <a:sym typeface="+mn-ea"/>
            </a:endParaRPr>
          </a:p>
        </p:txBody>
      </p:sp>
      <p:sp>
        <p:nvSpPr>
          <p:cNvPr id="114" name="任意多边形: 形状 53"/>
          <p:cNvSpPr/>
          <p:nvPr userDrawn="1">
            <p:custDataLst>
              <p:tags r:id="rId13"/>
            </p:custDataLst>
          </p:nvPr>
        </p:nvSpPr>
        <p:spPr>
          <a:xfrm>
            <a:off x="0" y="5627995"/>
            <a:ext cx="1496208" cy="315940"/>
          </a:xfrm>
          <a:custGeom>
            <a:avLst/>
            <a:gdLst>
              <a:gd name="connsiteX0" fmla="*/ 652009 w 1496208"/>
              <a:gd name="connsiteY0" fmla="*/ 185 h 315940"/>
              <a:gd name="connsiteX1" fmla="*/ 913808 w 1496208"/>
              <a:gd name="connsiteY1" fmla="*/ 109095 h 315940"/>
              <a:gd name="connsiteX2" fmla="*/ 1119369 w 1496208"/>
              <a:gd name="connsiteY2" fmla="*/ 196266 h 315940"/>
              <a:gd name="connsiteX3" fmla="*/ 1290647 w 1496208"/>
              <a:gd name="connsiteY3" fmla="*/ 255283 h 315940"/>
              <a:gd name="connsiteX4" fmla="*/ 1496208 w 1496208"/>
              <a:gd name="connsiteY4" fmla="*/ 315940 h 315940"/>
              <a:gd name="connsiteX5" fmla="*/ 0 w 1496208"/>
              <a:gd name="connsiteY5" fmla="*/ 315940 h 315940"/>
              <a:gd name="connsiteX6" fmla="*/ 0 w 1496208"/>
              <a:gd name="connsiteY6" fmla="*/ 214559 h 315940"/>
              <a:gd name="connsiteX7" fmla="*/ 68271 w 1496208"/>
              <a:gd name="connsiteY7" fmla="*/ 207038 h 315940"/>
              <a:gd name="connsiteX8" fmla="*/ 299689 w 1496208"/>
              <a:gd name="connsiteY8" fmla="*/ 135753 h 315940"/>
              <a:gd name="connsiteX9" fmla="*/ 404893 w 1496208"/>
              <a:gd name="connsiteY9" fmla="*/ 58489 h 315940"/>
              <a:gd name="connsiteX10" fmla="*/ 652009 w 1496208"/>
              <a:gd name="connsiteY10" fmla="*/ 185 h 3159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496208" h="315940">
                <a:moveTo>
                  <a:pt x="652009" y="185"/>
                </a:moveTo>
                <a:cubicBezTo>
                  <a:pt x="820863" y="3677"/>
                  <a:pt x="884442" y="74669"/>
                  <a:pt x="913808" y="109095"/>
                </a:cubicBezTo>
                <a:cubicBezTo>
                  <a:pt x="943174" y="143522"/>
                  <a:pt x="996988" y="177236"/>
                  <a:pt x="1119369" y="196266"/>
                </a:cubicBezTo>
                <a:cubicBezTo>
                  <a:pt x="1241751" y="215226"/>
                  <a:pt x="1268622" y="236324"/>
                  <a:pt x="1290647" y="255283"/>
                </a:cubicBezTo>
                <a:cubicBezTo>
                  <a:pt x="1312671" y="274243"/>
                  <a:pt x="1459501" y="288071"/>
                  <a:pt x="1496208" y="315940"/>
                </a:cubicBezTo>
                <a:lnTo>
                  <a:pt x="0" y="315940"/>
                </a:lnTo>
                <a:lnTo>
                  <a:pt x="0" y="214559"/>
                </a:lnTo>
                <a:lnTo>
                  <a:pt x="68271" y="207038"/>
                </a:lnTo>
                <a:cubicBezTo>
                  <a:pt x="248595" y="185678"/>
                  <a:pt x="282600" y="169556"/>
                  <a:pt x="299689" y="135753"/>
                </a:cubicBezTo>
                <a:cubicBezTo>
                  <a:pt x="319290" y="97121"/>
                  <a:pt x="355998" y="73243"/>
                  <a:pt x="404893" y="58489"/>
                </a:cubicBezTo>
                <a:cubicBezTo>
                  <a:pt x="453789" y="43735"/>
                  <a:pt x="483155" y="-3308"/>
                  <a:pt x="652009" y="185"/>
                </a:cubicBezTo>
                <a:close/>
              </a:path>
            </a:pathLst>
          </a:custGeom>
          <a:gradFill>
            <a:gsLst>
              <a:gs pos="71000">
                <a:schemeClr val="accent4"/>
              </a:gs>
              <a:gs pos="541">
                <a:schemeClr val="accent3"/>
              </a:gs>
              <a:gs pos="100000">
                <a:schemeClr val="accent4">
                  <a:alpha val="0"/>
                </a:schemeClr>
              </a:gs>
            </a:gsLst>
            <a:lin ang="5818394" scaled="1"/>
          </a:gradFill>
          <a:ln w="8135" cap="flat">
            <a:gradFill>
              <a:gsLst>
                <a:gs pos="0">
                  <a:srgbClr val="FFEBC9"/>
                </a:gs>
                <a:gs pos="100000">
                  <a:srgbClr val="FFEBC9">
                    <a:alpha val="0"/>
                  </a:srgbClr>
                </a:gs>
              </a:gsLst>
              <a:lin ang="5400000" scaled="1"/>
            </a:gra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 algn="l">
              <a:buClrTx/>
              <a:buSzTx/>
              <a:buFontTx/>
            </a:pPr>
            <a:endParaRPr lang="zh-CN" altLang="en-US">
              <a:cs typeface="黑体" panose="02010609060101010101" pitchFamily="49" charset="-122"/>
              <a:sym typeface="+mn-ea"/>
            </a:endParaRPr>
          </a:p>
        </p:txBody>
      </p:sp>
      <p:sp>
        <p:nvSpPr>
          <p:cNvPr id="118" name="任意多边形: 形状 23"/>
          <p:cNvSpPr/>
          <p:nvPr userDrawn="1">
            <p:custDataLst>
              <p:tags r:id="rId14"/>
            </p:custDataLst>
          </p:nvPr>
        </p:nvSpPr>
        <p:spPr>
          <a:xfrm flipH="1">
            <a:off x="0" y="3152140"/>
            <a:ext cx="1232535" cy="658495"/>
          </a:xfrm>
          <a:custGeom>
            <a:avLst/>
            <a:gdLst>
              <a:gd name="connsiteX0" fmla="*/ 1325854 w 1325854"/>
              <a:gd name="connsiteY0" fmla="*/ 236025 h 708621"/>
              <a:gd name="connsiteX1" fmla="*/ 1279582 w 1325854"/>
              <a:gd name="connsiteY1" fmla="*/ 232124 h 708621"/>
              <a:gd name="connsiteX2" fmla="*/ 1026817 w 1325854"/>
              <a:gd name="connsiteY2" fmla="*/ 171275 h 708621"/>
              <a:gd name="connsiteX3" fmla="*/ 798099 w 1325854"/>
              <a:gd name="connsiteY3" fmla="*/ 34922 h 708621"/>
              <a:gd name="connsiteX4" fmla="*/ 466135 w 1325854"/>
              <a:gd name="connsiteY4" fmla="*/ 202020 h 708621"/>
              <a:gd name="connsiteX5" fmla="*/ 0 w 1325854"/>
              <a:gd name="connsiteY5" fmla="*/ 349127 h 708621"/>
              <a:gd name="connsiteX6" fmla="*/ 770049 w 1325854"/>
              <a:gd name="connsiteY6" fmla="*/ 708269 h 708621"/>
              <a:gd name="connsiteX7" fmla="*/ 1325854 w 1325854"/>
              <a:gd name="connsiteY7" fmla="*/ 524951 h 708621"/>
              <a:gd name="connsiteX8" fmla="*/ 1325854 w 1325854"/>
              <a:gd name="connsiteY8" fmla="*/ 236025 h 7086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325854" h="708621">
                <a:moveTo>
                  <a:pt x="1325854" y="236025"/>
                </a:moveTo>
                <a:cubicBezTo>
                  <a:pt x="1310379" y="235101"/>
                  <a:pt x="1294929" y="233793"/>
                  <a:pt x="1279582" y="232124"/>
                </a:cubicBezTo>
                <a:cubicBezTo>
                  <a:pt x="1193556" y="222731"/>
                  <a:pt x="1108300" y="202251"/>
                  <a:pt x="1026817" y="171275"/>
                </a:cubicBezTo>
                <a:cubicBezTo>
                  <a:pt x="940791" y="138553"/>
                  <a:pt x="872474" y="89946"/>
                  <a:pt x="798099" y="34922"/>
                </a:cubicBezTo>
                <a:cubicBezTo>
                  <a:pt x="652045" y="-73149"/>
                  <a:pt x="562632" y="94334"/>
                  <a:pt x="466135" y="202020"/>
                </a:cubicBezTo>
                <a:cubicBezTo>
                  <a:pt x="404978" y="270287"/>
                  <a:pt x="280225" y="341171"/>
                  <a:pt x="0" y="349127"/>
                </a:cubicBezTo>
                <a:cubicBezTo>
                  <a:pt x="186680" y="597939"/>
                  <a:pt x="471653" y="715968"/>
                  <a:pt x="770049" y="708269"/>
                </a:cubicBezTo>
                <a:cubicBezTo>
                  <a:pt x="1022428" y="701750"/>
                  <a:pt x="1214139" y="601455"/>
                  <a:pt x="1325854" y="524951"/>
                </a:cubicBezTo>
                <a:lnTo>
                  <a:pt x="1325854" y="236025"/>
                </a:lnTo>
                <a:close/>
              </a:path>
            </a:pathLst>
          </a:custGeom>
          <a:gradFill>
            <a:gsLst>
              <a:gs pos="541">
                <a:schemeClr val="accent1">
                  <a:lumMod val="20000"/>
                  <a:lumOff val="80000"/>
                  <a:alpha val="0"/>
                </a:schemeClr>
              </a:gs>
              <a:gs pos="100000">
                <a:schemeClr val="accent1">
                  <a:alpha val="25000"/>
                </a:schemeClr>
              </a:gs>
            </a:gsLst>
            <a:lin ang="16200000" scaled="1"/>
          </a:gradFill>
          <a:ln w="392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lvl="0" algn="l">
              <a:buClrTx/>
              <a:buSzTx/>
              <a:buFontTx/>
            </a:pPr>
            <a:endParaRPr lang="zh-CN" altLang="en-US">
              <a:cs typeface="黑体" panose="02010609060101010101" pitchFamily="49" charset="-122"/>
              <a:sym typeface="+mn-ea"/>
            </a:endParaRPr>
          </a:p>
        </p:txBody>
      </p:sp>
      <p:sp>
        <p:nvSpPr>
          <p:cNvPr id="119" name="任意多边形: 形状 24"/>
          <p:cNvSpPr/>
          <p:nvPr userDrawn="1">
            <p:custDataLst>
              <p:tags r:id="rId15"/>
            </p:custDataLst>
          </p:nvPr>
        </p:nvSpPr>
        <p:spPr>
          <a:xfrm flipH="1">
            <a:off x="930275" y="3225800"/>
            <a:ext cx="1264920" cy="543560"/>
          </a:xfrm>
          <a:custGeom>
            <a:avLst/>
            <a:gdLst>
              <a:gd name="connsiteX0" fmla="*/ 0 w 1118206"/>
              <a:gd name="connsiteY0" fmla="*/ 406725 h 480683"/>
              <a:gd name="connsiteX1" fmla="*/ 194379 w 1118206"/>
              <a:gd name="connsiteY1" fmla="*/ 472117 h 480683"/>
              <a:gd name="connsiteX2" fmla="*/ 669959 w 1118206"/>
              <a:gd name="connsiteY2" fmla="*/ 424074 h 480683"/>
              <a:gd name="connsiteX3" fmla="*/ 1079839 w 1118206"/>
              <a:gd name="connsiteY3" fmla="*/ 424074 h 480683"/>
              <a:gd name="connsiteX4" fmla="*/ 1118207 w 1118206"/>
              <a:gd name="connsiteY4" fmla="*/ 333865 h 480683"/>
              <a:gd name="connsiteX5" fmla="*/ 871370 w 1118206"/>
              <a:gd name="connsiteY5" fmla="*/ 198744 h 480683"/>
              <a:gd name="connsiteX6" fmla="*/ 528807 w 1118206"/>
              <a:gd name="connsiteY6" fmla="*/ 12192 h 480683"/>
              <a:gd name="connsiteX7" fmla="*/ 237443 w 1118206"/>
              <a:gd name="connsiteY7" fmla="*/ 301246 h 480683"/>
              <a:gd name="connsiteX8" fmla="*/ 0 w 1118206"/>
              <a:gd name="connsiteY8" fmla="*/ 406725 h 4806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18206" h="480683">
                <a:moveTo>
                  <a:pt x="0" y="406725"/>
                </a:moveTo>
                <a:cubicBezTo>
                  <a:pt x="41627" y="427898"/>
                  <a:pt x="108507" y="457001"/>
                  <a:pt x="194379" y="472117"/>
                </a:cubicBezTo>
                <a:cubicBezTo>
                  <a:pt x="392223" y="506943"/>
                  <a:pt x="445938" y="424356"/>
                  <a:pt x="669959" y="424074"/>
                </a:cubicBezTo>
                <a:cubicBezTo>
                  <a:pt x="886794" y="423791"/>
                  <a:pt x="1036544" y="525883"/>
                  <a:pt x="1079839" y="424074"/>
                </a:cubicBezTo>
                <a:cubicBezTo>
                  <a:pt x="1092645" y="393995"/>
                  <a:pt x="1105426" y="363892"/>
                  <a:pt x="1118207" y="333865"/>
                </a:cubicBezTo>
                <a:cubicBezTo>
                  <a:pt x="1100267" y="373464"/>
                  <a:pt x="890567" y="212756"/>
                  <a:pt x="871370" y="198744"/>
                </a:cubicBezTo>
                <a:cubicBezTo>
                  <a:pt x="791298" y="140384"/>
                  <a:pt x="642114" y="-49556"/>
                  <a:pt x="528807" y="12192"/>
                </a:cubicBezTo>
                <a:cubicBezTo>
                  <a:pt x="411266" y="76275"/>
                  <a:pt x="332606" y="209035"/>
                  <a:pt x="237443" y="301246"/>
                </a:cubicBezTo>
                <a:cubicBezTo>
                  <a:pt x="172436" y="364251"/>
                  <a:pt x="88259" y="415322"/>
                  <a:pt x="0" y="406725"/>
                </a:cubicBezTo>
                <a:close/>
              </a:path>
            </a:pathLst>
          </a:custGeom>
          <a:gradFill>
            <a:gsLst>
              <a:gs pos="541">
                <a:schemeClr val="accent1">
                  <a:lumMod val="20000"/>
                  <a:lumOff val="80000"/>
                  <a:alpha val="0"/>
                </a:schemeClr>
              </a:gs>
              <a:gs pos="100000">
                <a:schemeClr val="accent1">
                  <a:alpha val="25000"/>
                </a:schemeClr>
              </a:gs>
            </a:gsLst>
            <a:lin ang="16200000" scaled="1"/>
          </a:gradFill>
          <a:ln w="392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lvl="0" algn="l">
              <a:buClrTx/>
              <a:buSzTx/>
              <a:buFontTx/>
            </a:pPr>
            <a:endParaRPr lang="zh-CN" altLang="en-US">
              <a:cs typeface="黑体" panose="02010609060101010101" pitchFamily="49" charset="-122"/>
              <a:sym typeface="+mn-ea"/>
            </a:endParaRPr>
          </a:p>
        </p:txBody>
      </p:sp>
      <p:sp>
        <p:nvSpPr>
          <p:cNvPr id="120" name="任意多边形: 形状 34"/>
          <p:cNvSpPr/>
          <p:nvPr userDrawn="1">
            <p:custDataLst>
              <p:tags r:id="rId16"/>
            </p:custDataLst>
          </p:nvPr>
        </p:nvSpPr>
        <p:spPr>
          <a:xfrm flipH="1">
            <a:off x="0" y="3555365"/>
            <a:ext cx="2792730" cy="474980"/>
          </a:xfrm>
          <a:custGeom>
            <a:avLst/>
            <a:gdLst>
              <a:gd name="connsiteX0" fmla="*/ 2413302 w 2792988"/>
              <a:gd name="connsiteY0" fmla="*/ 7 h 475134"/>
              <a:gd name="connsiteX1" fmla="*/ 2381912 w 2792988"/>
              <a:gd name="connsiteY1" fmla="*/ 4231 h 475134"/>
              <a:gd name="connsiteX2" fmla="*/ 2204521 w 2792988"/>
              <a:gd name="connsiteY2" fmla="*/ 121019 h 475134"/>
              <a:gd name="connsiteX3" fmla="*/ 2014933 w 2792988"/>
              <a:gd name="connsiteY3" fmla="*/ 150464 h 475134"/>
              <a:gd name="connsiteX4" fmla="*/ 1668223 w 2792988"/>
              <a:gd name="connsiteY4" fmla="*/ 63061 h 475134"/>
              <a:gd name="connsiteX5" fmla="*/ 1664884 w 2792988"/>
              <a:gd name="connsiteY5" fmla="*/ 64657 h 475134"/>
              <a:gd name="connsiteX6" fmla="*/ 1639796 w 2792988"/>
              <a:gd name="connsiteY6" fmla="*/ 88730 h 475134"/>
              <a:gd name="connsiteX7" fmla="*/ 1497249 w 2792988"/>
              <a:gd name="connsiteY7" fmla="*/ 184003 h 475134"/>
              <a:gd name="connsiteX8" fmla="*/ 1279031 w 2792988"/>
              <a:gd name="connsiteY8" fmla="*/ 86843 h 475134"/>
              <a:gd name="connsiteX9" fmla="*/ 1130270 w 2792988"/>
              <a:gd name="connsiteY9" fmla="*/ 187284 h 475134"/>
              <a:gd name="connsiteX10" fmla="*/ 824214 w 2792988"/>
              <a:gd name="connsiteY10" fmla="*/ 255087 h 475134"/>
              <a:gd name="connsiteX11" fmla="*/ 653384 w 2792988"/>
              <a:gd name="connsiteY11" fmla="*/ 115734 h 475134"/>
              <a:gd name="connsiteX12" fmla="*/ 147780 w 2792988"/>
              <a:gd name="connsiteY12" fmla="*/ 234180 h 475134"/>
              <a:gd name="connsiteX13" fmla="*/ 1169 w 2792988"/>
              <a:gd name="connsiteY13" fmla="*/ 436107 h 475134"/>
              <a:gd name="connsiteX14" fmla="*/ 20421 w 2792988"/>
              <a:gd name="connsiteY14" fmla="*/ 465406 h 475134"/>
              <a:gd name="connsiteX15" fmla="*/ 64587 w 2792988"/>
              <a:gd name="connsiteY15" fmla="*/ 475134 h 475134"/>
              <a:gd name="connsiteX16" fmla="*/ 2792988 w 2792988"/>
              <a:gd name="connsiteY16" fmla="*/ 475026 h 475134"/>
              <a:gd name="connsiteX17" fmla="*/ 2792988 w 2792988"/>
              <a:gd name="connsiteY17" fmla="*/ 51582 h 475134"/>
              <a:gd name="connsiteX18" fmla="*/ 2788233 w 2792988"/>
              <a:gd name="connsiteY18" fmla="*/ 53253 h 475134"/>
              <a:gd name="connsiteX19" fmla="*/ 2628354 w 2792988"/>
              <a:gd name="connsiteY19" fmla="*/ 73920 h 475134"/>
              <a:gd name="connsiteX20" fmla="*/ 2413302 w 2792988"/>
              <a:gd name="connsiteY20" fmla="*/ 7 h 4751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2792988" h="475134">
                <a:moveTo>
                  <a:pt x="2413302" y="7"/>
                </a:moveTo>
                <a:cubicBezTo>
                  <a:pt x="2403583" y="115"/>
                  <a:pt x="2393222" y="1425"/>
                  <a:pt x="2381912" y="4231"/>
                </a:cubicBezTo>
                <a:cubicBezTo>
                  <a:pt x="2307807" y="22611"/>
                  <a:pt x="2302930" y="77957"/>
                  <a:pt x="2204521" y="121019"/>
                </a:cubicBezTo>
                <a:cubicBezTo>
                  <a:pt x="2187446" y="128482"/>
                  <a:pt x="2106112" y="180518"/>
                  <a:pt x="2014933" y="150464"/>
                </a:cubicBezTo>
                <a:cubicBezTo>
                  <a:pt x="1904387" y="114021"/>
                  <a:pt x="1789863" y="6350"/>
                  <a:pt x="1668223" y="63061"/>
                </a:cubicBezTo>
                <a:cubicBezTo>
                  <a:pt x="1667120" y="63583"/>
                  <a:pt x="1666016" y="64106"/>
                  <a:pt x="1664884" y="64657"/>
                </a:cubicBezTo>
                <a:cubicBezTo>
                  <a:pt x="1655883" y="72294"/>
                  <a:pt x="1647461" y="80454"/>
                  <a:pt x="1639796" y="88730"/>
                </a:cubicBezTo>
                <a:cubicBezTo>
                  <a:pt x="1599520" y="132199"/>
                  <a:pt x="1555877" y="184786"/>
                  <a:pt x="1497249" y="184003"/>
                </a:cubicBezTo>
                <a:cubicBezTo>
                  <a:pt x="1416176" y="182928"/>
                  <a:pt x="1359698" y="78393"/>
                  <a:pt x="1279031" y="86843"/>
                </a:cubicBezTo>
                <a:cubicBezTo>
                  <a:pt x="1223395" y="92679"/>
                  <a:pt x="1220317" y="131502"/>
                  <a:pt x="1130270" y="187284"/>
                </a:cubicBezTo>
                <a:cubicBezTo>
                  <a:pt x="1106199" y="202209"/>
                  <a:pt x="956393" y="295013"/>
                  <a:pt x="824214" y="255087"/>
                </a:cubicBezTo>
                <a:cubicBezTo>
                  <a:pt x="732687" y="227443"/>
                  <a:pt x="725572" y="159117"/>
                  <a:pt x="653384" y="115734"/>
                </a:cubicBezTo>
                <a:cubicBezTo>
                  <a:pt x="573589" y="67736"/>
                  <a:pt x="429562" y="59460"/>
                  <a:pt x="147780" y="234180"/>
                </a:cubicBezTo>
                <a:cubicBezTo>
                  <a:pt x="51607" y="322309"/>
                  <a:pt x="-9315" y="402976"/>
                  <a:pt x="1169" y="436107"/>
                </a:cubicBezTo>
                <a:cubicBezTo>
                  <a:pt x="7325" y="455534"/>
                  <a:pt x="20421" y="465406"/>
                  <a:pt x="20421" y="465406"/>
                </a:cubicBezTo>
                <a:cubicBezTo>
                  <a:pt x="32733" y="474756"/>
                  <a:pt x="49256" y="475134"/>
                  <a:pt x="64587" y="475134"/>
                </a:cubicBezTo>
                <a:lnTo>
                  <a:pt x="2792988" y="475026"/>
                </a:lnTo>
                <a:lnTo>
                  <a:pt x="2792988" y="51582"/>
                </a:lnTo>
                <a:lnTo>
                  <a:pt x="2788233" y="53253"/>
                </a:lnTo>
                <a:cubicBezTo>
                  <a:pt x="2743831" y="70008"/>
                  <a:pt x="2698307" y="84360"/>
                  <a:pt x="2628354" y="73920"/>
                </a:cubicBezTo>
                <a:cubicBezTo>
                  <a:pt x="2517906" y="57431"/>
                  <a:pt x="2481335" y="-745"/>
                  <a:pt x="2413302" y="7"/>
                </a:cubicBezTo>
                <a:close/>
              </a:path>
            </a:pathLst>
          </a:custGeom>
          <a:gradFill>
            <a:gsLst>
              <a:gs pos="541">
                <a:schemeClr val="accent1">
                  <a:lumMod val="20000"/>
                  <a:lumOff val="80000"/>
                  <a:alpha val="0"/>
                </a:schemeClr>
              </a:gs>
              <a:gs pos="100000">
                <a:schemeClr val="accent1">
                  <a:alpha val="25000"/>
                </a:schemeClr>
              </a:gs>
            </a:gsLst>
            <a:lin ang="16200000" scaled="1"/>
          </a:gradFill>
          <a:ln w="392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zh-CN" altLang="en-US">
              <a:cs typeface="黑体" panose="02010609060101010101" pitchFamily="49" charset="-122"/>
            </a:endParaRPr>
          </a:p>
        </p:txBody>
      </p:sp>
      <p:pic>
        <p:nvPicPr>
          <p:cNvPr id="123" name="图形 20"/>
          <p:cNvPicPr>
            <a:picLocks noChangeAspect="1"/>
          </p:cNvPicPr>
          <p:nvPr userDrawn="1">
            <p:custDataLst>
              <p:tags r:id="rId17"/>
            </p:custDataLst>
          </p:nvPr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rcRect l="44400"/>
          <a:stretch>
            <a:fillRect/>
          </a:stretch>
        </p:blipFill>
        <p:spPr>
          <a:xfrm>
            <a:off x="0" y="821466"/>
            <a:ext cx="1468899" cy="712059"/>
          </a:xfrm>
          <a:custGeom>
            <a:avLst/>
            <a:gdLst>
              <a:gd name="connsiteX0" fmla="*/ 0 w 2299254"/>
              <a:gd name="connsiteY0" fmla="*/ 0 h 1114579"/>
              <a:gd name="connsiteX1" fmla="*/ 2299254 w 2299254"/>
              <a:gd name="connsiteY1" fmla="*/ 0 h 1114579"/>
              <a:gd name="connsiteX2" fmla="*/ 2299254 w 2299254"/>
              <a:gd name="connsiteY2" fmla="*/ 1114579 h 1114579"/>
              <a:gd name="connsiteX3" fmla="*/ 0 w 2299254"/>
              <a:gd name="connsiteY3" fmla="*/ 1114579 h 11145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99254" h="1114579">
                <a:moveTo>
                  <a:pt x="0" y="0"/>
                </a:moveTo>
                <a:lnTo>
                  <a:pt x="2299254" y="0"/>
                </a:lnTo>
                <a:lnTo>
                  <a:pt x="2299254" y="1114579"/>
                </a:lnTo>
                <a:lnTo>
                  <a:pt x="0" y="1114579"/>
                </a:lnTo>
                <a:close/>
              </a:path>
            </a:pathLst>
          </a:custGeom>
        </p:spPr>
      </p:pic>
      <p:sp>
        <p:nvSpPr>
          <p:cNvPr id="124" name="任意多边形: 形状 67"/>
          <p:cNvSpPr/>
          <p:nvPr userDrawn="1">
            <p:custDataLst>
              <p:tags r:id="rId20"/>
            </p:custDataLst>
          </p:nvPr>
        </p:nvSpPr>
        <p:spPr>
          <a:xfrm>
            <a:off x="0" y="6108946"/>
            <a:ext cx="3848472" cy="749054"/>
          </a:xfrm>
          <a:custGeom>
            <a:avLst/>
            <a:gdLst>
              <a:gd name="connsiteX0" fmla="*/ 255437 w 3848472"/>
              <a:gd name="connsiteY0" fmla="*/ 1444 h 749054"/>
              <a:gd name="connsiteX1" fmla="*/ 644978 w 3848472"/>
              <a:gd name="connsiteY1" fmla="*/ 71464 h 749054"/>
              <a:gd name="connsiteX2" fmla="*/ 1058718 w 3848472"/>
              <a:gd name="connsiteY2" fmla="*/ 389029 h 749054"/>
              <a:gd name="connsiteX3" fmla="*/ 2039845 w 3848472"/>
              <a:gd name="connsiteY3" fmla="*/ 459629 h 749054"/>
              <a:gd name="connsiteX4" fmla="*/ 2091741 w 3848472"/>
              <a:gd name="connsiteY4" fmla="*/ 592872 h 749054"/>
              <a:gd name="connsiteX5" fmla="*/ 2228997 w 3848472"/>
              <a:gd name="connsiteY5" fmla="*/ 706663 h 749054"/>
              <a:gd name="connsiteX6" fmla="*/ 2784549 w 3848472"/>
              <a:gd name="connsiteY6" fmla="*/ 671362 h 749054"/>
              <a:gd name="connsiteX7" fmla="*/ 3139183 w 3848472"/>
              <a:gd name="connsiteY7" fmla="*/ 600762 h 749054"/>
              <a:gd name="connsiteX8" fmla="*/ 3848452 w 3848472"/>
              <a:gd name="connsiteY8" fmla="*/ 577229 h 749054"/>
              <a:gd name="connsiteX9" fmla="*/ 3429995 w 3848472"/>
              <a:gd name="connsiteY9" fmla="*/ 703780 h 749054"/>
              <a:gd name="connsiteX10" fmla="*/ 3337725 w 3848472"/>
              <a:gd name="connsiteY10" fmla="*/ 749054 h 749054"/>
              <a:gd name="connsiteX11" fmla="*/ 0 w 3848472"/>
              <a:gd name="connsiteY11" fmla="*/ 749054 h 749054"/>
              <a:gd name="connsiteX12" fmla="*/ 0 w 3848472"/>
              <a:gd name="connsiteY12" fmla="*/ 12781 h 749054"/>
              <a:gd name="connsiteX13" fmla="*/ 75837 w 3848472"/>
              <a:gd name="connsiteY13" fmla="*/ 3858 h 749054"/>
              <a:gd name="connsiteX14" fmla="*/ 255437 w 3848472"/>
              <a:gd name="connsiteY14" fmla="*/ 1444 h 7490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3848472" h="749054">
                <a:moveTo>
                  <a:pt x="255437" y="1444"/>
                </a:moveTo>
                <a:cubicBezTo>
                  <a:pt x="379742" y="6773"/>
                  <a:pt x="511990" y="27356"/>
                  <a:pt x="644978" y="71464"/>
                </a:cubicBezTo>
                <a:cubicBezTo>
                  <a:pt x="1176929" y="247896"/>
                  <a:pt x="751355" y="271430"/>
                  <a:pt x="1058718" y="389029"/>
                </a:cubicBezTo>
                <a:cubicBezTo>
                  <a:pt x="1366081" y="506628"/>
                  <a:pt x="1862528" y="224363"/>
                  <a:pt x="2039845" y="459629"/>
                </a:cubicBezTo>
                <a:cubicBezTo>
                  <a:pt x="2064875" y="492821"/>
                  <a:pt x="2047667" y="528325"/>
                  <a:pt x="2091741" y="592872"/>
                </a:cubicBezTo>
                <a:cubicBezTo>
                  <a:pt x="2137107" y="659324"/>
                  <a:pt x="2220223" y="702514"/>
                  <a:pt x="2228997" y="706663"/>
                </a:cubicBezTo>
                <a:cubicBezTo>
                  <a:pt x="2350677" y="763932"/>
                  <a:pt x="2555608" y="718565"/>
                  <a:pt x="2784549" y="671362"/>
                </a:cubicBezTo>
                <a:cubicBezTo>
                  <a:pt x="2855966" y="656671"/>
                  <a:pt x="2979822" y="631437"/>
                  <a:pt x="3139183" y="600762"/>
                </a:cubicBezTo>
                <a:cubicBezTo>
                  <a:pt x="3716025" y="556552"/>
                  <a:pt x="3846547" y="562129"/>
                  <a:pt x="3848452" y="577229"/>
                </a:cubicBezTo>
                <a:cubicBezTo>
                  <a:pt x="3850713" y="595499"/>
                  <a:pt x="3662017" y="601793"/>
                  <a:pt x="3429995" y="703780"/>
                </a:cubicBezTo>
                <a:lnTo>
                  <a:pt x="3337725" y="749054"/>
                </a:lnTo>
                <a:lnTo>
                  <a:pt x="0" y="749054"/>
                </a:lnTo>
                <a:lnTo>
                  <a:pt x="0" y="12781"/>
                </a:lnTo>
                <a:lnTo>
                  <a:pt x="75837" y="3858"/>
                </a:lnTo>
                <a:cubicBezTo>
                  <a:pt x="133118" y="-71"/>
                  <a:pt x="193285" y="-1221"/>
                  <a:pt x="255437" y="1444"/>
                </a:cubicBezTo>
                <a:close/>
              </a:path>
            </a:pathLst>
          </a:custGeom>
          <a:gradFill>
            <a:gsLst>
              <a:gs pos="0">
                <a:srgbClr val="FFFFFF"/>
              </a:gs>
              <a:gs pos="50000">
                <a:srgbClr val="FFFFFF">
                  <a:alpha val="49804"/>
                </a:srgbClr>
              </a:gs>
              <a:gs pos="100000">
                <a:srgbClr val="FFFFFF">
                  <a:alpha val="0"/>
                </a:srgbClr>
              </a:gs>
            </a:gsLst>
            <a:lin ang="7173008" scaled="1"/>
          </a:gradFill>
          <a:ln w="6350" cap="flat">
            <a:solidFill>
              <a:srgbClr val="FFEBC9"/>
            </a:solidFill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zh-CN" altLang="en-US">
              <a:cs typeface="黑体" panose="02010609060101010101" pitchFamily="49" charset="-122"/>
            </a:endParaRPr>
          </a:p>
        </p:txBody>
      </p:sp>
      <p:pic>
        <p:nvPicPr>
          <p:cNvPr id="125" name="图形 56"/>
          <p:cNvPicPr>
            <a:picLocks noChangeAspect="1"/>
          </p:cNvPicPr>
          <p:nvPr userDrawn="1">
            <p:custDataLst>
              <p:tags r:id="rId21"/>
            </p:custDataLst>
          </p:nvPr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rcRect l="35759"/>
          <a:stretch>
            <a:fillRect/>
          </a:stretch>
        </p:blipFill>
        <p:spPr>
          <a:xfrm>
            <a:off x="0" y="5386076"/>
            <a:ext cx="1207464" cy="281299"/>
          </a:xfrm>
          <a:custGeom>
            <a:avLst/>
            <a:gdLst>
              <a:gd name="connsiteX0" fmla="*/ 0 w 1207464"/>
              <a:gd name="connsiteY0" fmla="*/ 0 h 281299"/>
              <a:gd name="connsiteX1" fmla="*/ 1207464 w 1207464"/>
              <a:gd name="connsiteY1" fmla="*/ 0 h 281299"/>
              <a:gd name="connsiteX2" fmla="*/ 1207464 w 1207464"/>
              <a:gd name="connsiteY2" fmla="*/ 281299 h 281299"/>
              <a:gd name="connsiteX3" fmla="*/ 0 w 1207464"/>
              <a:gd name="connsiteY3" fmla="*/ 281299 h 2812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07464" h="281299">
                <a:moveTo>
                  <a:pt x="0" y="0"/>
                </a:moveTo>
                <a:lnTo>
                  <a:pt x="1207464" y="0"/>
                </a:lnTo>
                <a:lnTo>
                  <a:pt x="1207464" y="281299"/>
                </a:lnTo>
                <a:lnTo>
                  <a:pt x="0" y="281299"/>
                </a:lnTo>
                <a:close/>
              </a:path>
            </a:pathLst>
          </a:custGeom>
        </p:spPr>
      </p:pic>
      <p:pic>
        <p:nvPicPr>
          <p:cNvPr id="126" name="图形 21"/>
          <p:cNvPicPr>
            <a:picLocks noChangeAspect="1"/>
          </p:cNvPicPr>
          <p:nvPr userDrawn="1">
            <p:custDataLst>
              <p:tags r:id="rId24"/>
            </p:custDataLst>
          </p:nvPr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487220" y="744676"/>
            <a:ext cx="1154255" cy="172746"/>
          </a:xfrm>
          <a:prstGeom prst="rect">
            <a:avLst/>
          </a:prstGeom>
        </p:spPr>
      </p:pic>
      <p:sp>
        <p:nvSpPr>
          <p:cNvPr id="127" name="任意多边形: 形状 42"/>
          <p:cNvSpPr/>
          <p:nvPr userDrawn="1">
            <p:custDataLst>
              <p:tags r:id="rId25"/>
            </p:custDataLst>
          </p:nvPr>
        </p:nvSpPr>
        <p:spPr>
          <a:xfrm>
            <a:off x="8429931" y="5287803"/>
            <a:ext cx="3053162" cy="524266"/>
          </a:xfrm>
          <a:custGeom>
            <a:avLst/>
            <a:gdLst>
              <a:gd name="connsiteX0" fmla="*/ 0 w 3493107"/>
              <a:gd name="connsiteY0" fmla="*/ 599675 h 599810"/>
              <a:gd name="connsiteX1" fmla="*/ 617728 w 3493107"/>
              <a:gd name="connsiteY1" fmla="*/ 411177 h 599810"/>
              <a:gd name="connsiteX2" fmla="*/ 1221518 w 3493107"/>
              <a:gd name="connsiteY2" fmla="*/ 257726 h 599810"/>
              <a:gd name="connsiteX3" fmla="*/ 1421248 w 3493107"/>
              <a:gd name="connsiteY3" fmla="*/ 111041 h 599810"/>
              <a:gd name="connsiteX4" fmla="*/ 1890397 w 3493107"/>
              <a:gd name="connsiteY4" fmla="*/ 350 h 599810"/>
              <a:gd name="connsiteX5" fmla="*/ 2387421 w 3493107"/>
              <a:gd name="connsiteY5" fmla="*/ 207117 h 599810"/>
              <a:gd name="connsiteX6" fmla="*/ 2777679 w 3493107"/>
              <a:gd name="connsiteY6" fmla="*/ 372611 h 599810"/>
              <a:gd name="connsiteX7" fmla="*/ 3102849 w 3493107"/>
              <a:gd name="connsiteY7" fmla="*/ 484655 h 599810"/>
              <a:gd name="connsiteX8" fmla="*/ 3493107 w 3493107"/>
              <a:gd name="connsiteY8" fmla="*/ 599811 h 599810"/>
              <a:gd name="connsiteX9" fmla="*/ 0 w 3493107"/>
              <a:gd name="connsiteY9" fmla="*/ 599811 h 5998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493107" h="599810">
                <a:moveTo>
                  <a:pt x="0" y="599675"/>
                </a:moveTo>
                <a:cubicBezTo>
                  <a:pt x="0" y="599675"/>
                  <a:pt x="130041" y="461786"/>
                  <a:pt x="617728" y="411177"/>
                </a:cubicBezTo>
                <a:cubicBezTo>
                  <a:pt x="1105415" y="360433"/>
                  <a:pt x="1184441" y="331068"/>
                  <a:pt x="1221518" y="257726"/>
                </a:cubicBezTo>
                <a:cubicBezTo>
                  <a:pt x="1258731" y="184383"/>
                  <a:pt x="1328420" y="139052"/>
                  <a:pt x="1421248" y="111041"/>
                </a:cubicBezTo>
                <a:cubicBezTo>
                  <a:pt x="1514077" y="83030"/>
                  <a:pt x="1569828" y="-6280"/>
                  <a:pt x="1890397" y="350"/>
                </a:cubicBezTo>
                <a:cubicBezTo>
                  <a:pt x="2210966" y="6981"/>
                  <a:pt x="2331670" y="141758"/>
                  <a:pt x="2387421" y="207117"/>
                </a:cubicBezTo>
                <a:cubicBezTo>
                  <a:pt x="2443172" y="272476"/>
                  <a:pt x="2545338" y="336481"/>
                  <a:pt x="2777679" y="372611"/>
                </a:cubicBezTo>
                <a:cubicBezTo>
                  <a:pt x="3010021" y="408606"/>
                  <a:pt x="3061036" y="448660"/>
                  <a:pt x="3102849" y="484655"/>
                </a:cubicBezTo>
                <a:cubicBezTo>
                  <a:pt x="3144662" y="520649"/>
                  <a:pt x="3423418" y="546901"/>
                  <a:pt x="3493107" y="599811"/>
                </a:cubicBezTo>
                <a:lnTo>
                  <a:pt x="0" y="599811"/>
                </a:lnTo>
                <a:close/>
              </a:path>
            </a:pathLst>
          </a:custGeom>
          <a:gradFill>
            <a:gsLst>
              <a:gs pos="74000">
                <a:schemeClr val="accent1"/>
              </a:gs>
              <a:gs pos="541">
                <a:schemeClr val="accent1">
                  <a:lumMod val="75000"/>
                </a:schemeClr>
              </a:gs>
              <a:gs pos="100000">
                <a:schemeClr val="accent1">
                  <a:alpha val="0"/>
                </a:schemeClr>
              </a:gs>
            </a:gsLst>
            <a:lin ang="4981599" scaled="1"/>
          </a:gradFill>
          <a:ln w="5780" cap="flat">
            <a:gradFill>
              <a:gsLst>
                <a:gs pos="100000">
                  <a:srgbClr val="FFEBC9">
                    <a:alpha val="0"/>
                  </a:srgbClr>
                </a:gs>
                <a:gs pos="0">
                  <a:srgbClr val="FFEBC9"/>
                </a:gs>
              </a:gsLst>
              <a:lin ang="5400000" scaled="1"/>
            </a:gra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endParaRPr lang="zh-CN" altLang="en-US">
              <a:cs typeface="黑体" panose="02010609060101010101" pitchFamily="49" charset="-122"/>
            </a:endParaRPr>
          </a:p>
        </p:txBody>
      </p:sp>
      <p:sp>
        <p:nvSpPr>
          <p:cNvPr id="128" name="任意多边形: 形状 76"/>
          <p:cNvSpPr/>
          <p:nvPr userDrawn="1">
            <p:custDataLst>
              <p:tags r:id="rId26"/>
            </p:custDataLst>
          </p:nvPr>
        </p:nvSpPr>
        <p:spPr>
          <a:xfrm>
            <a:off x="11041380" y="2964815"/>
            <a:ext cx="1150620" cy="1009650"/>
          </a:xfrm>
          <a:custGeom>
            <a:avLst/>
            <a:gdLst>
              <a:gd name="connsiteX0" fmla="*/ 994468 w 1150463"/>
              <a:gd name="connsiteY0" fmla="*/ 421 h 1009338"/>
              <a:gd name="connsiteX1" fmla="*/ 1136785 w 1150463"/>
              <a:gd name="connsiteY1" fmla="*/ 49742 h 1009338"/>
              <a:gd name="connsiteX2" fmla="*/ 1150463 w 1150463"/>
              <a:gd name="connsiteY2" fmla="*/ 59260 h 1009338"/>
              <a:gd name="connsiteX3" fmla="*/ 1150463 w 1150463"/>
              <a:gd name="connsiteY3" fmla="*/ 1004971 h 1009338"/>
              <a:gd name="connsiteX4" fmla="*/ 1096832 w 1150463"/>
              <a:gd name="connsiteY4" fmla="*/ 1008835 h 1009338"/>
              <a:gd name="connsiteX5" fmla="*/ 0 w 1150463"/>
              <a:gd name="connsiteY5" fmla="*/ 497285 h 1009338"/>
              <a:gd name="connsiteX6" fmla="*/ 663947 w 1150463"/>
              <a:gd name="connsiteY6" fmla="*/ 287751 h 1009338"/>
              <a:gd name="connsiteX7" fmla="*/ 994468 w 1150463"/>
              <a:gd name="connsiteY7" fmla="*/ 421 h 10093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150463" h="1009338">
                <a:moveTo>
                  <a:pt x="994468" y="421"/>
                </a:moveTo>
                <a:cubicBezTo>
                  <a:pt x="1037810" y="-2694"/>
                  <a:pt x="1084777" y="11259"/>
                  <a:pt x="1136785" y="49742"/>
                </a:cubicBezTo>
                <a:lnTo>
                  <a:pt x="1150463" y="59260"/>
                </a:lnTo>
                <a:lnTo>
                  <a:pt x="1150463" y="1004971"/>
                </a:lnTo>
                <a:lnTo>
                  <a:pt x="1096832" y="1008835"/>
                </a:lnTo>
                <a:cubicBezTo>
                  <a:pt x="671807" y="1019801"/>
                  <a:pt x="265901" y="851684"/>
                  <a:pt x="0" y="497285"/>
                </a:cubicBezTo>
                <a:cubicBezTo>
                  <a:pt x="399143" y="485953"/>
                  <a:pt x="576837" y="384988"/>
                  <a:pt x="663947" y="287751"/>
                </a:cubicBezTo>
                <a:cubicBezTo>
                  <a:pt x="767032" y="172713"/>
                  <a:pt x="864442" y="9765"/>
                  <a:pt x="994468" y="421"/>
                </a:cubicBezTo>
                <a:close/>
              </a:path>
            </a:pathLst>
          </a:custGeom>
          <a:gradFill>
            <a:gsLst>
              <a:gs pos="541">
                <a:schemeClr val="accent1">
                  <a:lumMod val="20000"/>
                  <a:lumOff val="80000"/>
                  <a:alpha val="0"/>
                </a:schemeClr>
              </a:gs>
              <a:gs pos="100000">
                <a:schemeClr val="accent1">
                  <a:alpha val="20000"/>
                </a:schemeClr>
              </a:gs>
            </a:gsLst>
            <a:lin ang="16200000" scaled="1"/>
          </a:gradFill>
          <a:ln w="392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lvl="0" algn="l">
              <a:buClrTx/>
              <a:buSzTx/>
              <a:buFontTx/>
            </a:pPr>
            <a:endParaRPr lang="zh-CN" altLang="en-US">
              <a:cs typeface="黑体" panose="02010609060101010101" pitchFamily="49" charset="-122"/>
              <a:sym typeface="+mn-ea"/>
            </a:endParaRPr>
          </a:p>
        </p:txBody>
      </p:sp>
      <p:sp>
        <p:nvSpPr>
          <p:cNvPr id="129" name="任意多边形: 形状 29"/>
          <p:cNvSpPr/>
          <p:nvPr userDrawn="1">
            <p:custDataLst>
              <p:tags r:id="rId27"/>
            </p:custDataLst>
          </p:nvPr>
        </p:nvSpPr>
        <p:spPr>
          <a:xfrm>
            <a:off x="9709785" y="3077845"/>
            <a:ext cx="1939290" cy="833755"/>
          </a:xfrm>
          <a:custGeom>
            <a:avLst/>
            <a:gdLst>
              <a:gd name="connsiteX0" fmla="*/ 0 w 1118206"/>
              <a:gd name="connsiteY0" fmla="*/ 406725 h 480683"/>
              <a:gd name="connsiteX1" fmla="*/ 194379 w 1118206"/>
              <a:gd name="connsiteY1" fmla="*/ 472117 h 480683"/>
              <a:gd name="connsiteX2" fmla="*/ 669959 w 1118206"/>
              <a:gd name="connsiteY2" fmla="*/ 424074 h 480683"/>
              <a:gd name="connsiteX3" fmla="*/ 1079839 w 1118206"/>
              <a:gd name="connsiteY3" fmla="*/ 424074 h 480683"/>
              <a:gd name="connsiteX4" fmla="*/ 1118207 w 1118206"/>
              <a:gd name="connsiteY4" fmla="*/ 333865 h 480683"/>
              <a:gd name="connsiteX5" fmla="*/ 871370 w 1118206"/>
              <a:gd name="connsiteY5" fmla="*/ 198744 h 480683"/>
              <a:gd name="connsiteX6" fmla="*/ 528807 w 1118206"/>
              <a:gd name="connsiteY6" fmla="*/ 12192 h 480683"/>
              <a:gd name="connsiteX7" fmla="*/ 237443 w 1118206"/>
              <a:gd name="connsiteY7" fmla="*/ 301246 h 480683"/>
              <a:gd name="connsiteX8" fmla="*/ 0 w 1118206"/>
              <a:gd name="connsiteY8" fmla="*/ 406725 h 4806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18206" h="480683">
                <a:moveTo>
                  <a:pt x="0" y="406725"/>
                </a:moveTo>
                <a:cubicBezTo>
                  <a:pt x="41627" y="427898"/>
                  <a:pt x="108507" y="457001"/>
                  <a:pt x="194379" y="472117"/>
                </a:cubicBezTo>
                <a:cubicBezTo>
                  <a:pt x="392223" y="506943"/>
                  <a:pt x="445938" y="424356"/>
                  <a:pt x="669959" y="424074"/>
                </a:cubicBezTo>
                <a:cubicBezTo>
                  <a:pt x="886794" y="423791"/>
                  <a:pt x="1036544" y="525883"/>
                  <a:pt x="1079839" y="424074"/>
                </a:cubicBezTo>
                <a:cubicBezTo>
                  <a:pt x="1092645" y="393995"/>
                  <a:pt x="1105426" y="363892"/>
                  <a:pt x="1118207" y="333865"/>
                </a:cubicBezTo>
                <a:cubicBezTo>
                  <a:pt x="1100267" y="373464"/>
                  <a:pt x="890567" y="212756"/>
                  <a:pt x="871370" y="198744"/>
                </a:cubicBezTo>
                <a:cubicBezTo>
                  <a:pt x="791298" y="140384"/>
                  <a:pt x="642114" y="-49556"/>
                  <a:pt x="528807" y="12192"/>
                </a:cubicBezTo>
                <a:cubicBezTo>
                  <a:pt x="411266" y="76275"/>
                  <a:pt x="332606" y="209035"/>
                  <a:pt x="237443" y="301246"/>
                </a:cubicBezTo>
                <a:cubicBezTo>
                  <a:pt x="172436" y="364251"/>
                  <a:pt x="88259" y="415322"/>
                  <a:pt x="0" y="406725"/>
                </a:cubicBezTo>
                <a:close/>
              </a:path>
            </a:pathLst>
          </a:custGeom>
          <a:gradFill>
            <a:gsLst>
              <a:gs pos="541">
                <a:schemeClr val="accent1">
                  <a:lumMod val="20000"/>
                  <a:lumOff val="80000"/>
                  <a:alpha val="0"/>
                </a:schemeClr>
              </a:gs>
              <a:gs pos="100000">
                <a:schemeClr val="accent1">
                  <a:alpha val="20000"/>
                </a:schemeClr>
              </a:gs>
            </a:gsLst>
            <a:lin ang="16200000" scaled="1"/>
          </a:gradFill>
          <a:ln w="3923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cs typeface="黑体" panose="02010609060101010101" pitchFamily="49" charset="-122"/>
            </a:endParaRPr>
          </a:p>
        </p:txBody>
      </p:sp>
      <p:sp>
        <p:nvSpPr>
          <p:cNvPr id="130" name="任意多边形: 形状 74"/>
          <p:cNvSpPr/>
          <p:nvPr userDrawn="1">
            <p:custDataLst>
              <p:tags r:id="rId28"/>
            </p:custDataLst>
          </p:nvPr>
        </p:nvSpPr>
        <p:spPr>
          <a:xfrm>
            <a:off x="8815070" y="3596640"/>
            <a:ext cx="3376930" cy="656590"/>
          </a:xfrm>
          <a:custGeom>
            <a:avLst/>
            <a:gdLst>
              <a:gd name="connsiteX0" fmla="*/ 2694466 w 3377172"/>
              <a:gd name="connsiteY0" fmla="*/ 1217 h 656328"/>
              <a:gd name="connsiteX1" fmla="*/ 3087970 w 3377172"/>
              <a:gd name="connsiteY1" fmla="*/ 158757 h 656328"/>
              <a:gd name="connsiteX2" fmla="*/ 3341733 w 3377172"/>
              <a:gd name="connsiteY2" fmla="*/ 131984 h 656328"/>
              <a:gd name="connsiteX3" fmla="*/ 3377172 w 3377172"/>
              <a:gd name="connsiteY3" fmla="*/ 114304 h 656328"/>
              <a:gd name="connsiteX4" fmla="*/ 3377172 w 3377172"/>
              <a:gd name="connsiteY4" fmla="*/ 656198 h 656328"/>
              <a:gd name="connsiteX5" fmla="*/ 98982 w 3377172"/>
              <a:gd name="connsiteY5" fmla="*/ 656328 h 656328"/>
              <a:gd name="connsiteX6" fmla="*/ 31295 w 3377172"/>
              <a:gd name="connsiteY6" fmla="*/ 641419 h 656328"/>
              <a:gd name="connsiteX7" fmla="*/ 1791 w 3377172"/>
              <a:gd name="connsiteY7" fmla="*/ 596517 h 656328"/>
              <a:gd name="connsiteX8" fmla="*/ 226480 w 3377172"/>
              <a:gd name="connsiteY8" fmla="*/ 287054 h 656328"/>
              <a:gd name="connsiteX9" fmla="*/ 1001339 w 3377172"/>
              <a:gd name="connsiteY9" fmla="*/ 105532 h 656328"/>
              <a:gd name="connsiteX10" fmla="*/ 1263142 w 3377172"/>
              <a:gd name="connsiteY10" fmla="*/ 319095 h 656328"/>
              <a:gd name="connsiteX11" fmla="*/ 1732187 w 3377172"/>
              <a:gd name="connsiteY11" fmla="*/ 215185 h 656328"/>
              <a:gd name="connsiteX12" fmla="*/ 1960168 w 3377172"/>
              <a:gd name="connsiteY12" fmla="*/ 61254 h 656328"/>
              <a:gd name="connsiteX13" fmla="*/ 2294597 w 3377172"/>
              <a:gd name="connsiteY13" fmla="*/ 210157 h 656328"/>
              <a:gd name="connsiteX14" fmla="*/ 2513055 w 3377172"/>
              <a:gd name="connsiteY14" fmla="*/ 64146 h 656328"/>
              <a:gd name="connsiteX15" fmla="*/ 2551505 w 3377172"/>
              <a:gd name="connsiteY15" fmla="*/ 27254 h 656328"/>
              <a:gd name="connsiteX16" fmla="*/ 2556622 w 3377172"/>
              <a:gd name="connsiteY16" fmla="*/ 24807 h 656328"/>
              <a:gd name="connsiteX17" fmla="*/ 2694466 w 3377172"/>
              <a:gd name="connsiteY17" fmla="*/ 1217 h 6563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3377172" h="656328">
                <a:moveTo>
                  <a:pt x="2694466" y="1217"/>
                </a:moveTo>
                <a:cubicBezTo>
                  <a:pt x="2830415" y="13578"/>
                  <a:pt x="2960907" y="116869"/>
                  <a:pt x="3087970" y="158757"/>
                </a:cubicBezTo>
                <a:cubicBezTo>
                  <a:pt x="3192770" y="193301"/>
                  <a:pt x="3289086" y="157079"/>
                  <a:pt x="3341733" y="131984"/>
                </a:cubicBezTo>
                <a:lnTo>
                  <a:pt x="3377172" y="114304"/>
                </a:lnTo>
                <a:lnTo>
                  <a:pt x="3377172" y="656198"/>
                </a:lnTo>
                <a:lnTo>
                  <a:pt x="98982" y="656328"/>
                </a:lnTo>
                <a:cubicBezTo>
                  <a:pt x="75486" y="656328"/>
                  <a:pt x="50165" y="655749"/>
                  <a:pt x="31295" y="641419"/>
                </a:cubicBezTo>
                <a:cubicBezTo>
                  <a:pt x="31295" y="641419"/>
                  <a:pt x="11226" y="626290"/>
                  <a:pt x="1791" y="596517"/>
                </a:cubicBezTo>
                <a:cubicBezTo>
                  <a:pt x="-14274" y="545742"/>
                  <a:pt x="79090" y="422116"/>
                  <a:pt x="226480" y="287054"/>
                </a:cubicBezTo>
                <a:cubicBezTo>
                  <a:pt x="658322" y="19290"/>
                  <a:pt x="879050" y="31972"/>
                  <a:pt x="1001339" y="105532"/>
                </a:cubicBezTo>
                <a:cubicBezTo>
                  <a:pt x="1111970" y="172017"/>
                  <a:pt x="1122873" y="276730"/>
                  <a:pt x="1263142" y="319095"/>
                </a:cubicBezTo>
                <a:cubicBezTo>
                  <a:pt x="1465712" y="380285"/>
                  <a:pt x="1695296" y="238058"/>
                  <a:pt x="1732187" y="215185"/>
                </a:cubicBezTo>
                <a:cubicBezTo>
                  <a:pt x="1870187" y="129697"/>
                  <a:pt x="1874904" y="70198"/>
                  <a:pt x="1960168" y="61254"/>
                </a:cubicBezTo>
                <a:cubicBezTo>
                  <a:pt x="2083794" y="48305"/>
                  <a:pt x="2170348" y="208509"/>
                  <a:pt x="2294597" y="210157"/>
                </a:cubicBezTo>
                <a:cubicBezTo>
                  <a:pt x="2384446" y="211356"/>
                  <a:pt x="2451332" y="130765"/>
                  <a:pt x="2513055" y="64146"/>
                </a:cubicBezTo>
                <a:cubicBezTo>
                  <a:pt x="2524803" y="51464"/>
                  <a:pt x="2537710" y="38958"/>
                  <a:pt x="2551505" y="27254"/>
                </a:cubicBezTo>
                <a:cubicBezTo>
                  <a:pt x="2553239" y="26409"/>
                  <a:pt x="2554932" y="25608"/>
                  <a:pt x="2556622" y="24807"/>
                </a:cubicBezTo>
                <a:cubicBezTo>
                  <a:pt x="2603226" y="3079"/>
                  <a:pt x="2649149" y="-2904"/>
                  <a:pt x="2694466" y="1217"/>
                </a:cubicBezTo>
                <a:close/>
              </a:path>
            </a:pathLst>
          </a:custGeom>
          <a:gradFill>
            <a:gsLst>
              <a:gs pos="541">
                <a:schemeClr val="accent1">
                  <a:lumMod val="20000"/>
                  <a:lumOff val="80000"/>
                  <a:alpha val="0"/>
                </a:schemeClr>
              </a:gs>
              <a:gs pos="100000">
                <a:schemeClr val="accent1">
                  <a:alpha val="20000"/>
                </a:schemeClr>
              </a:gs>
            </a:gsLst>
            <a:lin ang="16200000" scaled="1"/>
          </a:gradFill>
          <a:ln w="392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lvl="0" algn="l">
              <a:buClrTx/>
              <a:buSzTx/>
              <a:buFontTx/>
            </a:pPr>
            <a:endParaRPr lang="zh-CN" altLang="en-US">
              <a:cs typeface="黑体" panose="02010609060101010101" pitchFamily="49" charset="-122"/>
              <a:sym typeface="+mn-ea"/>
            </a:endParaRPr>
          </a:p>
        </p:txBody>
      </p:sp>
      <p:sp>
        <p:nvSpPr>
          <p:cNvPr id="131" name="任意多边形: 形状 31"/>
          <p:cNvSpPr/>
          <p:nvPr userDrawn="1">
            <p:custDataLst>
              <p:tags r:id="rId29"/>
            </p:custDataLst>
          </p:nvPr>
        </p:nvSpPr>
        <p:spPr>
          <a:xfrm>
            <a:off x="9392285" y="3456305"/>
            <a:ext cx="1301115" cy="559435"/>
          </a:xfrm>
          <a:custGeom>
            <a:avLst/>
            <a:gdLst>
              <a:gd name="connsiteX0" fmla="*/ 0 w 1118206"/>
              <a:gd name="connsiteY0" fmla="*/ 406725 h 480683"/>
              <a:gd name="connsiteX1" fmla="*/ 194379 w 1118206"/>
              <a:gd name="connsiteY1" fmla="*/ 472117 h 480683"/>
              <a:gd name="connsiteX2" fmla="*/ 669959 w 1118206"/>
              <a:gd name="connsiteY2" fmla="*/ 424074 h 480683"/>
              <a:gd name="connsiteX3" fmla="*/ 1079839 w 1118206"/>
              <a:gd name="connsiteY3" fmla="*/ 424074 h 480683"/>
              <a:gd name="connsiteX4" fmla="*/ 1118207 w 1118206"/>
              <a:gd name="connsiteY4" fmla="*/ 333865 h 480683"/>
              <a:gd name="connsiteX5" fmla="*/ 871370 w 1118206"/>
              <a:gd name="connsiteY5" fmla="*/ 198744 h 480683"/>
              <a:gd name="connsiteX6" fmla="*/ 528807 w 1118206"/>
              <a:gd name="connsiteY6" fmla="*/ 12192 h 480683"/>
              <a:gd name="connsiteX7" fmla="*/ 237443 w 1118206"/>
              <a:gd name="connsiteY7" fmla="*/ 301246 h 480683"/>
              <a:gd name="connsiteX8" fmla="*/ 0 w 1118206"/>
              <a:gd name="connsiteY8" fmla="*/ 406725 h 4806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18206" h="480683">
                <a:moveTo>
                  <a:pt x="0" y="406725"/>
                </a:moveTo>
                <a:cubicBezTo>
                  <a:pt x="41627" y="427898"/>
                  <a:pt x="108507" y="457001"/>
                  <a:pt x="194379" y="472117"/>
                </a:cubicBezTo>
                <a:cubicBezTo>
                  <a:pt x="392223" y="506943"/>
                  <a:pt x="445938" y="424356"/>
                  <a:pt x="669959" y="424074"/>
                </a:cubicBezTo>
                <a:cubicBezTo>
                  <a:pt x="886794" y="423791"/>
                  <a:pt x="1036544" y="525883"/>
                  <a:pt x="1079839" y="424074"/>
                </a:cubicBezTo>
                <a:cubicBezTo>
                  <a:pt x="1092645" y="393995"/>
                  <a:pt x="1105426" y="363892"/>
                  <a:pt x="1118207" y="333865"/>
                </a:cubicBezTo>
                <a:cubicBezTo>
                  <a:pt x="1100267" y="373464"/>
                  <a:pt x="890567" y="212756"/>
                  <a:pt x="871370" y="198744"/>
                </a:cubicBezTo>
                <a:cubicBezTo>
                  <a:pt x="791298" y="140384"/>
                  <a:pt x="642114" y="-49556"/>
                  <a:pt x="528807" y="12192"/>
                </a:cubicBezTo>
                <a:cubicBezTo>
                  <a:pt x="411266" y="76275"/>
                  <a:pt x="332606" y="209035"/>
                  <a:pt x="237443" y="301246"/>
                </a:cubicBezTo>
                <a:cubicBezTo>
                  <a:pt x="172436" y="364251"/>
                  <a:pt x="88259" y="415322"/>
                  <a:pt x="0" y="406725"/>
                </a:cubicBezTo>
                <a:close/>
              </a:path>
            </a:pathLst>
          </a:custGeom>
          <a:gradFill>
            <a:gsLst>
              <a:gs pos="541">
                <a:schemeClr val="accent1">
                  <a:lumMod val="20000"/>
                  <a:lumOff val="80000"/>
                  <a:alpha val="0"/>
                </a:schemeClr>
              </a:gs>
              <a:gs pos="100000">
                <a:schemeClr val="accent1">
                  <a:alpha val="20000"/>
                </a:schemeClr>
              </a:gs>
            </a:gsLst>
            <a:lin ang="16200000" scaled="1"/>
          </a:gradFill>
          <a:ln w="3923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pPr lvl="0" algn="l">
              <a:buClrTx/>
              <a:buSzTx/>
              <a:buFontTx/>
            </a:pPr>
            <a:endParaRPr lang="zh-CN" altLang="en-US">
              <a:cs typeface="黑体" panose="02010609060101010101" pitchFamily="49" charset="-122"/>
              <a:sym typeface="+mn-ea"/>
            </a:endParaRPr>
          </a:p>
        </p:txBody>
      </p:sp>
      <p:sp>
        <p:nvSpPr>
          <p:cNvPr id="132" name="图形 1"/>
          <p:cNvSpPr/>
          <p:nvPr userDrawn="1">
            <p:custDataLst>
              <p:tags r:id="rId30"/>
            </p:custDataLst>
          </p:nvPr>
        </p:nvSpPr>
        <p:spPr>
          <a:xfrm>
            <a:off x="9865120" y="5070474"/>
            <a:ext cx="1567262" cy="757927"/>
          </a:xfrm>
          <a:custGeom>
            <a:avLst/>
            <a:gdLst>
              <a:gd name="connsiteX0" fmla="*/ 0 w 2704161"/>
              <a:gd name="connsiteY0" fmla="*/ 203346 h 1307731"/>
              <a:gd name="connsiteX1" fmla="*/ 1649006 w 2704161"/>
              <a:gd name="connsiteY1" fmla="*/ 49658 h 1307731"/>
              <a:gd name="connsiteX2" fmla="*/ 1234499 w 2704161"/>
              <a:gd name="connsiteY2" fmla="*/ 321163 h 1307731"/>
              <a:gd name="connsiteX3" fmla="*/ 2622095 w 2704161"/>
              <a:gd name="connsiteY3" fmla="*/ 306933 h 1307731"/>
              <a:gd name="connsiteX4" fmla="*/ 1871751 w 2704161"/>
              <a:gd name="connsiteY4" fmla="*/ 563455 h 1307731"/>
              <a:gd name="connsiteX5" fmla="*/ 2677782 w 2704161"/>
              <a:gd name="connsiteY5" fmla="*/ 701517 h 1307731"/>
              <a:gd name="connsiteX6" fmla="*/ 901884 w 2704161"/>
              <a:gd name="connsiteY6" fmla="*/ 1062485 h 1307731"/>
              <a:gd name="connsiteX7" fmla="*/ 1871805 w 2704161"/>
              <a:gd name="connsiteY7" fmla="*/ 1075588 h 1307731"/>
              <a:gd name="connsiteX8" fmla="*/ 561751 w 2704161"/>
              <a:gd name="connsiteY8" fmla="*/ 1307731 h 1307731"/>
              <a:gd name="connsiteX9" fmla="*/ 1231599 w 2704161"/>
              <a:gd name="connsiteY9" fmla="*/ 1153130 h 1307731"/>
              <a:gd name="connsiteX10" fmla="*/ 599018 w 2704161"/>
              <a:gd name="connsiteY10" fmla="*/ 1018398 h 1307731"/>
              <a:gd name="connsiteX11" fmla="*/ 1947844 w 2704161"/>
              <a:gd name="connsiteY11" fmla="*/ 716660 h 1307731"/>
              <a:gd name="connsiteX12" fmla="*/ 1347053 w 2704161"/>
              <a:gd name="connsiteY12" fmla="*/ 565711 h 1307731"/>
              <a:gd name="connsiteX13" fmla="*/ 1881793 w 2704161"/>
              <a:gd name="connsiteY13" fmla="*/ 371909 h 1307731"/>
              <a:gd name="connsiteX14" fmla="*/ 306141 w 2704161"/>
              <a:gd name="connsiteY14" fmla="*/ 381145 h 1307731"/>
              <a:gd name="connsiteX15" fmla="*/ 1159105 w 2704161"/>
              <a:gd name="connsiteY15" fmla="*/ 118823 h 1307731"/>
              <a:gd name="connsiteX16" fmla="*/ 0 w 2704161"/>
              <a:gd name="connsiteY16" fmla="*/ 203346 h 13077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704161" h="1307731">
                <a:moveTo>
                  <a:pt x="0" y="203346"/>
                </a:moveTo>
                <a:cubicBezTo>
                  <a:pt x="0" y="203346"/>
                  <a:pt x="1796626" y="-121106"/>
                  <a:pt x="1649006" y="49658"/>
                </a:cubicBezTo>
                <a:cubicBezTo>
                  <a:pt x="1501386" y="220423"/>
                  <a:pt x="1042093" y="285184"/>
                  <a:pt x="1234499" y="321163"/>
                </a:cubicBezTo>
                <a:cubicBezTo>
                  <a:pt x="1426958" y="357142"/>
                  <a:pt x="2676815" y="141377"/>
                  <a:pt x="2622095" y="306933"/>
                </a:cubicBezTo>
                <a:cubicBezTo>
                  <a:pt x="2567375" y="472488"/>
                  <a:pt x="1742550" y="464004"/>
                  <a:pt x="1871751" y="563455"/>
                </a:cubicBezTo>
                <a:cubicBezTo>
                  <a:pt x="2000952" y="662853"/>
                  <a:pt x="2864763" y="588372"/>
                  <a:pt x="2677782" y="701517"/>
                </a:cubicBezTo>
                <a:cubicBezTo>
                  <a:pt x="2490746" y="814716"/>
                  <a:pt x="765219" y="979197"/>
                  <a:pt x="901884" y="1062485"/>
                </a:cubicBezTo>
                <a:cubicBezTo>
                  <a:pt x="1038549" y="1145773"/>
                  <a:pt x="2105828" y="963678"/>
                  <a:pt x="1871805" y="1075588"/>
                </a:cubicBezTo>
                <a:cubicBezTo>
                  <a:pt x="1637782" y="1187498"/>
                  <a:pt x="561751" y="1307731"/>
                  <a:pt x="561751" y="1307731"/>
                </a:cubicBezTo>
                <a:cubicBezTo>
                  <a:pt x="561751" y="1307731"/>
                  <a:pt x="1499023" y="1134228"/>
                  <a:pt x="1231599" y="1153130"/>
                </a:cubicBezTo>
                <a:cubicBezTo>
                  <a:pt x="964175" y="1172032"/>
                  <a:pt x="135323" y="1162689"/>
                  <a:pt x="599018" y="1018398"/>
                </a:cubicBezTo>
                <a:cubicBezTo>
                  <a:pt x="1062714" y="874107"/>
                  <a:pt x="2186699" y="737173"/>
                  <a:pt x="1947844" y="716660"/>
                </a:cubicBezTo>
                <a:cubicBezTo>
                  <a:pt x="1708988" y="696147"/>
                  <a:pt x="774079" y="709679"/>
                  <a:pt x="1347053" y="565711"/>
                </a:cubicBezTo>
                <a:cubicBezTo>
                  <a:pt x="1920081" y="421742"/>
                  <a:pt x="2302798" y="367774"/>
                  <a:pt x="1881793" y="371909"/>
                </a:cubicBezTo>
                <a:cubicBezTo>
                  <a:pt x="1881793" y="371909"/>
                  <a:pt x="-111641" y="629452"/>
                  <a:pt x="306141" y="381145"/>
                </a:cubicBezTo>
                <a:cubicBezTo>
                  <a:pt x="306141" y="381145"/>
                  <a:pt x="1093484" y="206944"/>
                  <a:pt x="1159105" y="118823"/>
                </a:cubicBezTo>
                <a:cubicBezTo>
                  <a:pt x="1224726" y="30541"/>
                  <a:pt x="0" y="203346"/>
                  <a:pt x="0" y="203346"/>
                </a:cubicBezTo>
                <a:close/>
              </a:path>
            </a:pathLst>
          </a:custGeom>
          <a:solidFill>
            <a:schemeClr val="bg1"/>
          </a:solidFill>
          <a:ln w="6350" cap="flat">
            <a:solidFill>
              <a:srgbClr val="FFEBC9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endParaRPr lang="zh-CN" altLang="en-US">
              <a:cs typeface="黑体" panose="02010609060101010101" pitchFamily="49" charset="-122"/>
            </a:endParaRPr>
          </a:p>
        </p:txBody>
      </p:sp>
      <p:sp>
        <p:nvSpPr>
          <p:cNvPr id="133" name="任意多边形: 形状 72"/>
          <p:cNvSpPr/>
          <p:nvPr userDrawn="1">
            <p:custDataLst>
              <p:tags r:id="rId31"/>
            </p:custDataLst>
          </p:nvPr>
        </p:nvSpPr>
        <p:spPr>
          <a:xfrm>
            <a:off x="9849355" y="5024702"/>
            <a:ext cx="2342645" cy="1025219"/>
          </a:xfrm>
          <a:custGeom>
            <a:avLst/>
            <a:gdLst>
              <a:gd name="connsiteX0" fmla="*/ 1198958 w 2342645"/>
              <a:gd name="connsiteY0" fmla="*/ 8 h 1025219"/>
              <a:gd name="connsiteX1" fmla="*/ 1448993 w 2342645"/>
              <a:gd name="connsiteY1" fmla="*/ 90962 h 1025219"/>
              <a:gd name="connsiteX2" fmla="*/ 1615051 w 2342645"/>
              <a:gd name="connsiteY2" fmla="*/ 223312 h 1025219"/>
              <a:gd name="connsiteX3" fmla="*/ 1907073 w 2342645"/>
              <a:gd name="connsiteY3" fmla="*/ 301966 h 1025219"/>
              <a:gd name="connsiteX4" fmla="*/ 2196020 w 2342645"/>
              <a:gd name="connsiteY4" fmla="*/ 503152 h 1025219"/>
              <a:gd name="connsiteX5" fmla="*/ 2333537 w 2342645"/>
              <a:gd name="connsiteY5" fmla="*/ 660112 h 1025219"/>
              <a:gd name="connsiteX6" fmla="*/ 2342645 w 2342645"/>
              <a:gd name="connsiteY6" fmla="*/ 664078 h 1025219"/>
              <a:gd name="connsiteX7" fmla="*/ 2342645 w 2342645"/>
              <a:gd name="connsiteY7" fmla="*/ 1025219 h 1025219"/>
              <a:gd name="connsiteX8" fmla="*/ 0 w 2342645"/>
              <a:gd name="connsiteY8" fmla="*/ 1025219 h 1025219"/>
              <a:gd name="connsiteX9" fmla="*/ 145479 w 2342645"/>
              <a:gd name="connsiteY9" fmla="*/ 958394 h 1025219"/>
              <a:gd name="connsiteX10" fmla="*/ 276647 w 2342645"/>
              <a:gd name="connsiteY10" fmla="*/ 845322 h 1025219"/>
              <a:gd name="connsiteX11" fmla="*/ 573873 w 2342645"/>
              <a:gd name="connsiteY11" fmla="*/ 712381 h 1025219"/>
              <a:gd name="connsiteX12" fmla="*/ 750103 w 2342645"/>
              <a:gd name="connsiteY12" fmla="*/ 448863 h 1025219"/>
              <a:gd name="connsiteX13" fmla="*/ 881270 w 2342645"/>
              <a:gd name="connsiteY13" fmla="*/ 270504 h 1025219"/>
              <a:gd name="connsiteX14" fmla="*/ 1198958 w 2342645"/>
              <a:gd name="connsiteY14" fmla="*/ 8 h 10252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2342645" h="1025219">
                <a:moveTo>
                  <a:pt x="1198958" y="8"/>
                </a:moveTo>
                <a:cubicBezTo>
                  <a:pt x="1360877" y="1191"/>
                  <a:pt x="1401919" y="54770"/>
                  <a:pt x="1448993" y="90962"/>
                </a:cubicBezTo>
                <a:cubicBezTo>
                  <a:pt x="1496185" y="127154"/>
                  <a:pt x="1538172" y="162045"/>
                  <a:pt x="1615051" y="223312"/>
                </a:cubicBezTo>
                <a:cubicBezTo>
                  <a:pt x="1691931" y="284461"/>
                  <a:pt x="1784066" y="286234"/>
                  <a:pt x="1907073" y="301966"/>
                </a:cubicBezTo>
                <a:cubicBezTo>
                  <a:pt x="2029961" y="317696"/>
                  <a:pt x="2131441" y="394693"/>
                  <a:pt x="2196020" y="503152"/>
                </a:cubicBezTo>
                <a:cubicBezTo>
                  <a:pt x="2244453" y="584496"/>
                  <a:pt x="2277319" y="628450"/>
                  <a:pt x="2333537" y="660112"/>
                </a:cubicBezTo>
                <a:lnTo>
                  <a:pt x="2342645" y="664078"/>
                </a:lnTo>
                <a:lnTo>
                  <a:pt x="2342645" y="1025219"/>
                </a:lnTo>
                <a:lnTo>
                  <a:pt x="0" y="1025219"/>
                </a:lnTo>
                <a:cubicBezTo>
                  <a:pt x="20462" y="998726"/>
                  <a:pt x="81965" y="974716"/>
                  <a:pt x="145479" y="958394"/>
                </a:cubicBezTo>
                <a:cubicBezTo>
                  <a:pt x="208992" y="942072"/>
                  <a:pt x="227444" y="917589"/>
                  <a:pt x="276647" y="845322"/>
                </a:cubicBezTo>
                <a:cubicBezTo>
                  <a:pt x="325849" y="773057"/>
                  <a:pt x="377180" y="750821"/>
                  <a:pt x="573873" y="712381"/>
                </a:cubicBezTo>
                <a:cubicBezTo>
                  <a:pt x="770565" y="673942"/>
                  <a:pt x="729641" y="526925"/>
                  <a:pt x="750103" y="448863"/>
                </a:cubicBezTo>
                <a:cubicBezTo>
                  <a:pt x="770565" y="370802"/>
                  <a:pt x="821778" y="411607"/>
                  <a:pt x="881270" y="270504"/>
                </a:cubicBezTo>
                <a:cubicBezTo>
                  <a:pt x="940763" y="129401"/>
                  <a:pt x="1037039" y="-1175"/>
                  <a:pt x="1198958" y="8"/>
                </a:cubicBezTo>
                <a:close/>
              </a:path>
            </a:pathLst>
          </a:custGeom>
          <a:gradFill>
            <a:gsLst>
              <a:gs pos="71000">
                <a:schemeClr val="accent4"/>
              </a:gs>
              <a:gs pos="541">
                <a:schemeClr val="accent3"/>
              </a:gs>
              <a:gs pos="100000">
                <a:schemeClr val="accent4">
                  <a:alpha val="0"/>
                </a:schemeClr>
              </a:gs>
            </a:gsLst>
            <a:lin ang="5818394" scaled="1"/>
          </a:gradFill>
          <a:ln w="8135" cap="flat">
            <a:gradFill>
              <a:gsLst>
                <a:gs pos="0">
                  <a:srgbClr val="FFEBC9"/>
                </a:gs>
                <a:gs pos="100000">
                  <a:srgbClr val="FFEBC9">
                    <a:alpha val="0"/>
                  </a:srgbClr>
                </a:gs>
              </a:gsLst>
              <a:lin ang="5400000" scaled="1"/>
            </a:gra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endParaRPr lang="zh-CN" altLang="en-US">
              <a:cs typeface="黑体" panose="02010609060101010101" pitchFamily="49" charset="-122"/>
            </a:endParaRPr>
          </a:p>
        </p:txBody>
      </p:sp>
      <p:sp>
        <p:nvSpPr>
          <p:cNvPr id="134" name="任意多边形: 形状 44"/>
          <p:cNvSpPr/>
          <p:nvPr userDrawn="1">
            <p:custDataLst>
              <p:tags r:id="rId32"/>
            </p:custDataLst>
          </p:nvPr>
        </p:nvSpPr>
        <p:spPr>
          <a:xfrm>
            <a:off x="10556523" y="5688639"/>
            <a:ext cx="1541365" cy="524266"/>
          </a:xfrm>
          <a:custGeom>
            <a:avLst/>
            <a:gdLst>
              <a:gd name="connsiteX0" fmla="*/ 1763468 w 1763468"/>
              <a:gd name="connsiteY0" fmla="*/ 599675 h 599810"/>
              <a:gd name="connsiteX1" fmla="*/ 1451559 w 1763468"/>
              <a:gd name="connsiteY1" fmla="*/ 411177 h 599810"/>
              <a:gd name="connsiteX2" fmla="*/ 1146687 w 1763468"/>
              <a:gd name="connsiteY2" fmla="*/ 257726 h 599810"/>
              <a:gd name="connsiteX3" fmla="*/ 1045875 w 1763468"/>
              <a:gd name="connsiteY3" fmla="*/ 111041 h 599810"/>
              <a:gd name="connsiteX4" fmla="*/ 809068 w 1763468"/>
              <a:gd name="connsiteY4" fmla="*/ 350 h 599810"/>
              <a:gd name="connsiteX5" fmla="*/ 558188 w 1763468"/>
              <a:gd name="connsiteY5" fmla="*/ 207117 h 599810"/>
              <a:gd name="connsiteX6" fmla="*/ 361165 w 1763468"/>
              <a:gd name="connsiteY6" fmla="*/ 372611 h 599810"/>
              <a:gd name="connsiteX7" fmla="*/ 197023 w 1763468"/>
              <a:gd name="connsiteY7" fmla="*/ 484655 h 599810"/>
              <a:gd name="connsiteX8" fmla="*/ 0 w 1763468"/>
              <a:gd name="connsiteY8" fmla="*/ 599811 h 599810"/>
              <a:gd name="connsiteX9" fmla="*/ 1763468 w 1763468"/>
              <a:gd name="connsiteY9" fmla="*/ 599811 h 5998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763468" h="599810">
                <a:moveTo>
                  <a:pt x="1763468" y="599675"/>
                </a:moveTo>
                <a:cubicBezTo>
                  <a:pt x="1763468" y="599675"/>
                  <a:pt x="1697839" y="461786"/>
                  <a:pt x="1451559" y="411177"/>
                </a:cubicBezTo>
                <a:cubicBezTo>
                  <a:pt x="1205415" y="360433"/>
                  <a:pt x="1165497" y="331068"/>
                  <a:pt x="1146687" y="257726"/>
                </a:cubicBezTo>
                <a:cubicBezTo>
                  <a:pt x="1127878" y="184383"/>
                  <a:pt x="1092695" y="139052"/>
                  <a:pt x="1045875" y="111041"/>
                </a:cubicBezTo>
                <a:cubicBezTo>
                  <a:pt x="999055" y="83030"/>
                  <a:pt x="970909" y="-6280"/>
                  <a:pt x="809068" y="350"/>
                </a:cubicBezTo>
                <a:cubicBezTo>
                  <a:pt x="647228" y="6981"/>
                  <a:pt x="586334" y="141758"/>
                  <a:pt x="558188" y="207117"/>
                </a:cubicBezTo>
                <a:cubicBezTo>
                  <a:pt x="530042" y="272476"/>
                  <a:pt x="478486" y="336481"/>
                  <a:pt x="361165" y="372611"/>
                </a:cubicBezTo>
                <a:cubicBezTo>
                  <a:pt x="243979" y="408606"/>
                  <a:pt x="218133" y="448660"/>
                  <a:pt x="197023" y="484655"/>
                </a:cubicBezTo>
                <a:cubicBezTo>
                  <a:pt x="175914" y="520649"/>
                  <a:pt x="35183" y="546901"/>
                  <a:pt x="0" y="599811"/>
                </a:cubicBezTo>
                <a:lnTo>
                  <a:pt x="1763468" y="599811"/>
                </a:lnTo>
                <a:close/>
              </a:path>
            </a:pathLst>
          </a:custGeom>
          <a:gradFill>
            <a:gsLst>
              <a:gs pos="77000">
                <a:schemeClr val="accent4">
                  <a:lumMod val="60000"/>
                  <a:lumOff val="40000"/>
                </a:schemeClr>
              </a:gs>
              <a:gs pos="541">
                <a:schemeClr val="accent5"/>
              </a:gs>
              <a:gs pos="100000">
                <a:schemeClr val="accent4">
                  <a:alpha val="0"/>
                </a:schemeClr>
              </a:gs>
            </a:gsLst>
            <a:lin ang="4981599" scaled="1"/>
          </a:gradFill>
          <a:ln w="5780" cap="flat">
            <a:gradFill>
              <a:gsLst>
                <a:gs pos="100000">
                  <a:srgbClr val="FFEBC9">
                    <a:alpha val="0"/>
                  </a:srgbClr>
                </a:gs>
                <a:gs pos="0">
                  <a:srgbClr val="FFEBC9"/>
                </a:gs>
              </a:gsLst>
              <a:lin ang="5400000" scaled="1"/>
            </a:gra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endParaRPr lang="zh-CN" altLang="en-US">
              <a:cs typeface="黑体" panose="02010609060101010101" pitchFamily="49" charset="-122"/>
            </a:endParaRPr>
          </a:p>
        </p:txBody>
      </p:sp>
      <p:pic>
        <p:nvPicPr>
          <p:cNvPr id="135" name="图形 14"/>
          <p:cNvPicPr>
            <a:picLocks noChangeAspect="1"/>
          </p:cNvPicPr>
          <p:nvPr userDrawn="1">
            <p:custDataLst>
              <p:tags r:id="rId33"/>
            </p:custDataLst>
          </p:nvPr>
        </p:nvPicPr>
        <p:blipFill>
          <a:blip r:embed="rId34">
            <a:extLst>
              <a:ext uri="{96DAC541-7B7A-43D3-8B79-37D633B846F1}">
                <asvg:svgBlip xmlns:asvg="http://schemas.microsoft.com/office/drawing/2016/SVG/main" r:embed="rId35"/>
              </a:ext>
            </a:extLst>
          </a:blip>
          <a:stretch>
            <a:fillRect/>
          </a:stretch>
        </p:blipFill>
        <p:spPr>
          <a:xfrm>
            <a:off x="10725108" y="5444589"/>
            <a:ext cx="1466892" cy="147995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36"/>
            </p:custDataLst>
          </p:nvPr>
        </p:nvSpPr>
        <p:spPr>
          <a:xfrm>
            <a:off x="1291908" y="3089910"/>
            <a:ext cx="9608185" cy="10160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5400" b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zh-CN" altLang="en-US" dirty="0"/>
              <a:t>单击编辑母版标题</a:t>
            </a:r>
            <a:endParaRPr lang="zh-CN" altLang="en-US" dirty="0"/>
          </a:p>
        </p:txBody>
      </p:sp>
      <p:sp>
        <p:nvSpPr>
          <p:cNvPr id="3" name="文本占位符 6"/>
          <p:cNvSpPr>
            <a:spLocks noGrp="1"/>
          </p:cNvSpPr>
          <p:nvPr>
            <p:ph type="body" idx="13" hasCustomPrompt="1"/>
            <p:custDataLst>
              <p:tags r:id="rId37"/>
            </p:custDataLst>
          </p:nvPr>
        </p:nvSpPr>
        <p:spPr>
          <a:xfrm>
            <a:off x="1315085" y="1314450"/>
            <a:ext cx="9585325" cy="1341120"/>
          </a:xfrm>
        </p:spPr>
        <p:txBody>
          <a:bodyPr wrap="none" anchor="b" anchorCtr="0"/>
          <a:lstStyle>
            <a:lvl1pPr marL="0" indent="0" algn="ctr">
              <a:buNone/>
              <a:defRPr sz="6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zh-CN" altLang="en-US"/>
              <a:t>节编号</a:t>
            </a:r>
            <a:endParaRPr lang="zh-CN" altLang="en-US"/>
          </a:p>
        </p:txBody>
      </p:sp>
      <p:sp>
        <p:nvSpPr>
          <p:cNvPr id="4" name="副标题 9"/>
          <p:cNvSpPr>
            <a:spLocks noGrp="1"/>
          </p:cNvSpPr>
          <p:nvPr>
            <p:ph type="subTitle" idx="1" hasCustomPrompt="1"/>
            <p:custDataLst>
              <p:tags r:id="rId38"/>
            </p:custDataLst>
          </p:nvPr>
        </p:nvSpPr>
        <p:spPr>
          <a:xfrm>
            <a:off x="1292225" y="4204970"/>
            <a:ext cx="9608185" cy="452755"/>
          </a:xfrm>
        </p:spPr>
        <p:txBody>
          <a:bodyPr wrap="square"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2"/>
            </p:custDataLst>
          </p:nvPr>
        </p:nvSpPr>
        <p:spPr>
          <a:xfrm>
            <a:off x="695960" y="1301750"/>
            <a:ext cx="5323840" cy="487585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172200" y="1301750"/>
            <a:ext cx="5323840" cy="487585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8" name="标题 1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"/>
            </p:custDataLst>
          </p:nvPr>
        </p:nvSpPr>
        <p:spPr>
          <a:xfrm>
            <a:off x="695960" y="1301750"/>
            <a:ext cx="5323840" cy="411303"/>
          </a:xfrm>
        </p:spPr>
        <p:txBody>
          <a:bodyPr anchor="ctr" anchorCtr="0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95960" y="1875099"/>
            <a:ext cx="5323840" cy="4300276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  <p:custDataLst>
              <p:tags r:id="rId4"/>
            </p:custDataLst>
          </p:nvPr>
        </p:nvSpPr>
        <p:spPr>
          <a:xfrm>
            <a:off x="6172200" y="1301750"/>
            <a:ext cx="5323840" cy="411303"/>
          </a:xfrm>
        </p:spPr>
        <p:txBody>
          <a:bodyPr anchor="ctr" anchorCtr="0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5"/>
            </p:custDataLst>
          </p:nvPr>
        </p:nvSpPr>
        <p:spPr>
          <a:xfrm>
            <a:off x="6172200" y="1875099"/>
            <a:ext cx="5323840" cy="4300276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10" name="标题 1"/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6" name="标题 1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仅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95960" y="360045"/>
            <a:ext cx="10801985" cy="581787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idx="13" hasCustomPrompt="1"/>
            <p:custDataLst>
              <p:tags r:id="rId5"/>
            </p:custDataLst>
          </p:nvPr>
        </p:nvSpPr>
        <p:spPr>
          <a:xfrm>
            <a:off x="695960" y="1301750"/>
            <a:ext cx="10799088" cy="405553"/>
          </a:xfrm>
        </p:spPr>
        <p:txBody>
          <a:bodyPr/>
          <a:lstStyle>
            <a:lvl5pPr>
              <a:buNone/>
              <a:defRPr/>
            </a:lvl5pPr>
          </a:lstStyle>
          <a:p>
            <a:pPr lvl="0"/>
            <a:r>
              <a:rPr lang="zh-CN" altLang="en-US"/>
              <a:t>单击此处编辑副标题</a:t>
            </a:r>
            <a:endParaRPr lang="zh-CN" altLang="en-US"/>
          </a:p>
        </p:txBody>
      </p:sp>
      <p:sp>
        <p:nvSpPr>
          <p:cNvPr id="7" name="标题 1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2"/>
            </p:custDataLst>
          </p:nvPr>
        </p:nvSpPr>
        <p:spPr>
          <a:xfrm>
            <a:off x="0" y="2660015"/>
            <a:ext cx="12192000" cy="4197985"/>
          </a:xfrm>
          <a:prstGeom prst="rect">
            <a:avLst/>
          </a:prstGeom>
          <a:gradFill>
            <a:gsLst>
              <a:gs pos="0">
                <a:schemeClr val="accent1">
                  <a:lumMod val="20000"/>
                  <a:lumOff val="80000"/>
                  <a:alpha val="0"/>
                </a:schemeClr>
              </a:gs>
              <a:gs pos="100000">
                <a:schemeClr val="accent1">
                  <a:alpha val="69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cs typeface="黑体" panose="02010609060101010101" pitchFamily="49" charset="-122"/>
              <a:sym typeface="+mn-ea"/>
            </a:endParaRPr>
          </a:p>
        </p:txBody>
      </p:sp>
      <p:sp>
        <p:nvSpPr>
          <p:cNvPr id="4" name="任意多边形: 形状 16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976654" cy="2150327"/>
          </a:xfrm>
          <a:custGeom>
            <a:avLst/>
            <a:gdLst>
              <a:gd name="connsiteX0" fmla="*/ 0 w 1452284"/>
              <a:gd name="connsiteY0" fmla="*/ 0 h 3197534"/>
              <a:gd name="connsiteX1" fmla="*/ 190682 w 1452284"/>
              <a:gd name="connsiteY1" fmla="*/ 0 h 3197534"/>
              <a:gd name="connsiteX2" fmla="*/ 217063 w 1452284"/>
              <a:gd name="connsiteY2" fmla="*/ 33192 h 3197534"/>
              <a:gd name="connsiteX3" fmla="*/ 240054 w 1452284"/>
              <a:gd name="connsiteY3" fmla="*/ 75552 h 3197534"/>
              <a:gd name="connsiteX4" fmla="*/ 373222 w 1452284"/>
              <a:gd name="connsiteY4" fmla="*/ 297347 h 3197534"/>
              <a:gd name="connsiteX5" fmla="*/ 550777 w 1452284"/>
              <a:gd name="connsiteY5" fmla="*/ 544342 h 3197534"/>
              <a:gd name="connsiteX6" fmla="*/ 926380 w 1452284"/>
              <a:gd name="connsiteY6" fmla="*/ 849303 h 3197534"/>
              <a:gd name="connsiteX7" fmla="*/ 1039056 w 1452284"/>
              <a:gd name="connsiteY7" fmla="*/ 1324556 h 3197534"/>
              <a:gd name="connsiteX8" fmla="*/ 1315660 w 1452284"/>
              <a:gd name="connsiteY8" fmla="*/ 1665890 h 3197534"/>
              <a:gd name="connsiteX9" fmla="*/ 1397624 w 1452284"/>
              <a:gd name="connsiteY9" fmla="*/ 2197656 h 3197534"/>
              <a:gd name="connsiteX10" fmla="*/ 1452284 w 1452284"/>
              <a:gd name="connsiteY10" fmla="*/ 2699611 h 3197534"/>
              <a:gd name="connsiteX11" fmla="*/ 969666 w 1452284"/>
              <a:gd name="connsiteY11" fmla="*/ 3147560 h 3197534"/>
              <a:gd name="connsiteX12" fmla="*/ 694816 w 1452284"/>
              <a:gd name="connsiteY12" fmla="*/ 3197159 h 3197534"/>
              <a:gd name="connsiteX13" fmla="*/ 188031 w 1452284"/>
              <a:gd name="connsiteY13" fmla="*/ 3133493 h 3197534"/>
              <a:gd name="connsiteX14" fmla="*/ 0 w 1452284"/>
              <a:gd name="connsiteY14" fmla="*/ 3087026 h 3197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452284" h="3197534">
                <a:moveTo>
                  <a:pt x="0" y="0"/>
                </a:moveTo>
                <a:lnTo>
                  <a:pt x="190682" y="0"/>
                </a:lnTo>
                <a:lnTo>
                  <a:pt x="217063" y="33192"/>
                </a:lnTo>
                <a:cubicBezTo>
                  <a:pt x="225973" y="47681"/>
                  <a:pt x="233228" y="62326"/>
                  <a:pt x="240054" y="75552"/>
                </a:cubicBezTo>
                <a:cubicBezTo>
                  <a:pt x="267409" y="128459"/>
                  <a:pt x="332239" y="173849"/>
                  <a:pt x="373222" y="297347"/>
                </a:cubicBezTo>
                <a:cubicBezTo>
                  <a:pt x="414204" y="420844"/>
                  <a:pt x="434695" y="491436"/>
                  <a:pt x="550777" y="544342"/>
                </a:cubicBezTo>
                <a:cubicBezTo>
                  <a:pt x="666860" y="597248"/>
                  <a:pt x="841009" y="647699"/>
                  <a:pt x="926380" y="849303"/>
                </a:cubicBezTo>
                <a:cubicBezTo>
                  <a:pt x="1011751" y="1050907"/>
                  <a:pt x="970769" y="1199956"/>
                  <a:pt x="1039056" y="1324556"/>
                </a:cubicBezTo>
                <a:cubicBezTo>
                  <a:pt x="1107343" y="1449156"/>
                  <a:pt x="1247323" y="1517192"/>
                  <a:pt x="1315660" y="1665890"/>
                </a:cubicBezTo>
                <a:cubicBezTo>
                  <a:pt x="1383947" y="1814588"/>
                  <a:pt x="1424929" y="1993547"/>
                  <a:pt x="1397624" y="2197656"/>
                </a:cubicBezTo>
                <a:cubicBezTo>
                  <a:pt x="1370319" y="2401815"/>
                  <a:pt x="1435200" y="2583980"/>
                  <a:pt x="1452284" y="2699611"/>
                </a:cubicBezTo>
                <a:cubicBezTo>
                  <a:pt x="1387554" y="2821756"/>
                  <a:pt x="1242313" y="3047409"/>
                  <a:pt x="969666" y="3147560"/>
                </a:cubicBezTo>
                <a:cubicBezTo>
                  <a:pt x="848724" y="3191999"/>
                  <a:pt x="746319" y="3195706"/>
                  <a:pt x="694816" y="3197159"/>
                </a:cubicBezTo>
                <a:cubicBezTo>
                  <a:pt x="557428" y="3200992"/>
                  <a:pt x="379631" y="3175193"/>
                  <a:pt x="188031" y="3133493"/>
                </a:cubicBezTo>
                <a:lnTo>
                  <a:pt x="0" y="3087026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25000">
                <a:schemeClr val="accent3"/>
              </a:gs>
              <a:gs pos="57000">
                <a:schemeClr val="accent4"/>
              </a:gs>
              <a:gs pos="81000">
                <a:schemeClr val="accent4">
                  <a:alpha val="0"/>
                </a:schemeClr>
              </a:gs>
            </a:gsLst>
            <a:lin ang="5400000" scaled="1"/>
          </a:gradFill>
          <a:ln w="9525" cap="flat">
            <a:gradFill>
              <a:gsLst>
                <a:gs pos="0">
                  <a:srgbClr val="FFEBC9"/>
                </a:gs>
                <a:gs pos="52000">
                  <a:srgbClr val="FFEBC9">
                    <a:alpha val="0"/>
                  </a:srgbClr>
                </a:gs>
              </a:gsLst>
              <a:lin ang="5400000" scaled="1"/>
            </a:gradFill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zh-CN" altLang="en-US">
              <a:cs typeface="黑体" panose="02010609060101010101" pitchFamily="49" charset="-122"/>
            </a:endParaRPr>
          </a:p>
        </p:txBody>
      </p:sp>
      <p:sp>
        <p:nvSpPr>
          <p:cNvPr id="46" name="椭圆 45"/>
          <p:cNvSpPr/>
          <p:nvPr userDrawn="1">
            <p:custDataLst>
              <p:tags r:id="rId4"/>
            </p:custDataLst>
          </p:nvPr>
        </p:nvSpPr>
        <p:spPr>
          <a:xfrm>
            <a:off x="1833064" y="1517921"/>
            <a:ext cx="832031" cy="832031"/>
          </a:xfrm>
          <a:prstGeom prst="ellipse">
            <a:avLst/>
          </a:prstGeom>
          <a:gradFill>
            <a:gsLst>
              <a:gs pos="0">
                <a:schemeClr val="accent2"/>
              </a:gs>
              <a:gs pos="100000">
                <a:schemeClr val="accent2">
                  <a:alpha val="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黑体" panose="02010609060101010101" pitchFamily="49" charset="-122"/>
            </a:endParaRPr>
          </a:p>
        </p:txBody>
      </p:sp>
      <p:sp>
        <p:nvSpPr>
          <p:cNvPr id="5" name="任意多边形: 形状 36"/>
          <p:cNvSpPr/>
          <p:nvPr userDrawn="1">
            <p:custDataLst>
              <p:tags r:id="rId5"/>
            </p:custDataLst>
          </p:nvPr>
        </p:nvSpPr>
        <p:spPr>
          <a:xfrm>
            <a:off x="930518" y="5164874"/>
            <a:ext cx="1839932" cy="315939"/>
          </a:xfrm>
          <a:custGeom>
            <a:avLst/>
            <a:gdLst>
              <a:gd name="connsiteX0" fmla="*/ 1839932 w 1839932"/>
              <a:gd name="connsiteY0" fmla="*/ 315868 h 315939"/>
              <a:gd name="connsiteX1" fmla="*/ 1514555 w 1839932"/>
              <a:gd name="connsiteY1" fmla="*/ 216580 h 315939"/>
              <a:gd name="connsiteX2" fmla="*/ 1196519 w 1839932"/>
              <a:gd name="connsiteY2" fmla="*/ 135753 h 315939"/>
              <a:gd name="connsiteX3" fmla="*/ 1091315 w 1839932"/>
              <a:gd name="connsiteY3" fmla="*/ 58489 h 315939"/>
              <a:gd name="connsiteX4" fmla="*/ 844199 w 1839932"/>
              <a:gd name="connsiteY4" fmla="*/ 185 h 315939"/>
              <a:gd name="connsiteX5" fmla="*/ 582400 w 1839932"/>
              <a:gd name="connsiteY5" fmla="*/ 109095 h 315939"/>
              <a:gd name="connsiteX6" fmla="*/ 376839 w 1839932"/>
              <a:gd name="connsiteY6" fmla="*/ 196266 h 315939"/>
              <a:gd name="connsiteX7" fmla="*/ 205562 w 1839932"/>
              <a:gd name="connsiteY7" fmla="*/ 255283 h 315939"/>
              <a:gd name="connsiteX8" fmla="*/ 0 w 1839932"/>
              <a:gd name="connsiteY8" fmla="*/ 315940 h 315939"/>
              <a:gd name="connsiteX9" fmla="*/ 1839932 w 1839932"/>
              <a:gd name="connsiteY9" fmla="*/ 315940 h 3159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839932" h="315939">
                <a:moveTo>
                  <a:pt x="1839932" y="315868"/>
                </a:moveTo>
                <a:cubicBezTo>
                  <a:pt x="1839932" y="315868"/>
                  <a:pt x="1771436" y="243238"/>
                  <a:pt x="1514555" y="216580"/>
                </a:cubicBezTo>
                <a:cubicBezTo>
                  <a:pt x="1257674" y="189923"/>
                  <a:pt x="1216049" y="174384"/>
                  <a:pt x="1196519" y="135753"/>
                </a:cubicBezTo>
                <a:cubicBezTo>
                  <a:pt x="1176918" y="97121"/>
                  <a:pt x="1140211" y="73243"/>
                  <a:pt x="1091315" y="58489"/>
                </a:cubicBezTo>
                <a:cubicBezTo>
                  <a:pt x="1042419" y="43735"/>
                  <a:pt x="1013053" y="-3308"/>
                  <a:pt x="844199" y="185"/>
                </a:cubicBezTo>
                <a:cubicBezTo>
                  <a:pt x="675345" y="3677"/>
                  <a:pt x="611767" y="74669"/>
                  <a:pt x="582400" y="109095"/>
                </a:cubicBezTo>
                <a:cubicBezTo>
                  <a:pt x="553035" y="143522"/>
                  <a:pt x="499221" y="177236"/>
                  <a:pt x="376839" y="196266"/>
                </a:cubicBezTo>
                <a:cubicBezTo>
                  <a:pt x="254457" y="215226"/>
                  <a:pt x="227586" y="236324"/>
                  <a:pt x="205562" y="255283"/>
                </a:cubicBezTo>
                <a:cubicBezTo>
                  <a:pt x="183537" y="274243"/>
                  <a:pt x="36707" y="288071"/>
                  <a:pt x="0" y="315940"/>
                </a:cubicBezTo>
                <a:lnTo>
                  <a:pt x="1839932" y="315940"/>
                </a:lnTo>
                <a:close/>
              </a:path>
            </a:pathLst>
          </a:custGeom>
          <a:gradFill>
            <a:gsLst>
              <a:gs pos="71000">
                <a:schemeClr val="accent4"/>
              </a:gs>
              <a:gs pos="541">
                <a:schemeClr val="accent3"/>
              </a:gs>
              <a:gs pos="100000">
                <a:schemeClr val="accent4">
                  <a:alpha val="0"/>
                </a:schemeClr>
              </a:gs>
            </a:gsLst>
            <a:lin ang="5818394" scaled="1"/>
          </a:gradFill>
          <a:ln w="8135" cap="flat">
            <a:gradFill>
              <a:gsLst>
                <a:gs pos="0">
                  <a:srgbClr val="FFEBC9"/>
                </a:gs>
                <a:gs pos="100000">
                  <a:srgbClr val="FFEBC9">
                    <a:alpha val="0"/>
                  </a:srgbClr>
                </a:gs>
              </a:gsLst>
              <a:lin ang="5400000" scaled="1"/>
            </a:gra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 algn="l">
              <a:buClrTx/>
              <a:buSzTx/>
              <a:buFontTx/>
            </a:pPr>
            <a:endParaRPr lang="zh-CN" altLang="en-US">
              <a:cs typeface="黑体" panose="02010609060101010101" pitchFamily="49" charset="-122"/>
              <a:sym typeface="+mn-ea"/>
            </a:endParaRPr>
          </a:p>
        </p:txBody>
      </p:sp>
      <p:sp>
        <p:nvSpPr>
          <p:cNvPr id="13" name="任意多边形: 形状 37"/>
          <p:cNvSpPr/>
          <p:nvPr userDrawn="1">
            <p:custDataLst>
              <p:tags r:id="rId6"/>
            </p:custDataLst>
          </p:nvPr>
        </p:nvSpPr>
        <p:spPr>
          <a:xfrm>
            <a:off x="0" y="5148919"/>
            <a:ext cx="1821756" cy="617901"/>
          </a:xfrm>
          <a:custGeom>
            <a:avLst/>
            <a:gdLst>
              <a:gd name="connsiteX0" fmla="*/ 0 w 1821756"/>
              <a:gd name="connsiteY0" fmla="*/ 617901 h 617901"/>
              <a:gd name="connsiteX1" fmla="*/ 177835 w 1821756"/>
              <a:gd name="connsiteY1" fmla="*/ 482404 h 617901"/>
              <a:gd name="connsiteX2" fmla="*/ 376055 w 1821756"/>
              <a:gd name="connsiteY2" fmla="*/ 414977 h 617901"/>
              <a:gd name="connsiteX3" fmla="*/ 498366 w 1821756"/>
              <a:gd name="connsiteY3" fmla="*/ 303215 h 617901"/>
              <a:gd name="connsiteX4" fmla="*/ 672494 w 1821756"/>
              <a:gd name="connsiteY4" fmla="*/ 181974 h 617901"/>
              <a:gd name="connsiteX5" fmla="*/ 848476 w 1821756"/>
              <a:gd name="connsiteY5" fmla="*/ 134575 h 617901"/>
              <a:gd name="connsiteX6" fmla="*/ 948548 w 1821756"/>
              <a:gd name="connsiteY6" fmla="*/ 54816 h 617901"/>
              <a:gd name="connsiteX7" fmla="*/ 1099227 w 1821756"/>
              <a:gd name="connsiteY7" fmla="*/ 5 h 617901"/>
              <a:gd name="connsiteX8" fmla="*/ 1290675 w 1821756"/>
              <a:gd name="connsiteY8" fmla="*/ 163014 h 617901"/>
              <a:gd name="connsiteX9" fmla="*/ 1369721 w 1821756"/>
              <a:gd name="connsiteY9" fmla="*/ 270499 h 617901"/>
              <a:gd name="connsiteX10" fmla="*/ 1475923 w 1821756"/>
              <a:gd name="connsiteY10" fmla="*/ 429303 h 617901"/>
              <a:gd name="connsiteX11" fmla="*/ 1655041 w 1821756"/>
              <a:gd name="connsiteY11" fmla="*/ 509418 h 617901"/>
              <a:gd name="connsiteX12" fmla="*/ 1734087 w 1821756"/>
              <a:gd name="connsiteY12" fmla="*/ 577559 h 617901"/>
              <a:gd name="connsiteX13" fmla="*/ 1821757 w 1821756"/>
              <a:gd name="connsiteY13" fmla="*/ 617830 h 617901"/>
              <a:gd name="connsiteX14" fmla="*/ 0 w 1821756"/>
              <a:gd name="connsiteY14" fmla="*/ 617830 h 6179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821756" h="617901">
                <a:moveTo>
                  <a:pt x="0" y="617901"/>
                </a:moveTo>
                <a:cubicBezTo>
                  <a:pt x="61155" y="599441"/>
                  <a:pt x="126017" y="535078"/>
                  <a:pt x="177835" y="482404"/>
                </a:cubicBezTo>
                <a:cubicBezTo>
                  <a:pt x="229653" y="429731"/>
                  <a:pt x="314900" y="436003"/>
                  <a:pt x="376055" y="414977"/>
                </a:cubicBezTo>
                <a:cubicBezTo>
                  <a:pt x="437210" y="393879"/>
                  <a:pt x="459449" y="368576"/>
                  <a:pt x="498366" y="303215"/>
                </a:cubicBezTo>
                <a:cubicBezTo>
                  <a:pt x="537283" y="237855"/>
                  <a:pt x="598438" y="191454"/>
                  <a:pt x="672494" y="181974"/>
                </a:cubicBezTo>
                <a:cubicBezTo>
                  <a:pt x="746622" y="172494"/>
                  <a:pt x="802146" y="171425"/>
                  <a:pt x="848476" y="134575"/>
                </a:cubicBezTo>
                <a:cubicBezTo>
                  <a:pt x="894806" y="97654"/>
                  <a:pt x="920109" y="76627"/>
                  <a:pt x="948548" y="54816"/>
                </a:cubicBezTo>
                <a:cubicBezTo>
                  <a:pt x="976916" y="33006"/>
                  <a:pt x="1001649" y="718"/>
                  <a:pt x="1099227" y="5"/>
                </a:cubicBezTo>
                <a:cubicBezTo>
                  <a:pt x="1196804" y="-708"/>
                  <a:pt x="1254823" y="77981"/>
                  <a:pt x="1290675" y="163014"/>
                </a:cubicBezTo>
                <a:cubicBezTo>
                  <a:pt x="1326528" y="248047"/>
                  <a:pt x="1357390" y="223457"/>
                  <a:pt x="1369721" y="270499"/>
                </a:cubicBezTo>
                <a:cubicBezTo>
                  <a:pt x="1382052" y="317542"/>
                  <a:pt x="1357390" y="406139"/>
                  <a:pt x="1475923" y="429303"/>
                </a:cubicBezTo>
                <a:cubicBezTo>
                  <a:pt x="1594527" y="452468"/>
                  <a:pt x="1625390" y="465868"/>
                  <a:pt x="1655041" y="509418"/>
                </a:cubicBezTo>
                <a:cubicBezTo>
                  <a:pt x="1684692" y="552968"/>
                  <a:pt x="1695811" y="567723"/>
                  <a:pt x="1734087" y="577559"/>
                </a:cubicBezTo>
                <a:cubicBezTo>
                  <a:pt x="1772362" y="587395"/>
                  <a:pt x="1809426" y="601864"/>
                  <a:pt x="1821757" y="617830"/>
                </a:cubicBezTo>
                <a:lnTo>
                  <a:pt x="0" y="617830"/>
                </a:lnTo>
                <a:close/>
              </a:path>
            </a:pathLst>
          </a:custGeom>
          <a:gradFill>
            <a:gsLst>
              <a:gs pos="71000">
                <a:schemeClr val="accent4"/>
              </a:gs>
              <a:gs pos="541">
                <a:schemeClr val="accent3"/>
              </a:gs>
              <a:gs pos="100000">
                <a:schemeClr val="accent4">
                  <a:alpha val="0"/>
                </a:schemeClr>
              </a:gs>
            </a:gsLst>
            <a:lin ang="5818394" scaled="1"/>
          </a:gradFill>
          <a:ln w="8135" cap="flat">
            <a:gradFill>
              <a:gsLst>
                <a:gs pos="0">
                  <a:srgbClr val="FFEBC9"/>
                </a:gs>
                <a:gs pos="100000">
                  <a:srgbClr val="FFEBC9">
                    <a:alpha val="0"/>
                  </a:srgbClr>
                </a:gs>
              </a:gsLst>
              <a:lin ang="5400000" scaled="1"/>
            </a:gra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 algn="l">
              <a:buClrTx/>
              <a:buSzTx/>
              <a:buFontTx/>
            </a:pPr>
            <a:endParaRPr lang="zh-CN" altLang="en-US">
              <a:cs typeface="黑体" panose="02010609060101010101" pitchFamily="49" charset="-122"/>
              <a:sym typeface="+mn-ea"/>
            </a:endParaRPr>
          </a:p>
        </p:txBody>
      </p:sp>
      <p:sp>
        <p:nvSpPr>
          <p:cNvPr id="14" name="任意多边形: 形状 38"/>
          <p:cNvSpPr/>
          <p:nvPr userDrawn="1">
            <p:custDataLst>
              <p:tags r:id="rId7"/>
            </p:custDataLst>
          </p:nvPr>
        </p:nvSpPr>
        <p:spPr>
          <a:xfrm>
            <a:off x="462840" y="5444602"/>
            <a:ext cx="928875" cy="315939"/>
          </a:xfrm>
          <a:custGeom>
            <a:avLst/>
            <a:gdLst>
              <a:gd name="connsiteX0" fmla="*/ 0 w 928875"/>
              <a:gd name="connsiteY0" fmla="*/ 315868 h 315939"/>
              <a:gd name="connsiteX1" fmla="*/ 164292 w 928875"/>
              <a:gd name="connsiteY1" fmla="*/ 216580 h 315939"/>
              <a:gd name="connsiteX2" fmla="*/ 324879 w 928875"/>
              <a:gd name="connsiteY2" fmla="*/ 135753 h 315939"/>
              <a:gd name="connsiteX3" fmla="*/ 377979 w 928875"/>
              <a:gd name="connsiteY3" fmla="*/ 58489 h 315939"/>
              <a:gd name="connsiteX4" fmla="*/ 502713 w 928875"/>
              <a:gd name="connsiteY4" fmla="*/ 185 h 315939"/>
              <a:gd name="connsiteX5" fmla="*/ 634860 w 928875"/>
              <a:gd name="connsiteY5" fmla="*/ 109095 h 315939"/>
              <a:gd name="connsiteX6" fmla="*/ 738639 w 928875"/>
              <a:gd name="connsiteY6" fmla="*/ 196266 h 315939"/>
              <a:gd name="connsiteX7" fmla="*/ 825097 w 928875"/>
              <a:gd name="connsiteY7" fmla="*/ 255283 h 315939"/>
              <a:gd name="connsiteX8" fmla="*/ 928876 w 928875"/>
              <a:gd name="connsiteY8" fmla="*/ 315940 h 315939"/>
              <a:gd name="connsiteX9" fmla="*/ 0 w 928875"/>
              <a:gd name="connsiteY9" fmla="*/ 315940 h 3159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28875" h="315939">
                <a:moveTo>
                  <a:pt x="0" y="315868"/>
                </a:moveTo>
                <a:cubicBezTo>
                  <a:pt x="0" y="315868"/>
                  <a:pt x="34569" y="243238"/>
                  <a:pt x="164292" y="216580"/>
                </a:cubicBezTo>
                <a:cubicBezTo>
                  <a:pt x="293944" y="189851"/>
                  <a:pt x="314971" y="174384"/>
                  <a:pt x="324879" y="135753"/>
                </a:cubicBezTo>
                <a:cubicBezTo>
                  <a:pt x="334786" y="97121"/>
                  <a:pt x="353318" y="73243"/>
                  <a:pt x="377979" y="58489"/>
                </a:cubicBezTo>
                <a:cubicBezTo>
                  <a:pt x="402641" y="43735"/>
                  <a:pt x="417467" y="-3308"/>
                  <a:pt x="502713" y="185"/>
                </a:cubicBezTo>
                <a:cubicBezTo>
                  <a:pt x="587960" y="3677"/>
                  <a:pt x="620035" y="74669"/>
                  <a:pt x="634860" y="109095"/>
                </a:cubicBezTo>
                <a:cubicBezTo>
                  <a:pt x="649686" y="143522"/>
                  <a:pt x="676842" y="177236"/>
                  <a:pt x="738639" y="196266"/>
                </a:cubicBezTo>
                <a:cubicBezTo>
                  <a:pt x="800364" y="215226"/>
                  <a:pt x="813978" y="236324"/>
                  <a:pt x="825097" y="255283"/>
                </a:cubicBezTo>
                <a:cubicBezTo>
                  <a:pt x="836216" y="274243"/>
                  <a:pt x="910344" y="288071"/>
                  <a:pt x="928876" y="315940"/>
                </a:cubicBezTo>
                <a:lnTo>
                  <a:pt x="0" y="315940"/>
                </a:lnTo>
                <a:close/>
              </a:path>
            </a:pathLst>
          </a:custGeom>
          <a:gradFill>
            <a:gsLst>
              <a:gs pos="77000">
                <a:schemeClr val="accent4">
                  <a:lumMod val="60000"/>
                  <a:lumOff val="40000"/>
                </a:schemeClr>
              </a:gs>
              <a:gs pos="541">
                <a:schemeClr val="accent5"/>
              </a:gs>
              <a:gs pos="100000">
                <a:schemeClr val="accent4">
                  <a:alpha val="0"/>
                </a:schemeClr>
              </a:gs>
            </a:gsLst>
            <a:lin ang="4981599" scaled="1"/>
          </a:gradFill>
          <a:ln w="5780" cap="flat">
            <a:gradFill>
              <a:gsLst>
                <a:gs pos="100000">
                  <a:srgbClr val="FFEBC9">
                    <a:alpha val="0"/>
                  </a:srgbClr>
                </a:gs>
                <a:gs pos="0">
                  <a:srgbClr val="FFEBC9"/>
                </a:gs>
              </a:gsLst>
              <a:lin ang="5400000" scaled="1"/>
            </a:gra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 algn="l">
              <a:buClrTx/>
              <a:buSzTx/>
              <a:buFontTx/>
            </a:pPr>
            <a:endParaRPr lang="zh-CN" altLang="en-US">
              <a:cs typeface="黑体" panose="02010609060101010101" pitchFamily="49" charset="-122"/>
              <a:sym typeface="+mn-ea"/>
            </a:endParaRPr>
          </a:p>
        </p:txBody>
      </p:sp>
      <p:sp>
        <p:nvSpPr>
          <p:cNvPr id="16" name="任意多边形: 形状 53"/>
          <p:cNvSpPr/>
          <p:nvPr userDrawn="1">
            <p:custDataLst>
              <p:tags r:id="rId8"/>
            </p:custDataLst>
          </p:nvPr>
        </p:nvSpPr>
        <p:spPr>
          <a:xfrm>
            <a:off x="0" y="5627995"/>
            <a:ext cx="1496208" cy="315940"/>
          </a:xfrm>
          <a:custGeom>
            <a:avLst/>
            <a:gdLst>
              <a:gd name="connsiteX0" fmla="*/ 652009 w 1496208"/>
              <a:gd name="connsiteY0" fmla="*/ 185 h 315940"/>
              <a:gd name="connsiteX1" fmla="*/ 913808 w 1496208"/>
              <a:gd name="connsiteY1" fmla="*/ 109095 h 315940"/>
              <a:gd name="connsiteX2" fmla="*/ 1119369 w 1496208"/>
              <a:gd name="connsiteY2" fmla="*/ 196266 h 315940"/>
              <a:gd name="connsiteX3" fmla="*/ 1290647 w 1496208"/>
              <a:gd name="connsiteY3" fmla="*/ 255283 h 315940"/>
              <a:gd name="connsiteX4" fmla="*/ 1496208 w 1496208"/>
              <a:gd name="connsiteY4" fmla="*/ 315940 h 315940"/>
              <a:gd name="connsiteX5" fmla="*/ 0 w 1496208"/>
              <a:gd name="connsiteY5" fmla="*/ 315940 h 315940"/>
              <a:gd name="connsiteX6" fmla="*/ 0 w 1496208"/>
              <a:gd name="connsiteY6" fmla="*/ 214559 h 315940"/>
              <a:gd name="connsiteX7" fmla="*/ 68271 w 1496208"/>
              <a:gd name="connsiteY7" fmla="*/ 207038 h 315940"/>
              <a:gd name="connsiteX8" fmla="*/ 299689 w 1496208"/>
              <a:gd name="connsiteY8" fmla="*/ 135753 h 315940"/>
              <a:gd name="connsiteX9" fmla="*/ 404893 w 1496208"/>
              <a:gd name="connsiteY9" fmla="*/ 58489 h 315940"/>
              <a:gd name="connsiteX10" fmla="*/ 652009 w 1496208"/>
              <a:gd name="connsiteY10" fmla="*/ 185 h 3159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496208" h="315940">
                <a:moveTo>
                  <a:pt x="652009" y="185"/>
                </a:moveTo>
                <a:cubicBezTo>
                  <a:pt x="820863" y="3677"/>
                  <a:pt x="884442" y="74669"/>
                  <a:pt x="913808" y="109095"/>
                </a:cubicBezTo>
                <a:cubicBezTo>
                  <a:pt x="943174" y="143522"/>
                  <a:pt x="996988" y="177236"/>
                  <a:pt x="1119369" y="196266"/>
                </a:cubicBezTo>
                <a:cubicBezTo>
                  <a:pt x="1241751" y="215226"/>
                  <a:pt x="1268622" y="236324"/>
                  <a:pt x="1290647" y="255283"/>
                </a:cubicBezTo>
                <a:cubicBezTo>
                  <a:pt x="1312671" y="274243"/>
                  <a:pt x="1459501" y="288071"/>
                  <a:pt x="1496208" y="315940"/>
                </a:cubicBezTo>
                <a:lnTo>
                  <a:pt x="0" y="315940"/>
                </a:lnTo>
                <a:lnTo>
                  <a:pt x="0" y="214559"/>
                </a:lnTo>
                <a:lnTo>
                  <a:pt x="68271" y="207038"/>
                </a:lnTo>
                <a:cubicBezTo>
                  <a:pt x="248595" y="185678"/>
                  <a:pt x="282600" y="169556"/>
                  <a:pt x="299689" y="135753"/>
                </a:cubicBezTo>
                <a:cubicBezTo>
                  <a:pt x="319290" y="97121"/>
                  <a:pt x="355998" y="73243"/>
                  <a:pt x="404893" y="58489"/>
                </a:cubicBezTo>
                <a:cubicBezTo>
                  <a:pt x="453789" y="43735"/>
                  <a:pt x="483155" y="-3308"/>
                  <a:pt x="652009" y="185"/>
                </a:cubicBezTo>
                <a:close/>
              </a:path>
            </a:pathLst>
          </a:custGeom>
          <a:gradFill>
            <a:gsLst>
              <a:gs pos="71000">
                <a:schemeClr val="accent4"/>
              </a:gs>
              <a:gs pos="541">
                <a:schemeClr val="accent3"/>
              </a:gs>
              <a:gs pos="100000">
                <a:schemeClr val="accent4">
                  <a:alpha val="0"/>
                </a:schemeClr>
              </a:gs>
            </a:gsLst>
            <a:lin ang="5818394" scaled="1"/>
          </a:gradFill>
          <a:ln w="8135" cap="flat">
            <a:gradFill>
              <a:gsLst>
                <a:gs pos="0">
                  <a:srgbClr val="FFEBC9"/>
                </a:gs>
                <a:gs pos="100000">
                  <a:srgbClr val="FFEBC9">
                    <a:alpha val="0"/>
                  </a:srgbClr>
                </a:gs>
              </a:gsLst>
              <a:lin ang="5400000" scaled="1"/>
            </a:gra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 algn="l">
              <a:buClrTx/>
              <a:buSzTx/>
              <a:buFontTx/>
            </a:pPr>
            <a:endParaRPr lang="zh-CN" altLang="en-US">
              <a:cs typeface="黑体" panose="02010609060101010101" pitchFamily="49" charset="-122"/>
              <a:sym typeface="+mn-ea"/>
            </a:endParaRPr>
          </a:p>
        </p:txBody>
      </p:sp>
      <p:sp>
        <p:nvSpPr>
          <p:cNvPr id="23" name="任意多边形: 形状 42"/>
          <p:cNvSpPr/>
          <p:nvPr userDrawn="1">
            <p:custDataLst>
              <p:tags r:id="rId9"/>
            </p:custDataLst>
          </p:nvPr>
        </p:nvSpPr>
        <p:spPr>
          <a:xfrm>
            <a:off x="8429931" y="5287803"/>
            <a:ext cx="3053162" cy="524266"/>
          </a:xfrm>
          <a:custGeom>
            <a:avLst/>
            <a:gdLst>
              <a:gd name="connsiteX0" fmla="*/ 0 w 3493107"/>
              <a:gd name="connsiteY0" fmla="*/ 599675 h 599810"/>
              <a:gd name="connsiteX1" fmla="*/ 617728 w 3493107"/>
              <a:gd name="connsiteY1" fmla="*/ 411177 h 599810"/>
              <a:gd name="connsiteX2" fmla="*/ 1221518 w 3493107"/>
              <a:gd name="connsiteY2" fmla="*/ 257726 h 599810"/>
              <a:gd name="connsiteX3" fmla="*/ 1421248 w 3493107"/>
              <a:gd name="connsiteY3" fmla="*/ 111041 h 599810"/>
              <a:gd name="connsiteX4" fmla="*/ 1890397 w 3493107"/>
              <a:gd name="connsiteY4" fmla="*/ 350 h 599810"/>
              <a:gd name="connsiteX5" fmla="*/ 2387421 w 3493107"/>
              <a:gd name="connsiteY5" fmla="*/ 207117 h 599810"/>
              <a:gd name="connsiteX6" fmla="*/ 2777679 w 3493107"/>
              <a:gd name="connsiteY6" fmla="*/ 372611 h 599810"/>
              <a:gd name="connsiteX7" fmla="*/ 3102849 w 3493107"/>
              <a:gd name="connsiteY7" fmla="*/ 484655 h 599810"/>
              <a:gd name="connsiteX8" fmla="*/ 3493107 w 3493107"/>
              <a:gd name="connsiteY8" fmla="*/ 599811 h 599810"/>
              <a:gd name="connsiteX9" fmla="*/ 0 w 3493107"/>
              <a:gd name="connsiteY9" fmla="*/ 599811 h 5998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493107" h="599810">
                <a:moveTo>
                  <a:pt x="0" y="599675"/>
                </a:moveTo>
                <a:cubicBezTo>
                  <a:pt x="0" y="599675"/>
                  <a:pt x="130041" y="461786"/>
                  <a:pt x="617728" y="411177"/>
                </a:cubicBezTo>
                <a:cubicBezTo>
                  <a:pt x="1105415" y="360433"/>
                  <a:pt x="1184441" y="331068"/>
                  <a:pt x="1221518" y="257726"/>
                </a:cubicBezTo>
                <a:cubicBezTo>
                  <a:pt x="1258731" y="184383"/>
                  <a:pt x="1328420" y="139052"/>
                  <a:pt x="1421248" y="111041"/>
                </a:cubicBezTo>
                <a:cubicBezTo>
                  <a:pt x="1514077" y="83030"/>
                  <a:pt x="1569828" y="-6280"/>
                  <a:pt x="1890397" y="350"/>
                </a:cubicBezTo>
                <a:cubicBezTo>
                  <a:pt x="2210966" y="6981"/>
                  <a:pt x="2331670" y="141758"/>
                  <a:pt x="2387421" y="207117"/>
                </a:cubicBezTo>
                <a:cubicBezTo>
                  <a:pt x="2443172" y="272476"/>
                  <a:pt x="2545338" y="336481"/>
                  <a:pt x="2777679" y="372611"/>
                </a:cubicBezTo>
                <a:cubicBezTo>
                  <a:pt x="3010021" y="408606"/>
                  <a:pt x="3061036" y="448660"/>
                  <a:pt x="3102849" y="484655"/>
                </a:cubicBezTo>
                <a:cubicBezTo>
                  <a:pt x="3144662" y="520649"/>
                  <a:pt x="3423418" y="546901"/>
                  <a:pt x="3493107" y="599811"/>
                </a:cubicBezTo>
                <a:lnTo>
                  <a:pt x="0" y="599811"/>
                </a:lnTo>
                <a:close/>
              </a:path>
            </a:pathLst>
          </a:custGeom>
          <a:gradFill>
            <a:gsLst>
              <a:gs pos="74000">
                <a:schemeClr val="accent1"/>
              </a:gs>
              <a:gs pos="541">
                <a:schemeClr val="accent1">
                  <a:lumMod val="75000"/>
                </a:schemeClr>
              </a:gs>
              <a:gs pos="100000">
                <a:schemeClr val="accent1">
                  <a:alpha val="0"/>
                </a:schemeClr>
              </a:gs>
            </a:gsLst>
            <a:lin ang="4981599" scaled="1"/>
          </a:gradFill>
          <a:ln w="5780" cap="flat">
            <a:gradFill>
              <a:gsLst>
                <a:gs pos="100000">
                  <a:srgbClr val="FFEBC9">
                    <a:alpha val="0"/>
                  </a:srgbClr>
                </a:gs>
                <a:gs pos="0">
                  <a:srgbClr val="FFEBC9"/>
                </a:gs>
              </a:gsLst>
              <a:lin ang="5400000" scaled="1"/>
            </a:gra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endParaRPr lang="zh-CN" altLang="en-US">
              <a:cs typeface="黑体" panose="02010609060101010101" pitchFamily="49" charset="-122"/>
            </a:endParaRPr>
          </a:p>
        </p:txBody>
      </p:sp>
      <p:pic>
        <p:nvPicPr>
          <p:cNvPr id="26" name="图形 77"/>
          <p:cNvPicPr>
            <a:picLocks noChangeAspect="1"/>
          </p:cNvPicPr>
          <p:nvPr userDrawn="1">
            <p:custDataLst>
              <p:tags r:id="rId10"/>
            </p:custDataLst>
          </p:nvPr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rcRect r="4296"/>
          <a:stretch>
            <a:fillRect/>
          </a:stretch>
        </p:blipFill>
        <p:spPr>
          <a:xfrm>
            <a:off x="9461500" y="0"/>
            <a:ext cx="2730500" cy="1840285"/>
          </a:xfrm>
          <a:custGeom>
            <a:avLst/>
            <a:gdLst>
              <a:gd name="connsiteX0" fmla="*/ 0 w 2730500"/>
              <a:gd name="connsiteY0" fmla="*/ 0 h 1840285"/>
              <a:gd name="connsiteX1" fmla="*/ 2730500 w 2730500"/>
              <a:gd name="connsiteY1" fmla="*/ 0 h 1840285"/>
              <a:gd name="connsiteX2" fmla="*/ 2730500 w 2730500"/>
              <a:gd name="connsiteY2" fmla="*/ 1840285 h 1840285"/>
              <a:gd name="connsiteX3" fmla="*/ 0 w 2730500"/>
              <a:gd name="connsiteY3" fmla="*/ 1840285 h 18402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30500" h="1840285">
                <a:moveTo>
                  <a:pt x="0" y="0"/>
                </a:moveTo>
                <a:lnTo>
                  <a:pt x="2730500" y="0"/>
                </a:lnTo>
                <a:lnTo>
                  <a:pt x="2730500" y="1840285"/>
                </a:lnTo>
                <a:lnTo>
                  <a:pt x="0" y="1840285"/>
                </a:lnTo>
                <a:close/>
              </a:path>
            </a:pathLst>
          </a:custGeom>
        </p:spPr>
      </p:pic>
      <p:sp>
        <p:nvSpPr>
          <p:cNvPr id="31" name="任意多边形: 形状 23"/>
          <p:cNvSpPr/>
          <p:nvPr userDrawn="1">
            <p:custDataLst>
              <p:tags r:id="rId13"/>
            </p:custDataLst>
          </p:nvPr>
        </p:nvSpPr>
        <p:spPr>
          <a:xfrm flipH="1">
            <a:off x="0" y="3152140"/>
            <a:ext cx="1232535" cy="658495"/>
          </a:xfrm>
          <a:custGeom>
            <a:avLst/>
            <a:gdLst>
              <a:gd name="connsiteX0" fmla="*/ 1325854 w 1325854"/>
              <a:gd name="connsiteY0" fmla="*/ 236025 h 708621"/>
              <a:gd name="connsiteX1" fmla="*/ 1279582 w 1325854"/>
              <a:gd name="connsiteY1" fmla="*/ 232124 h 708621"/>
              <a:gd name="connsiteX2" fmla="*/ 1026817 w 1325854"/>
              <a:gd name="connsiteY2" fmla="*/ 171275 h 708621"/>
              <a:gd name="connsiteX3" fmla="*/ 798099 w 1325854"/>
              <a:gd name="connsiteY3" fmla="*/ 34922 h 708621"/>
              <a:gd name="connsiteX4" fmla="*/ 466135 w 1325854"/>
              <a:gd name="connsiteY4" fmla="*/ 202020 h 708621"/>
              <a:gd name="connsiteX5" fmla="*/ 0 w 1325854"/>
              <a:gd name="connsiteY5" fmla="*/ 349127 h 708621"/>
              <a:gd name="connsiteX6" fmla="*/ 770049 w 1325854"/>
              <a:gd name="connsiteY6" fmla="*/ 708269 h 708621"/>
              <a:gd name="connsiteX7" fmla="*/ 1325854 w 1325854"/>
              <a:gd name="connsiteY7" fmla="*/ 524951 h 708621"/>
              <a:gd name="connsiteX8" fmla="*/ 1325854 w 1325854"/>
              <a:gd name="connsiteY8" fmla="*/ 236025 h 7086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325854" h="708621">
                <a:moveTo>
                  <a:pt x="1325854" y="236025"/>
                </a:moveTo>
                <a:cubicBezTo>
                  <a:pt x="1310379" y="235101"/>
                  <a:pt x="1294929" y="233793"/>
                  <a:pt x="1279582" y="232124"/>
                </a:cubicBezTo>
                <a:cubicBezTo>
                  <a:pt x="1193556" y="222731"/>
                  <a:pt x="1108300" y="202251"/>
                  <a:pt x="1026817" y="171275"/>
                </a:cubicBezTo>
                <a:cubicBezTo>
                  <a:pt x="940791" y="138553"/>
                  <a:pt x="872474" y="89946"/>
                  <a:pt x="798099" y="34922"/>
                </a:cubicBezTo>
                <a:cubicBezTo>
                  <a:pt x="652045" y="-73149"/>
                  <a:pt x="562632" y="94334"/>
                  <a:pt x="466135" y="202020"/>
                </a:cubicBezTo>
                <a:cubicBezTo>
                  <a:pt x="404978" y="270287"/>
                  <a:pt x="280225" y="341171"/>
                  <a:pt x="0" y="349127"/>
                </a:cubicBezTo>
                <a:cubicBezTo>
                  <a:pt x="186680" y="597939"/>
                  <a:pt x="471653" y="715968"/>
                  <a:pt x="770049" y="708269"/>
                </a:cubicBezTo>
                <a:cubicBezTo>
                  <a:pt x="1022428" y="701750"/>
                  <a:pt x="1214139" y="601455"/>
                  <a:pt x="1325854" y="524951"/>
                </a:cubicBezTo>
                <a:lnTo>
                  <a:pt x="1325854" y="236025"/>
                </a:lnTo>
                <a:close/>
              </a:path>
            </a:pathLst>
          </a:custGeom>
          <a:gradFill>
            <a:gsLst>
              <a:gs pos="541">
                <a:schemeClr val="accent1">
                  <a:lumMod val="20000"/>
                  <a:lumOff val="80000"/>
                  <a:alpha val="0"/>
                </a:schemeClr>
              </a:gs>
              <a:gs pos="100000">
                <a:schemeClr val="accent1">
                  <a:alpha val="25000"/>
                </a:schemeClr>
              </a:gs>
            </a:gsLst>
            <a:lin ang="16200000" scaled="1"/>
          </a:gradFill>
          <a:ln w="392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lvl="0" algn="l">
              <a:buClrTx/>
              <a:buSzTx/>
              <a:buFontTx/>
            </a:pPr>
            <a:endParaRPr lang="zh-CN" altLang="en-US">
              <a:cs typeface="黑体" panose="02010609060101010101" pitchFamily="49" charset="-122"/>
              <a:sym typeface="+mn-ea"/>
            </a:endParaRPr>
          </a:p>
        </p:txBody>
      </p:sp>
      <p:sp>
        <p:nvSpPr>
          <p:cNvPr id="36" name="任意多边形: 形状 24"/>
          <p:cNvSpPr/>
          <p:nvPr userDrawn="1">
            <p:custDataLst>
              <p:tags r:id="rId14"/>
            </p:custDataLst>
          </p:nvPr>
        </p:nvSpPr>
        <p:spPr>
          <a:xfrm flipH="1">
            <a:off x="930275" y="3225800"/>
            <a:ext cx="1264920" cy="543560"/>
          </a:xfrm>
          <a:custGeom>
            <a:avLst/>
            <a:gdLst>
              <a:gd name="connsiteX0" fmla="*/ 0 w 1118206"/>
              <a:gd name="connsiteY0" fmla="*/ 406725 h 480683"/>
              <a:gd name="connsiteX1" fmla="*/ 194379 w 1118206"/>
              <a:gd name="connsiteY1" fmla="*/ 472117 h 480683"/>
              <a:gd name="connsiteX2" fmla="*/ 669959 w 1118206"/>
              <a:gd name="connsiteY2" fmla="*/ 424074 h 480683"/>
              <a:gd name="connsiteX3" fmla="*/ 1079839 w 1118206"/>
              <a:gd name="connsiteY3" fmla="*/ 424074 h 480683"/>
              <a:gd name="connsiteX4" fmla="*/ 1118207 w 1118206"/>
              <a:gd name="connsiteY4" fmla="*/ 333865 h 480683"/>
              <a:gd name="connsiteX5" fmla="*/ 871370 w 1118206"/>
              <a:gd name="connsiteY5" fmla="*/ 198744 h 480683"/>
              <a:gd name="connsiteX6" fmla="*/ 528807 w 1118206"/>
              <a:gd name="connsiteY6" fmla="*/ 12192 h 480683"/>
              <a:gd name="connsiteX7" fmla="*/ 237443 w 1118206"/>
              <a:gd name="connsiteY7" fmla="*/ 301246 h 480683"/>
              <a:gd name="connsiteX8" fmla="*/ 0 w 1118206"/>
              <a:gd name="connsiteY8" fmla="*/ 406725 h 4806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18206" h="480683">
                <a:moveTo>
                  <a:pt x="0" y="406725"/>
                </a:moveTo>
                <a:cubicBezTo>
                  <a:pt x="41627" y="427898"/>
                  <a:pt x="108507" y="457001"/>
                  <a:pt x="194379" y="472117"/>
                </a:cubicBezTo>
                <a:cubicBezTo>
                  <a:pt x="392223" y="506943"/>
                  <a:pt x="445938" y="424356"/>
                  <a:pt x="669959" y="424074"/>
                </a:cubicBezTo>
                <a:cubicBezTo>
                  <a:pt x="886794" y="423791"/>
                  <a:pt x="1036544" y="525883"/>
                  <a:pt x="1079839" y="424074"/>
                </a:cubicBezTo>
                <a:cubicBezTo>
                  <a:pt x="1092645" y="393995"/>
                  <a:pt x="1105426" y="363892"/>
                  <a:pt x="1118207" y="333865"/>
                </a:cubicBezTo>
                <a:cubicBezTo>
                  <a:pt x="1100267" y="373464"/>
                  <a:pt x="890567" y="212756"/>
                  <a:pt x="871370" y="198744"/>
                </a:cubicBezTo>
                <a:cubicBezTo>
                  <a:pt x="791298" y="140384"/>
                  <a:pt x="642114" y="-49556"/>
                  <a:pt x="528807" y="12192"/>
                </a:cubicBezTo>
                <a:cubicBezTo>
                  <a:pt x="411266" y="76275"/>
                  <a:pt x="332606" y="209035"/>
                  <a:pt x="237443" y="301246"/>
                </a:cubicBezTo>
                <a:cubicBezTo>
                  <a:pt x="172436" y="364251"/>
                  <a:pt x="88259" y="415322"/>
                  <a:pt x="0" y="406725"/>
                </a:cubicBezTo>
                <a:close/>
              </a:path>
            </a:pathLst>
          </a:custGeom>
          <a:gradFill>
            <a:gsLst>
              <a:gs pos="541">
                <a:schemeClr val="accent1">
                  <a:lumMod val="20000"/>
                  <a:lumOff val="80000"/>
                  <a:alpha val="0"/>
                </a:schemeClr>
              </a:gs>
              <a:gs pos="100000">
                <a:schemeClr val="accent1">
                  <a:alpha val="25000"/>
                </a:schemeClr>
              </a:gs>
            </a:gsLst>
            <a:lin ang="16200000" scaled="1"/>
          </a:gradFill>
          <a:ln w="392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lvl="0" algn="l">
              <a:buClrTx/>
              <a:buSzTx/>
              <a:buFontTx/>
            </a:pPr>
            <a:endParaRPr lang="zh-CN" altLang="en-US">
              <a:cs typeface="黑体" panose="02010609060101010101" pitchFamily="49" charset="-122"/>
              <a:sym typeface="+mn-ea"/>
            </a:endParaRPr>
          </a:p>
        </p:txBody>
      </p:sp>
      <p:sp>
        <p:nvSpPr>
          <p:cNvPr id="40" name="任意多边形: 形状 34"/>
          <p:cNvSpPr/>
          <p:nvPr userDrawn="1">
            <p:custDataLst>
              <p:tags r:id="rId15"/>
            </p:custDataLst>
          </p:nvPr>
        </p:nvSpPr>
        <p:spPr>
          <a:xfrm flipH="1">
            <a:off x="0" y="3555365"/>
            <a:ext cx="2792730" cy="474980"/>
          </a:xfrm>
          <a:custGeom>
            <a:avLst/>
            <a:gdLst>
              <a:gd name="connsiteX0" fmla="*/ 2413302 w 2792988"/>
              <a:gd name="connsiteY0" fmla="*/ 7 h 475134"/>
              <a:gd name="connsiteX1" fmla="*/ 2381912 w 2792988"/>
              <a:gd name="connsiteY1" fmla="*/ 4231 h 475134"/>
              <a:gd name="connsiteX2" fmla="*/ 2204521 w 2792988"/>
              <a:gd name="connsiteY2" fmla="*/ 121019 h 475134"/>
              <a:gd name="connsiteX3" fmla="*/ 2014933 w 2792988"/>
              <a:gd name="connsiteY3" fmla="*/ 150464 h 475134"/>
              <a:gd name="connsiteX4" fmla="*/ 1668223 w 2792988"/>
              <a:gd name="connsiteY4" fmla="*/ 63061 h 475134"/>
              <a:gd name="connsiteX5" fmla="*/ 1664884 w 2792988"/>
              <a:gd name="connsiteY5" fmla="*/ 64657 h 475134"/>
              <a:gd name="connsiteX6" fmla="*/ 1639796 w 2792988"/>
              <a:gd name="connsiteY6" fmla="*/ 88730 h 475134"/>
              <a:gd name="connsiteX7" fmla="*/ 1497249 w 2792988"/>
              <a:gd name="connsiteY7" fmla="*/ 184003 h 475134"/>
              <a:gd name="connsiteX8" fmla="*/ 1279031 w 2792988"/>
              <a:gd name="connsiteY8" fmla="*/ 86843 h 475134"/>
              <a:gd name="connsiteX9" fmla="*/ 1130270 w 2792988"/>
              <a:gd name="connsiteY9" fmla="*/ 187284 h 475134"/>
              <a:gd name="connsiteX10" fmla="*/ 824214 w 2792988"/>
              <a:gd name="connsiteY10" fmla="*/ 255087 h 475134"/>
              <a:gd name="connsiteX11" fmla="*/ 653384 w 2792988"/>
              <a:gd name="connsiteY11" fmla="*/ 115734 h 475134"/>
              <a:gd name="connsiteX12" fmla="*/ 147780 w 2792988"/>
              <a:gd name="connsiteY12" fmla="*/ 234180 h 475134"/>
              <a:gd name="connsiteX13" fmla="*/ 1169 w 2792988"/>
              <a:gd name="connsiteY13" fmla="*/ 436107 h 475134"/>
              <a:gd name="connsiteX14" fmla="*/ 20421 w 2792988"/>
              <a:gd name="connsiteY14" fmla="*/ 465406 h 475134"/>
              <a:gd name="connsiteX15" fmla="*/ 64587 w 2792988"/>
              <a:gd name="connsiteY15" fmla="*/ 475134 h 475134"/>
              <a:gd name="connsiteX16" fmla="*/ 2792988 w 2792988"/>
              <a:gd name="connsiteY16" fmla="*/ 475026 h 475134"/>
              <a:gd name="connsiteX17" fmla="*/ 2792988 w 2792988"/>
              <a:gd name="connsiteY17" fmla="*/ 51582 h 475134"/>
              <a:gd name="connsiteX18" fmla="*/ 2788233 w 2792988"/>
              <a:gd name="connsiteY18" fmla="*/ 53253 h 475134"/>
              <a:gd name="connsiteX19" fmla="*/ 2628354 w 2792988"/>
              <a:gd name="connsiteY19" fmla="*/ 73920 h 475134"/>
              <a:gd name="connsiteX20" fmla="*/ 2413302 w 2792988"/>
              <a:gd name="connsiteY20" fmla="*/ 7 h 4751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2792988" h="475134">
                <a:moveTo>
                  <a:pt x="2413302" y="7"/>
                </a:moveTo>
                <a:cubicBezTo>
                  <a:pt x="2403583" y="115"/>
                  <a:pt x="2393222" y="1425"/>
                  <a:pt x="2381912" y="4231"/>
                </a:cubicBezTo>
                <a:cubicBezTo>
                  <a:pt x="2307807" y="22611"/>
                  <a:pt x="2302930" y="77957"/>
                  <a:pt x="2204521" y="121019"/>
                </a:cubicBezTo>
                <a:cubicBezTo>
                  <a:pt x="2187446" y="128482"/>
                  <a:pt x="2106112" y="180518"/>
                  <a:pt x="2014933" y="150464"/>
                </a:cubicBezTo>
                <a:cubicBezTo>
                  <a:pt x="1904387" y="114021"/>
                  <a:pt x="1789863" y="6350"/>
                  <a:pt x="1668223" y="63061"/>
                </a:cubicBezTo>
                <a:cubicBezTo>
                  <a:pt x="1667120" y="63583"/>
                  <a:pt x="1666016" y="64106"/>
                  <a:pt x="1664884" y="64657"/>
                </a:cubicBezTo>
                <a:cubicBezTo>
                  <a:pt x="1655883" y="72294"/>
                  <a:pt x="1647461" y="80454"/>
                  <a:pt x="1639796" y="88730"/>
                </a:cubicBezTo>
                <a:cubicBezTo>
                  <a:pt x="1599520" y="132199"/>
                  <a:pt x="1555877" y="184786"/>
                  <a:pt x="1497249" y="184003"/>
                </a:cubicBezTo>
                <a:cubicBezTo>
                  <a:pt x="1416176" y="182928"/>
                  <a:pt x="1359698" y="78393"/>
                  <a:pt x="1279031" y="86843"/>
                </a:cubicBezTo>
                <a:cubicBezTo>
                  <a:pt x="1223395" y="92679"/>
                  <a:pt x="1220317" y="131502"/>
                  <a:pt x="1130270" y="187284"/>
                </a:cubicBezTo>
                <a:cubicBezTo>
                  <a:pt x="1106199" y="202209"/>
                  <a:pt x="956393" y="295013"/>
                  <a:pt x="824214" y="255087"/>
                </a:cubicBezTo>
                <a:cubicBezTo>
                  <a:pt x="732687" y="227443"/>
                  <a:pt x="725572" y="159117"/>
                  <a:pt x="653384" y="115734"/>
                </a:cubicBezTo>
                <a:cubicBezTo>
                  <a:pt x="573589" y="67736"/>
                  <a:pt x="429562" y="59460"/>
                  <a:pt x="147780" y="234180"/>
                </a:cubicBezTo>
                <a:cubicBezTo>
                  <a:pt x="51607" y="322309"/>
                  <a:pt x="-9315" y="402976"/>
                  <a:pt x="1169" y="436107"/>
                </a:cubicBezTo>
                <a:cubicBezTo>
                  <a:pt x="7325" y="455534"/>
                  <a:pt x="20421" y="465406"/>
                  <a:pt x="20421" y="465406"/>
                </a:cubicBezTo>
                <a:cubicBezTo>
                  <a:pt x="32733" y="474756"/>
                  <a:pt x="49256" y="475134"/>
                  <a:pt x="64587" y="475134"/>
                </a:cubicBezTo>
                <a:lnTo>
                  <a:pt x="2792988" y="475026"/>
                </a:lnTo>
                <a:lnTo>
                  <a:pt x="2792988" y="51582"/>
                </a:lnTo>
                <a:lnTo>
                  <a:pt x="2788233" y="53253"/>
                </a:lnTo>
                <a:cubicBezTo>
                  <a:pt x="2743831" y="70008"/>
                  <a:pt x="2698307" y="84360"/>
                  <a:pt x="2628354" y="73920"/>
                </a:cubicBezTo>
                <a:cubicBezTo>
                  <a:pt x="2517906" y="57431"/>
                  <a:pt x="2481335" y="-745"/>
                  <a:pt x="2413302" y="7"/>
                </a:cubicBezTo>
                <a:close/>
              </a:path>
            </a:pathLst>
          </a:custGeom>
          <a:gradFill>
            <a:gsLst>
              <a:gs pos="541">
                <a:schemeClr val="accent1">
                  <a:lumMod val="20000"/>
                  <a:lumOff val="80000"/>
                  <a:alpha val="0"/>
                </a:schemeClr>
              </a:gs>
              <a:gs pos="100000">
                <a:schemeClr val="accent1">
                  <a:alpha val="25000"/>
                </a:schemeClr>
              </a:gs>
            </a:gsLst>
            <a:lin ang="16200000" scaled="1"/>
          </a:gradFill>
          <a:ln w="392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zh-CN" altLang="en-US">
              <a:cs typeface="黑体" panose="02010609060101010101" pitchFamily="49" charset="-122"/>
            </a:endParaRPr>
          </a:p>
        </p:txBody>
      </p:sp>
      <p:sp>
        <p:nvSpPr>
          <p:cNvPr id="41" name="任意多边形: 形状 76"/>
          <p:cNvSpPr/>
          <p:nvPr userDrawn="1">
            <p:custDataLst>
              <p:tags r:id="rId16"/>
            </p:custDataLst>
          </p:nvPr>
        </p:nvSpPr>
        <p:spPr>
          <a:xfrm>
            <a:off x="11041380" y="2964815"/>
            <a:ext cx="1150620" cy="1009650"/>
          </a:xfrm>
          <a:custGeom>
            <a:avLst/>
            <a:gdLst>
              <a:gd name="connsiteX0" fmla="*/ 994468 w 1150463"/>
              <a:gd name="connsiteY0" fmla="*/ 421 h 1009338"/>
              <a:gd name="connsiteX1" fmla="*/ 1136785 w 1150463"/>
              <a:gd name="connsiteY1" fmla="*/ 49742 h 1009338"/>
              <a:gd name="connsiteX2" fmla="*/ 1150463 w 1150463"/>
              <a:gd name="connsiteY2" fmla="*/ 59260 h 1009338"/>
              <a:gd name="connsiteX3" fmla="*/ 1150463 w 1150463"/>
              <a:gd name="connsiteY3" fmla="*/ 1004971 h 1009338"/>
              <a:gd name="connsiteX4" fmla="*/ 1096832 w 1150463"/>
              <a:gd name="connsiteY4" fmla="*/ 1008835 h 1009338"/>
              <a:gd name="connsiteX5" fmla="*/ 0 w 1150463"/>
              <a:gd name="connsiteY5" fmla="*/ 497285 h 1009338"/>
              <a:gd name="connsiteX6" fmla="*/ 663947 w 1150463"/>
              <a:gd name="connsiteY6" fmla="*/ 287751 h 1009338"/>
              <a:gd name="connsiteX7" fmla="*/ 994468 w 1150463"/>
              <a:gd name="connsiteY7" fmla="*/ 421 h 10093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150463" h="1009338">
                <a:moveTo>
                  <a:pt x="994468" y="421"/>
                </a:moveTo>
                <a:cubicBezTo>
                  <a:pt x="1037810" y="-2694"/>
                  <a:pt x="1084777" y="11259"/>
                  <a:pt x="1136785" y="49742"/>
                </a:cubicBezTo>
                <a:lnTo>
                  <a:pt x="1150463" y="59260"/>
                </a:lnTo>
                <a:lnTo>
                  <a:pt x="1150463" y="1004971"/>
                </a:lnTo>
                <a:lnTo>
                  <a:pt x="1096832" y="1008835"/>
                </a:lnTo>
                <a:cubicBezTo>
                  <a:pt x="671807" y="1019801"/>
                  <a:pt x="265901" y="851684"/>
                  <a:pt x="0" y="497285"/>
                </a:cubicBezTo>
                <a:cubicBezTo>
                  <a:pt x="399143" y="485953"/>
                  <a:pt x="576837" y="384988"/>
                  <a:pt x="663947" y="287751"/>
                </a:cubicBezTo>
                <a:cubicBezTo>
                  <a:pt x="767032" y="172713"/>
                  <a:pt x="864442" y="9765"/>
                  <a:pt x="994468" y="421"/>
                </a:cubicBezTo>
                <a:close/>
              </a:path>
            </a:pathLst>
          </a:custGeom>
          <a:gradFill>
            <a:gsLst>
              <a:gs pos="541">
                <a:schemeClr val="accent1">
                  <a:lumMod val="20000"/>
                  <a:lumOff val="80000"/>
                  <a:alpha val="0"/>
                </a:schemeClr>
              </a:gs>
              <a:gs pos="100000">
                <a:schemeClr val="accent1">
                  <a:alpha val="20000"/>
                </a:schemeClr>
              </a:gs>
            </a:gsLst>
            <a:lin ang="16200000" scaled="1"/>
          </a:gradFill>
          <a:ln w="392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lvl="0" algn="l">
              <a:buClrTx/>
              <a:buSzTx/>
              <a:buFontTx/>
            </a:pPr>
            <a:endParaRPr lang="zh-CN" altLang="en-US">
              <a:cs typeface="黑体" panose="02010609060101010101" pitchFamily="49" charset="-122"/>
              <a:sym typeface="+mn-ea"/>
            </a:endParaRPr>
          </a:p>
        </p:txBody>
      </p:sp>
      <p:sp>
        <p:nvSpPr>
          <p:cNvPr id="42" name="任意多边形: 形状 29"/>
          <p:cNvSpPr/>
          <p:nvPr userDrawn="1">
            <p:custDataLst>
              <p:tags r:id="rId17"/>
            </p:custDataLst>
          </p:nvPr>
        </p:nvSpPr>
        <p:spPr>
          <a:xfrm>
            <a:off x="9709785" y="3077845"/>
            <a:ext cx="1939290" cy="833755"/>
          </a:xfrm>
          <a:custGeom>
            <a:avLst/>
            <a:gdLst>
              <a:gd name="connsiteX0" fmla="*/ 0 w 1118206"/>
              <a:gd name="connsiteY0" fmla="*/ 406725 h 480683"/>
              <a:gd name="connsiteX1" fmla="*/ 194379 w 1118206"/>
              <a:gd name="connsiteY1" fmla="*/ 472117 h 480683"/>
              <a:gd name="connsiteX2" fmla="*/ 669959 w 1118206"/>
              <a:gd name="connsiteY2" fmla="*/ 424074 h 480683"/>
              <a:gd name="connsiteX3" fmla="*/ 1079839 w 1118206"/>
              <a:gd name="connsiteY3" fmla="*/ 424074 h 480683"/>
              <a:gd name="connsiteX4" fmla="*/ 1118207 w 1118206"/>
              <a:gd name="connsiteY4" fmla="*/ 333865 h 480683"/>
              <a:gd name="connsiteX5" fmla="*/ 871370 w 1118206"/>
              <a:gd name="connsiteY5" fmla="*/ 198744 h 480683"/>
              <a:gd name="connsiteX6" fmla="*/ 528807 w 1118206"/>
              <a:gd name="connsiteY6" fmla="*/ 12192 h 480683"/>
              <a:gd name="connsiteX7" fmla="*/ 237443 w 1118206"/>
              <a:gd name="connsiteY7" fmla="*/ 301246 h 480683"/>
              <a:gd name="connsiteX8" fmla="*/ 0 w 1118206"/>
              <a:gd name="connsiteY8" fmla="*/ 406725 h 4806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18206" h="480683">
                <a:moveTo>
                  <a:pt x="0" y="406725"/>
                </a:moveTo>
                <a:cubicBezTo>
                  <a:pt x="41627" y="427898"/>
                  <a:pt x="108507" y="457001"/>
                  <a:pt x="194379" y="472117"/>
                </a:cubicBezTo>
                <a:cubicBezTo>
                  <a:pt x="392223" y="506943"/>
                  <a:pt x="445938" y="424356"/>
                  <a:pt x="669959" y="424074"/>
                </a:cubicBezTo>
                <a:cubicBezTo>
                  <a:pt x="886794" y="423791"/>
                  <a:pt x="1036544" y="525883"/>
                  <a:pt x="1079839" y="424074"/>
                </a:cubicBezTo>
                <a:cubicBezTo>
                  <a:pt x="1092645" y="393995"/>
                  <a:pt x="1105426" y="363892"/>
                  <a:pt x="1118207" y="333865"/>
                </a:cubicBezTo>
                <a:cubicBezTo>
                  <a:pt x="1100267" y="373464"/>
                  <a:pt x="890567" y="212756"/>
                  <a:pt x="871370" y="198744"/>
                </a:cubicBezTo>
                <a:cubicBezTo>
                  <a:pt x="791298" y="140384"/>
                  <a:pt x="642114" y="-49556"/>
                  <a:pt x="528807" y="12192"/>
                </a:cubicBezTo>
                <a:cubicBezTo>
                  <a:pt x="411266" y="76275"/>
                  <a:pt x="332606" y="209035"/>
                  <a:pt x="237443" y="301246"/>
                </a:cubicBezTo>
                <a:cubicBezTo>
                  <a:pt x="172436" y="364251"/>
                  <a:pt x="88259" y="415322"/>
                  <a:pt x="0" y="406725"/>
                </a:cubicBezTo>
                <a:close/>
              </a:path>
            </a:pathLst>
          </a:custGeom>
          <a:gradFill>
            <a:gsLst>
              <a:gs pos="541">
                <a:schemeClr val="accent1">
                  <a:lumMod val="20000"/>
                  <a:lumOff val="80000"/>
                  <a:alpha val="0"/>
                </a:schemeClr>
              </a:gs>
              <a:gs pos="100000">
                <a:schemeClr val="accent1">
                  <a:alpha val="20000"/>
                </a:schemeClr>
              </a:gs>
            </a:gsLst>
            <a:lin ang="16200000" scaled="1"/>
          </a:gradFill>
          <a:ln w="3923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cs typeface="黑体" panose="02010609060101010101" pitchFamily="49" charset="-122"/>
            </a:endParaRPr>
          </a:p>
        </p:txBody>
      </p:sp>
      <p:sp>
        <p:nvSpPr>
          <p:cNvPr id="44" name="任意多边形: 形状 74"/>
          <p:cNvSpPr/>
          <p:nvPr userDrawn="1">
            <p:custDataLst>
              <p:tags r:id="rId18"/>
            </p:custDataLst>
          </p:nvPr>
        </p:nvSpPr>
        <p:spPr>
          <a:xfrm>
            <a:off x="8815070" y="3596640"/>
            <a:ext cx="3376930" cy="656590"/>
          </a:xfrm>
          <a:custGeom>
            <a:avLst/>
            <a:gdLst>
              <a:gd name="connsiteX0" fmla="*/ 2694466 w 3377172"/>
              <a:gd name="connsiteY0" fmla="*/ 1217 h 656328"/>
              <a:gd name="connsiteX1" fmla="*/ 3087970 w 3377172"/>
              <a:gd name="connsiteY1" fmla="*/ 158757 h 656328"/>
              <a:gd name="connsiteX2" fmla="*/ 3341733 w 3377172"/>
              <a:gd name="connsiteY2" fmla="*/ 131984 h 656328"/>
              <a:gd name="connsiteX3" fmla="*/ 3377172 w 3377172"/>
              <a:gd name="connsiteY3" fmla="*/ 114304 h 656328"/>
              <a:gd name="connsiteX4" fmla="*/ 3377172 w 3377172"/>
              <a:gd name="connsiteY4" fmla="*/ 656198 h 656328"/>
              <a:gd name="connsiteX5" fmla="*/ 98982 w 3377172"/>
              <a:gd name="connsiteY5" fmla="*/ 656328 h 656328"/>
              <a:gd name="connsiteX6" fmla="*/ 31295 w 3377172"/>
              <a:gd name="connsiteY6" fmla="*/ 641419 h 656328"/>
              <a:gd name="connsiteX7" fmla="*/ 1791 w 3377172"/>
              <a:gd name="connsiteY7" fmla="*/ 596517 h 656328"/>
              <a:gd name="connsiteX8" fmla="*/ 226480 w 3377172"/>
              <a:gd name="connsiteY8" fmla="*/ 287054 h 656328"/>
              <a:gd name="connsiteX9" fmla="*/ 1001339 w 3377172"/>
              <a:gd name="connsiteY9" fmla="*/ 105532 h 656328"/>
              <a:gd name="connsiteX10" fmla="*/ 1263142 w 3377172"/>
              <a:gd name="connsiteY10" fmla="*/ 319095 h 656328"/>
              <a:gd name="connsiteX11" fmla="*/ 1732187 w 3377172"/>
              <a:gd name="connsiteY11" fmla="*/ 215185 h 656328"/>
              <a:gd name="connsiteX12" fmla="*/ 1960168 w 3377172"/>
              <a:gd name="connsiteY12" fmla="*/ 61254 h 656328"/>
              <a:gd name="connsiteX13" fmla="*/ 2294597 w 3377172"/>
              <a:gd name="connsiteY13" fmla="*/ 210157 h 656328"/>
              <a:gd name="connsiteX14" fmla="*/ 2513055 w 3377172"/>
              <a:gd name="connsiteY14" fmla="*/ 64146 h 656328"/>
              <a:gd name="connsiteX15" fmla="*/ 2551505 w 3377172"/>
              <a:gd name="connsiteY15" fmla="*/ 27254 h 656328"/>
              <a:gd name="connsiteX16" fmla="*/ 2556622 w 3377172"/>
              <a:gd name="connsiteY16" fmla="*/ 24807 h 656328"/>
              <a:gd name="connsiteX17" fmla="*/ 2694466 w 3377172"/>
              <a:gd name="connsiteY17" fmla="*/ 1217 h 6563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3377172" h="656328">
                <a:moveTo>
                  <a:pt x="2694466" y="1217"/>
                </a:moveTo>
                <a:cubicBezTo>
                  <a:pt x="2830415" y="13578"/>
                  <a:pt x="2960907" y="116869"/>
                  <a:pt x="3087970" y="158757"/>
                </a:cubicBezTo>
                <a:cubicBezTo>
                  <a:pt x="3192770" y="193301"/>
                  <a:pt x="3289086" y="157079"/>
                  <a:pt x="3341733" y="131984"/>
                </a:cubicBezTo>
                <a:lnTo>
                  <a:pt x="3377172" y="114304"/>
                </a:lnTo>
                <a:lnTo>
                  <a:pt x="3377172" y="656198"/>
                </a:lnTo>
                <a:lnTo>
                  <a:pt x="98982" y="656328"/>
                </a:lnTo>
                <a:cubicBezTo>
                  <a:pt x="75486" y="656328"/>
                  <a:pt x="50165" y="655749"/>
                  <a:pt x="31295" y="641419"/>
                </a:cubicBezTo>
                <a:cubicBezTo>
                  <a:pt x="31295" y="641419"/>
                  <a:pt x="11226" y="626290"/>
                  <a:pt x="1791" y="596517"/>
                </a:cubicBezTo>
                <a:cubicBezTo>
                  <a:pt x="-14274" y="545742"/>
                  <a:pt x="79090" y="422116"/>
                  <a:pt x="226480" y="287054"/>
                </a:cubicBezTo>
                <a:cubicBezTo>
                  <a:pt x="658322" y="19290"/>
                  <a:pt x="879050" y="31972"/>
                  <a:pt x="1001339" y="105532"/>
                </a:cubicBezTo>
                <a:cubicBezTo>
                  <a:pt x="1111970" y="172017"/>
                  <a:pt x="1122873" y="276730"/>
                  <a:pt x="1263142" y="319095"/>
                </a:cubicBezTo>
                <a:cubicBezTo>
                  <a:pt x="1465712" y="380285"/>
                  <a:pt x="1695296" y="238058"/>
                  <a:pt x="1732187" y="215185"/>
                </a:cubicBezTo>
                <a:cubicBezTo>
                  <a:pt x="1870187" y="129697"/>
                  <a:pt x="1874904" y="70198"/>
                  <a:pt x="1960168" y="61254"/>
                </a:cubicBezTo>
                <a:cubicBezTo>
                  <a:pt x="2083794" y="48305"/>
                  <a:pt x="2170348" y="208509"/>
                  <a:pt x="2294597" y="210157"/>
                </a:cubicBezTo>
                <a:cubicBezTo>
                  <a:pt x="2384446" y="211356"/>
                  <a:pt x="2451332" y="130765"/>
                  <a:pt x="2513055" y="64146"/>
                </a:cubicBezTo>
                <a:cubicBezTo>
                  <a:pt x="2524803" y="51464"/>
                  <a:pt x="2537710" y="38958"/>
                  <a:pt x="2551505" y="27254"/>
                </a:cubicBezTo>
                <a:cubicBezTo>
                  <a:pt x="2553239" y="26409"/>
                  <a:pt x="2554932" y="25608"/>
                  <a:pt x="2556622" y="24807"/>
                </a:cubicBezTo>
                <a:cubicBezTo>
                  <a:pt x="2603226" y="3079"/>
                  <a:pt x="2649149" y="-2904"/>
                  <a:pt x="2694466" y="1217"/>
                </a:cubicBezTo>
                <a:close/>
              </a:path>
            </a:pathLst>
          </a:custGeom>
          <a:gradFill>
            <a:gsLst>
              <a:gs pos="541">
                <a:schemeClr val="accent1">
                  <a:lumMod val="20000"/>
                  <a:lumOff val="80000"/>
                  <a:alpha val="0"/>
                </a:schemeClr>
              </a:gs>
              <a:gs pos="100000">
                <a:schemeClr val="accent1">
                  <a:alpha val="20000"/>
                </a:schemeClr>
              </a:gs>
            </a:gsLst>
            <a:lin ang="16200000" scaled="1"/>
          </a:gradFill>
          <a:ln w="392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lvl="0" algn="l">
              <a:buClrTx/>
              <a:buSzTx/>
              <a:buFontTx/>
            </a:pPr>
            <a:endParaRPr lang="zh-CN" altLang="en-US">
              <a:cs typeface="黑体" panose="02010609060101010101" pitchFamily="49" charset="-122"/>
              <a:sym typeface="+mn-ea"/>
            </a:endParaRPr>
          </a:p>
        </p:txBody>
      </p:sp>
      <p:sp>
        <p:nvSpPr>
          <p:cNvPr id="49" name="任意多边形: 形状 31"/>
          <p:cNvSpPr/>
          <p:nvPr userDrawn="1">
            <p:custDataLst>
              <p:tags r:id="rId19"/>
            </p:custDataLst>
          </p:nvPr>
        </p:nvSpPr>
        <p:spPr>
          <a:xfrm>
            <a:off x="9392285" y="3456305"/>
            <a:ext cx="1301115" cy="559435"/>
          </a:xfrm>
          <a:custGeom>
            <a:avLst/>
            <a:gdLst>
              <a:gd name="connsiteX0" fmla="*/ 0 w 1118206"/>
              <a:gd name="connsiteY0" fmla="*/ 406725 h 480683"/>
              <a:gd name="connsiteX1" fmla="*/ 194379 w 1118206"/>
              <a:gd name="connsiteY1" fmla="*/ 472117 h 480683"/>
              <a:gd name="connsiteX2" fmla="*/ 669959 w 1118206"/>
              <a:gd name="connsiteY2" fmla="*/ 424074 h 480683"/>
              <a:gd name="connsiteX3" fmla="*/ 1079839 w 1118206"/>
              <a:gd name="connsiteY3" fmla="*/ 424074 h 480683"/>
              <a:gd name="connsiteX4" fmla="*/ 1118207 w 1118206"/>
              <a:gd name="connsiteY4" fmla="*/ 333865 h 480683"/>
              <a:gd name="connsiteX5" fmla="*/ 871370 w 1118206"/>
              <a:gd name="connsiteY5" fmla="*/ 198744 h 480683"/>
              <a:gd name="connsiteX6" fmla="*/ 528807 w 1118206"/>
              <a:gd name="connsiteY6" fmla="*/ 12192 h 480683"/>
              <a:gd name="connsiteX7" fmla="*/ 237443 w 1118206"/>
              <a:gd name="connsiteY7" fmla="*/ 301246 h 480683"/>
              <a:gd name="connsiteX8" fmla="*/ 0 w 1118206"/>
              <a:gd name="connsiteY8" fmla="*/ 406725 h 4806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18206" h="480683">
                <a:moveTo>
                  <a:pt x="0" y="406725"/>
                </a:moveTo>
                <a:cubicBezTo>
                  <a:pt x="41627" y="427898"/>
                  <a:pt x="108507" y="457001"/>
                  <a:pt x="194379" y="472117"/>
                </a:cubicBezTo>
                <a:cubicBezTo>
                  <a:pt x="392223" y="506943"/>
                  <a:pt x="445938" y="424356"/>
                  <a:pt x="669959" y="424074"/>
                </a:cubicBezTo>
                <a:cubicBezTo>
                  <a:pt x="886794" y="423791"/>
                  <a:pt x="1036544" y="525883"/>
                  <a:pt x="1079839" y="424074"/>
                </a:cubicBezTo>
                <a:cubicBezTo>
                  <a:pt x="1092645" y="393995"/>
                  <a:pt x="1105426" y="363892"/>
                  <a:pt x="1118207" y="333865"/>
                </a:cubicBezTo>
                <a:cubicBezTo>
                  <a:pt x="1100267" y="373464"/>
                  <a:pt x="890567" y="212756"/>
                  <a:pt x="871370" y="198744"/>
                </a:cubicBezTo>
                <a:cubicBezTo>
                  <a:pt x="791298" y="140384"/>
                  <a:pt x="642114" y="-49556"/>
                  <a:pt x="528807" y="12192"/>
                </a:cubicBezTo>
                <a:cubicBezTo>
                  <a:pt x="411266" y="76275"/>
                  <a:pt x="332606" y="209035"/>
                  <a:pt x="237443" y="301246"/>
                </a:cubicBezTo>
                <a:cubicBezTo>
                  <a:pt x="172436" y="364251"/>
                  <a:pt x="88259" y="415322"/>
                  <a:pt x="0" y="406725"/>
                </a:cubicBezTo>
                <a:close/>
              </a:path>
            </a:pathLst>
          </a:custGeom>
          <a:gradFill>
            <a:gsLst>
              <a:gs pos="541">
                <a:schemeClr val="accent1">
                  <a:lumMod val="20000"/>
                  <a:lumOff val="80000"/>
                  <a:alpha val="0"/>
                </a:schemeClr>
              </a:gs>
              <a:gs pos="100000">
                <a:schemeClr val="accent1">
                  <a:alpha val="20000"/>
                </a:schemeClr>
              </a:gs>
            </a:gsLst>
            <a:lin ang="16200000" scaled="1"/>
          </a:gradFill>
          <a:ln w="3923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pPr lvl="0" algn="l">
              <a:buClrTx/>
              <a:buSzTx/>
              <a:buFontTx/>
            </a:pPr>
            <a:endParaRPr lang="zh-CN" altLang="en-US">
              <a:cs typeface="黑体" panose="02010609060101010101" pitchFamily="49" charset="-122"/>
              <a:sym typeface="+mn-ea"/>
            </a:endParaRPr>
          </a:p>
        </p:txBody>
      </p:sp>
      <p:pic>
        <p:nvPicPr>
          <p:cNvPr id="52" name="图形 20"/>
          <p:cNvPicPr>
            <a:picLocks noChangeAspect="1"/>
          </p:cNvPicPr>
          <p:nvPr userDrawn="1">
            <p:custDataLst>
              <p:tags r:id="rId20"/>
            </p:custDataLst>
          </p:nvPr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rcRect l="44400"/>
          <a:stretch>
            <a:fillRect/>
          </a:stretch>
        </p:blipFill>
        <p:spPr>
          <a:xfrm>
            <a:off x="0" y="821466"/>
            <a:ext cx="1468899" cy="712059"/>
          </a:xfrm>
          <a:custGeom>
            <a:avLst/>
            <a:gdLst>
              <a:gd name="connsiteX0" fmla="*/ 0 w 2299254"/>
              <a:gd name="connsiteY0" fmla="*/ 0 h 1114579"/>
              <a:gd name="connsiteX1" fmla="*/ 2299254 w 2299254"/>
              <a:gd name="connsiteY1" fmla="*/ 0 h 1114579"/>
              <a:gd name="connsiteX2" fmla="*/ 2299254 w 2299254"/>
              <a:gd name="connsiteY2" fmla="*/ 1114579 h 1114579"/>
              <a:gd name="connsiteX3" fmla="*/ 0 w 2299254"/>
              <a:gd name="connsiteY3" fmla="*/ 1114579 h 11145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99254" h="1114579">
                <a:moveTo>
                  <a:pt x="0" y="0"/>
                </a:moveTo>
                <a:lnTo>
                  <a:pt x="2299254" y="0"/>
                </a:lnTo>
                <a:lnTo>
                  <a:pt x="2299254" y="1114579"/>
                </a:lnTo>
                <a:lnTo>
                  <a:pt x="0" y="1114579"/>
                </a:lnTo>
                <a:close/>
              </a:path>
            </a:pathLst>
          </a:custGeom>
        </p:spPr>
      </p:pic>
      <p:sp>
        <p:nvSpPr>
          <p:cNvPr id="53" name="任意多边形: 形状 67"/>
          <p:cNvSpPr/>
          <p:nvPr userDrawn="1">
            <p:custDataLst>
              <p:tags r:id="rId23"/>
            </p:custDataLst>
          </p:nvPr>
        </p:nvSpPr>
        <p:spPr>
          <a:xfrm>
            <a:off x="0" y="6108946"/>
            <a:ext cx="3848472" cy="749054"/>
          </a:xfrm>
          <a:custGeom>
            <a:avLst/>
            <a:gdLst>
              <a:gd name="connsiteX0" fmla="*/ 255437 w 3848472"/>
              <a:gd name="connsiteY0" fmla="*/ 1444 h 749054"/>
              <a:gd name="connsiteX1" fmla="*/ 644978 w 3848472"/>
              <a:gd name="connsiteY1" fmla="*/ 71464 h 749054"/>
              <a:gd name="connsiteX2" fmla="*/ 1058718 w 3848472"/>
              <a:gd name="connsiteY2" fmla="*/ 389029 h 749054"/>
              <a:gd name="connsiteX3" fmla="*/ 2039845 w 3848472"/>
              <a:gd name="connsiteY3" fmla="*/ 459629 h 749054"/>
              <a:gd name="connsiteX4" fmla="*/ 2091741 w 3848472"/>
              <a:gd name="connsiteY4" fmla="*/ 592872 h 749054"/>
              <a:gd name="connsiteX5" fmla="*/ 2228997 w 3848472"/>
              <a:gd name="connsiteY5" fmla="*/ 706663 h 749054"/>
              <a:gd name="connsiteX6" fmla="*/ 2784549 w 3848472"/>
              <a:gd name="connsiteY6" fmla="*/ 671362 h 749054"/>
              <a:gd name="connsiteX7" fmla="*/ 3139183 w 3848472"/>
              <a:gd name="connsiteY7" fmla="*/ 600762 h 749054"/>
              <a:gd name="connsiteX8" fmla="*/ 3848452 w 3848472"/>
              <a:gd name="connsiteY8" fmla="*/ 577229 h 749054"/>
              <a:gd name="connsiteX9" fmla="*/ 3429995 w 3848472"/>
              <a:gd name="connsiteY9" fmla="*/ 703780 h 749054"/>
              <a:gd name="connsiteX10" fmla="*/ 3337725 w 3848472"/>
              <a:gd name="connsiteY10" fmla="*/ 749054 h 749054"/>
              <a:gd name="connsiteX11" fmla="*/ 0 w 3848472"/>
              <a:gd name="connsiteY11" fmla="*/ 749054 h 749054"/>
              <a:gd name="connsiteX12" fmla="*/ 0 w 3848472"/>
              <a:gd name="connsiteY12" fmla="*/ 12781 h 749054"/>
              <a:gd name="connsiteX13" fmla="*/ 75837 w 3848472"/>
              <a:gd name="connsiteY13" fmla="*/ 3858 h 749054"/>
              <a:gd name="connsiteX14" fmla="*/ 255437 w 3848472"/>
              <a:gd name="connsiteY14" fmla="*/ 1444 h 7490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3848472" h="749054">
                <a:moveTo>
                  <a:pt x="255437" y="1444"/>
                </a:moveTo>
                <a:cubicBezTo>
                  <a:pt x="379742" y="6773"/>
                  <a:pt x="511990" y="27356"/>
                  <a:pt x="644978" y="71464"/>
                </a:cubicBezTo>
                <a:cubicBezTo>
                  <a:pt x="1176929" y="247896"/>
                  <a:pt x="751355" y="271430"/>
                  <a:pt x="1058718" y="389029"/>
                </a:cubicBezTo>
                <a:cubicBezTo>
                  <a:pt x="1366081" y="506628"/>
                  <a:pt x="1862528" y="224363"/>
                  <a:pt x="2039845" y="459629"/>
                </a:cubicBezTo>
                <a:cubicBezTo>
                  <a:pt x="2064875" y="492821"/>
                  <a:pt x="2047667" y="528325"/>
                  <a:pt x="2091741" y="592872"/>
                </a:cubicBezTo>
                <a:cubicBezTo>
                  <a:pt x="2137107" y="659324"/>
                  <a:pt x="2220223" y="702514"/>
                  <a:pt x="2228997" y="706663"/>
                </a:cubicBezTo>
                <a:cubicBezTo>
                  <a:pt x="2350677" y="763932"/>
                  <a:pt x="2555608" y="718565"/>
                  <a:pt x="2784549" y="671362"/>
                </a:cubicBezTo>
                <a:cubicBezTo>
                  <a:pt x="2855966" y="656671"/>
                  <a:pt x="2979822" y="631437"/>
                  <a:pt x="3139183" y="600762"/>
                </a:cubicBezTo>
                <a:cubicBezTo>
                  <a:pt x="3716025" y="556552"/>
                  <a:pt x="3846547" y="562129"/>
                  <a:pt x="3848452" y="577229"/>
                </a:cubicBezTo>
                <a:cubicBezTo>
                  <a:pt x="3850713" y="595499"/>
                  <a:pt x="3662017" y="601793"/>
                  <a:pt x="3429995" y="703780"/>
                </a:cubicBezTo>
                <a:lnTo>
                  <a:pt x="3337725" y="749054"/>
                </a:lnTo>
                <a:lnTo>
                  <a:pt x="0" y="749054"/>
                </a:lnTo>
                <a:lnTo>
                  <a:pt x="0" y="12781"/>
                </a:lnTo>
                <a:lnTo>
                  <a:pt x="75837" y="3858"/>
                </a:lnTo>
                <a:cubicBezTo>
                  <a:pt x="133118" y="-71"/>
                  <a:pt x="193285" y="-1221"/>
                  <a:pt x="255437" y="1444"/>
                </a:cubicBezTo>
                <a:close/>
              </a:path>
            </a:pathLst>
          </a:custGeom>
          <a:gradFill>
            <a:gsLst>
              <a:gs pos="0">
                <a:srgbClr val="FFFFFF"/>
              </a:gs>
              <a:gs pos="50000">
                <a:srgbClr val="FFFFFF">
                  <a:alpha val="49804"/>
                </a:srgbClr>
              </a:gs>
              <a:gs pos="100000">
                <a:srgbClr val="FFFFFF">
                  <a:alpha val="0"/>
                </a:srgbClr>
              </a:gs>
            </a:gsLst>
            <a:lin ang="7173008" scaled="1"/>
          </a:gradFill>
          <a:ln w="6350" cap="flat">
            <a:solidFill>
              <a:srgbClr val="FFEBC9"/>
            </a:solidFill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zh-CN" altLang="en-US">
              <a:cs typeface="黑体" panose="02010609060101010101" pitchFamily="49" charset="-122"/>
            </a:endParaRPr>
          </a:p>
        </p:txBody>
      </p:sp>
      <p:sp>
        <p:nvSpPr>
          <p:cNvPr id="55" name="图形 1"/>
          <p:cNvSpPr/>
          <p:nvPr userDrawn="1">
            <p:custDataLst>
              <p:tags r:id="rId24"/>
            </p:custDataLst>
          </p:nvPr>
        </p:nvSpPr>
        <p:spPr>
          <a:xfrm>
            <a:off x="9865120" y="5070474"/>
            <a:ext cx="1567262" cy="757927"/>
          </a:xfrm>
          <a:custGeom>
            <a:avLst/>
            <a:gdLst>
              <a:gd name="connsiteX0" fmla="*/ 0 w 2704161"/>
              <a:gd name="connsiteY0" fmla="*/ 203346 h 1307731"/>
              <a:gd name="connsiteX1" fmla="*/ 1649006 w 2704161"/>
              <a:gd name="connsiteY1" fmla="*/ 49658 h 1307731"/>
              <a:gd name="connsiteX2" fmla="*/ 1234499 w 2704161"/>
              <a:gd name="connsiteY2" fmla="*/ 321163 h 1307731"/>
              <a:gd name="connsiteX3" fmla="*/ 2622095 w 2704161"/>
              <a:gd name="connsiteY3" fmla="*/ 306933 h 1307731"/>
              <a:gd name="connsiteX4" fmla="*/ 1871751 w 2704161"/>
              <a:gd name="connsiteY4" fmla="*/ 563455 h 1307731"/>
              <a:gd name="connsiteX5" fmla="*/ 2677782 w 2704161"/>
              <a:gd name="connsiteY5" fmla="*/ 701517 h 1307731"/>
              <a:gd name="connsiteX6" fmla="*/ 901884 w 2704161"/>
              <a:gd name="connsiteY6" fmla="*/ 1062485 h 1307731"/>
              <a:gd name="connsiteX7" fmla="*/ 1871805 w 2704161"/>
              <a:gd name="connsiteY7" fmla="*/ 1075588 h 1307731"/>
              <a:gd name="connsiteX8" fmla="*/ 561751 w 2704161"/>
              <a:gd name="connsiteY8" fmla="*/ 1307731 h 1307731"/>
              <a:gd name="connsiteX9" fmla="*/ 1231599 w 2704161"/>
              <a:gd name="connsiteY9" fmla="*/ 1153130 h 1307731"/>
              <a:gd name="connsiteX10" fmla="*/ 599018 w 2704161"/>
              <a:gd name="connsiteY10" fmla="*/ 1018398 h 1307731"/>
              <a:gd name="connsiteX11" fmla="*/ 1947844 w 2704161"/>
              <a:gd name="connsiteY11" fmla="*/ 716660 h 1307731"/>
              <a:gd name="connsiteX12" fmla="*/ 1347053 w 2704161"/>
              <a:gd name="connsiteY12" fmla="*/ 565711 h 1307731"/>
              <a:gd name="connsiteX13" fmla="*/ 1881793 w 2704161"/>
              <a:gd name="connsiteY13" fmla="*/ 371909 h 1307731"/>
              <a:gd name="connsiteX14" fmla="*/ 306141 w 2704161"/>
              <a:gd name="connsiteY14" fmla="*/ 381145 h 1307731"/>
              <a:gd name="connsiteX15" fmla="*/ 1159105 w 2704161"/>
              <a:gd name="connsiteY15" fmla="*/ 118823 h 1307731"/>
              <a:gd name="connsiteX16" fmla="*/ 0 w 2704161"/>
              <a:gd name="connsiteY16" fmla="*/ 203346 h 13077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704161" h="1307731">
                <a:moveTo>
                  <a:pt x="0" y="203346"/>
                </a:moveTo>
                <a:cubicBezTo>
                  <a:pt x="0" y="203346"/>
                  <a:pt x="1796626" y="-121106"/>
                  <a:pt x="1649006" y="49658"/>
                </a:cubicBezTo>
                <a:cubicBezTo>
                  <a:pt x="1501386" y="220423"/>
                  <a:pt x="1042093" y="285184"/>
                  <a:pt x="1234499" y="321163"/>
                </a:cubicBezTo>
                <a:cubicBezTo>
                  <a:pt x="1426958" y="357142"/>
                  <a:pt x="2676815" y="141377"/>
                  <a:pt x="2622095" y="306933"/>
                </a:cubicBezTo>
                <a:cubicBezTo>
                  <a:pt x="2567375" y="472488"/>
                  <a:pt x="1742550" y="464004"/>
                  <a:pt x="1871751" y="563455"/>
                </a:cubicBezTo>
                <a:cubicBezTo>
                  <a:pt x="2000952" y="662853"/>
                  <a:pt x="2864763" y="588372"/>
                  <a:pt x="2677782" y="701517"/>
                </a:cubicBezTo>
                <a:cubicBezTo>
                  <a:pt x="2490746" y="814716"/>
                  <a:pt x="765219" y="979197"/>
                  <a:pt x="901884" y="1062485"/>
                </a:cubicBezTo>
                <a:cubicBezTo>
                  <a:pt x="1038549" y="1145773"/>
                  <a:pt x="2105828" y="963678"/>
                  <a:pt x="1871805" y="1075588"/>
                </a:cubicBezTo>
                <a:cubicBezTo>
                  <a:pt x="1637782" y="1187498"/>
                  <a:pt x="561751" y="1307731"/>
                  <a:pt x="561751" y="1307731"/>
                </a:cubicBezTo>
                <a:cubicBezTo>
                  <a:pt x="561751" y="1307731"/>
                  <a:pt x="1499023" y="1134228"/>
                  <a:pt x="1231599" y="1153130"/>
                </a:cubicBezTo>
                <a:cubicBezTo>
                  <a:pt x="964175" y="1172032"/>
                  <a:pt x="135323" y="1162689"/>
                  <a:pt x="599018" y="1018398"/>
                </a:cubicBezTo>
                <a:cubicBezTo>
                  <a:pt x="1062714" y="874107"/>
                  <a:pt x="2186699" y="737173"/>
                  <a:pt x="1947844" y="716660"/>
                </a:cubicBezTo>
                <a:cubicBezTo>
                  <a:pt x="1708988" y="696147"/>
                  <a:pt x="774079" y="709679"/>
                  <a:pt x="1347053" y="565711"/>
                </a:cubicBezTo>
                <a:cubicBezTo>
                  <a:pt x="1920081" y="421742"/>
                  <a:pt x="2302798" y="367774"/>
                  <a:pt x="1881793" y="371909"/>
                </a:cubicBezTo>
                <a:cubicBezTo>
                  <a:pt x="1881793" y="371909"/>
                  <a:pt x="-111641" y="629452"/>
                  <a:pt x="306141" y="381145"/>
                </a:cubicBezTo>
                <a:cubicBezTo>
                  <a:pt x="306141" y="381145"/>
                  <a:pt x="1093484" y="206944"/>
                  <a:pt x="1159105" y="118823"/>
                </a:cubicBezTo>
                <a:cubicBezTo>
                  <a:pt x="1224726" y="30541"/>
                  <a:pt x="0" y="203346"/>
                  <a:pt x="0" y="203346"/>
                </a:cubicBezTo>
                <a:close/>
              </a:path>
            </a:pathLst>
          </a:custGeom>
          <a:solidFill>
            <a:schemeClr val="bg1"/>
          </a:solidFill>
          <a:ln w="6350" cap="flat">
            <a:solidFill>
              <a:srgbClr val="FFEBC9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endParaRPr lang="zh-CN" altLang="en-US">
              <a:cs typeface="黑体" panose="02010609060101010101" pitchFamily="49" charset="-122"/>
            </a:endParaRPr>
          </a:p>
        </p:txBody>
      </p:sp>
      <p:sp>
        <p:nvSpPr>
          <p:cNvPr id="56" name="任意多边形: 形状 72"/>
          <p:cNvSpPr/>
          <p:nvPr userDrawn="1">
            <p:custDataLst>
              <p:tags r:id="rId25"/>
            </p:custDataLst>
          </p:nvPr>
        </p:nvSpPr>
        <p:spPr>
          <a:xfrm>
            <a:off x="9849355" y="5024702"/>
            <a:ext cx="2342645" cy="1025219"/>
          </a:xfrm>
          <a:custGeom>
            <a:avLst/>
            <a:gdLst>
              <a:gd name="connsiteX0" fmla="*/ 1198958 w 2342645"/>
              <a:gd name="connsiteY0" fmla="*/ 8 h 1025219"/>
              <a:gd name="connsiteX1" fmla="*/ 1448993 w 2342645"/>
              <a:gd name="connsiteY1" fmla="*/ 90962 h 1025219"/>
              <a:gd name="connsiteX2" fmla="*/ 1615051 w 2342645"/>
              <a:gd name="connsiteY2" fmla="*/ 223312 h 1025219"/>
              <a:gd name="connsiteX3" fmla="*/ 1907073 w 2342645"/>
              <a:gd name="connsiteY3" fmla="*/ 301966 h 1025219"/>
              <a:gd name="connsiteX4" fmla="*/ 2196020 w 2342645"/>
              <a:gd name="connsiteY4" fmla="*/ 503152 h 1025219"/>
              <a:gd name="connsiteX5" fmla="*/ 2333537 w 2342645"/>
              <a:gd name="connsiteY5" fmla="*/ 660112 h 1025219"/>
              <a:gd name="connsiteX6" fmla="*/ 2342645 w 2342645"/>
              <a:gd name="connsiteY6" fmla="*/ 664078 h 1025219"/>
              <a:gd name="connsiteX7" fmla="*/ 2342645 w 2342645"/>
              <a:gd name="connsiteY7" fmla="*/ 1025219 h 1025219"/>
              <a:gd name="connsiteX8" fmla="*/ 0 w 2342645"/>
              <a:gd name="connsiteY8" fmla="*/ 1025219 h 1025219"/>
              <a:gd name="connsiteX9" fmla="*/ 145479 w 2342645"/>
              <a:gd name="connsiteY9" fmla="*/ 958394 h 1025219"/>
              <a:gd name="connsiteX10" fmla="*/ 276647 w 2342645"/>
              <a:gd name="connsiteY10" fmla="*/ 845322 h 1025219"/>
              <a:gd name="connsiteX11" fmla="*/ 573873 w 2342645"/>
              <a:gd name="connsiteY11" fmla="*/ 712381 h 1025219"/>
              <a:gd name="connsiteX12" fmla="*/ 750103 w 2342645"/>
              <a:gd name="connsiteY12" fmla="*/ 448863 h 1025219"/>
              <a:gd name="connsiteX13" fmla="*/ 881270 w 2342645"/>
              <a:gd name="connsiteY13" fmla="*/ 270504 h 1025219"/>
              <a:gd name="connsiteX14" fmla="*/ 1198958 w 2342645"/>
              <a:gd name="connsiteY14" fmla="*/ 8 h 10252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2342645" h="1025219">
                <a:moveTo>
                  <a:pt x="1198958" y="8"/>
                </a:moveTo>
                <a:cubicBezTo>
                  <a:pt x="1360877" y="1191"/>
                  <a:pt x="1401919" y="54770"/>
                  <a:pt x="1448993" y="90962"/>
                </a:cubicBezTo>
                <a:cubicBezTo>
                  <a:pt x="1496185" y="127154"/>
                  <a:pt x="1538172" y="162045"/>
                  <a:pt x="1615051" y="223312"/>
                </a:cubicBezTo>
                <a:cubicBezTo>
                  <a:pt x="1691931" y="284461"/>
                  <a:pt x="1784066" y="286234"/>
                  <a:pt x="1907073" y="301966"/>
                </a:cubicBezTo>
                <a:cubicBezTo>
                  <a:pt x="2029961" y="317696"/>
                  <a:pt x="2131441" y="394693"/>
                  <a:pt x="2196020" y="503152"/>
                </a:cubicBezTo>
                <a:cubicBezTo>
                  <a:pt x="2244453" y="584496"/>
                  <a:pt x="2277319" y="628450"/>
                  <a:pt x="2333537" y="660112"/>
                </a:cubicBezTo>
                <a:lnTo>
                  <a:pt x="2342645" y="664078"/>
                </a:lnTo>
                <a:lnTo>
                  <a:pt x="2342645" y="1025219"/>
                </a:lnTo>
                <a:lnTo>
                  <a:pt x="0" y="1025219"/>
                </a:lnTo>
                <a:cubicBezTo>
                  <a:pt x="20462" y="998726"/>
                  <a:pt x="81965" y="974716"/>
                  <a:pt x="145479" y="958394"/>
                </a:cubicBezTo>
                <a:cubicBezTo>
                  <a:pt x="208992" y="942072"/>
                  <a:pt x="227444" y="917589"/>
                  <a:pt x="276647" y="845322"/>
                </a:cubicBezTo>
                <a:cubicBezTo>
                  <a:pt x="325849" y="773057"/>
                  <a:pt x="377180" y="750821"/>
                  <a:pt x="573873" y="712381"/>
                </a:cubicBezTo>
                <a:cubicBezTo>
                  <a:pt x="770565" y="673942"/>
                  <a:pt x="729641" y="526925"/>
                  <a:pt x="750103" y="448863"/>
                </a:cubicBezTo>
                <a:cubicBezTo>
                  <a:pt x="770565" y="370802"/>
                  <a:pt x="821778" y="411607"/>
                  <a:pt x="881270" y="270504"/>
                </a:cubicBezTo>
                <a:cubicBezTo>
                  <a:pt x="940763" y="129401"/>
                  <a:pt x="1037039" y="-1175"/>
                  <a:pt x="1198958" y="8"/>
                </a:cubicBezTo>
                <a:close/>
              </a:path>
            </a:pathLst>
          </a:custGeom>
          <a:gradFill>
            <a:gsLst>
              <a:gs pos="71000">
                <a:schemeClr val="accent4"/>
              </a:gs>
              <a:gs pos="541">
                <a:schemeClr val="accent3"/>
              </a:gs>
              <a:gs pos="100000">
                <a:schemeClr val="accent4">
                  <a:alpha val="0"/>
                </a:schemeClr>
              </a:gs>
            </a:gsLst>
            <a:lin ang="5818394" scaled="1"/>
          </a:gradFill>
          <a:ln w="8135" cap="flat">
            <a:gradFill>
              <a:gsLst>
                <a:gs pos="0">
                  <a:srgbClr val="FFEBC9"/>
                </a:gs>
                <a:gs pos="100000">
                  <a:srgbClr val="FFEBC9">
                    <a:alpha val="0"/>
                  </a:srgbClr>
                </a:gs>
              </a:gsLst>
              <a:lin ang="5400000" scaled="1"/>
            </a:gra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endParaRPr lang="zh-CN" altLang="en-US">
              <a:cs typeface="黑体" panose="02010609060101010101" pitchFamily="49" charset="-122"/>
            </a:endParaRPr>
          </a:p>
        </p:txBody>
      </p:sp>
      <p:sp>
        <p:nvSpPr>
          <p:cNvPr id="58" name="任意多边形: 形状 44"/>
          <p:cNvSpPr/>
          <p:nvPr userDrawn="1">
            <p:custDataLst>
              <p:tags r:id="rId26"/>
            </p:custDataLst>
          </p:nvPr>
        </p:nvSpPr>
        <p:spPr>
          <a:xfrm>
            <a:off x="10556523" y="5688639"/>
            <a:ext cx="1541365" cy="524266"/>
          </a:xfrm>
          <a:custGeom>
            <a:avLst/>
            <a:gdLst>
              <a:gd name="connsiteX0" fmla="*/ 1763468 w 1763468"/>
              <a:gd name="connsiteY0" fmla="*/ 599675 h 599810"/>
              <a:gd name="connsiteX1" fmla="*/ 1451559 w 1763468"/>
              <a:gd name="connsiteY1" fmla="*/ 411177 h 599810"/>
              <a:gd name="connsiteX2" fmla="*/ 1146687 w 1763468"/>
              <a:gd name="connsiteY2" fmla="*/ 257726 h 599810"/>
              <a:gd name="connsiteX3" fmla="*/ 1045875 w 1763468"/>
              <a:gd name="connsiteY3" fmla="*/ 111041 h 599810"/>
              <a:gd name="connsiteX4" fmla="*/ 809068 w 1763468"/>
              <a:gd name="connsiteY4" fmla="*/ 350 h 599810"/>
              <a:gd name="connsiteX5" fmla="*/ 558188 w 1763468"/>
              <a:gd name="connsiteY5" fmla="*/ 207117 h 599810"/>
              <a:gd name="connsiteX6" fmla="*/ 361165 w 1763468"/>
              <a:gd name="connsiteY6" fmla="*/ 372611 h 599810"/>
              <a:gd name="connsiteX7" fmla="*/ 197023 w 1763468"/>
              <a:gd name="connsiteY7" fmla="*/ 484655 h 599810"/>
              <a:gd name="connsiteX8" fmla="*/ 0 w 1763468"/>
              <a:gd name="connsiteY8" fmla="*/ 599811 h 599810"/>
              <a:gd name="connsiteX9" fmla="*/ 1763468 w 1763468"/>
              <a:gd name="connsiteY9" fmla="*/ 599811 h 5998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763468" h="599810">
                <a:moveTo>
                  <a:pt x="1763468" y="599675"/>
                </a:moveTo>
                <a:cubicBezTo>
                  <a:pt x="1763468" y="599675"/>
                  <a:pt x="1697839" y="461786"/>
                  <a:pt x="1451559" y="411177"/>
                </a:cubicBezTo>
                <a:cubicBezTo>
                  <a:pt x="1205415" y="360433"/>
                  <a:pt x="1165497" y="331068"/>
                  <a:pt x="1146687" y="257726"/>
                </a:cubicBezTo>
                <a:cubicBezTo>
                  <a:pt x="1127878" y="184383"/>
                  <a:pt x="1092695" y="139052"/>
                  <a:pt x="1045875" y="111041"/>
                </a:cubicBezTo>
                <a:cubicBezTo>
                  <a:pt x="999055" y="83030"/>
                  <a:pt x="970909" y="-6280"/>
                  <a:pt x="809068" y="350"/>
                </a:cubicBezTo>
                <a:cubicBezTo>
                  <a:pt x="647228" y="6981"/>
                  <a:pt x="586334" y="141758"/>
                  <a:pt x="558188" y="207117"/>
                </a:cubicBezTo>
                <a:cubicBezTo>
                  <a:pt x="530042" y="272476"/>
                  <a:pt x="478486" y="336481"/>
                  <a:pt x="361165" y="372611"/>
                </a:cubicBezTo>
                <a:cubicBezTo>
                  <a:pt x="243979" y="408606"/>
                  <a:pt x="218133" y="448660"/>
                  <a:pt x="197023" y="484655"/>
                </a:cubicBezTo>
                <a:cubicBezTo>
                  <a:pt x="175914" y="520649"/>
                  <a:pt x="35183" y="546901"/>
                  <a:pt x="0" y="599811"/>
                </a:cubicBezTo>
                <a:lnTo>
                  <a:pt x="1763468" y="599811"/>
                </a:lnTo>
                <a:close/>
              </a:path>
            </a:pathLst>
          </a:custGeom>
          <a:gradFill>
            <a:gsLst>
              <a:gs pos="77000">
                <a:schemeClr val="accent4">
                  <a:lumMod val="60000"/>
                  <a:lumOff val="40000"/>
                </a:schemeClr>
              </a:gs>
              <a:gs pos="541">
                <a:schemeClr val="accent5"/>
              </a:gs>
              <a:gs pos="100000">
                <a:schemeClr val="accent4">
                  <a:alpha val="0"/>
                </a:schemeClr>
              </a:gs>
            </a:gsLst>
            <a:lin ang="4981599" scaled="1"/>
          </a:gradFill>
          <a:ln w="5780" cap="flat">
            <a:gradFill>
              <a:gsLst>
                <a:gs pos="100000">
                  <a:srgbClr val="FFEBC9">
                    <a:alpha val="0"/>
                  </a:srgbClr>
                </a:gs>
                <a:gs pos="0">
                  <a:srgbClr val="FFEBC9"/>
                </a:gs>
              </a:gsLst>
              <a:lin ang="5400000" scaled="1"/>
            </a:gra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endParaRPr lang="zh-CN" altLang="en-US">
              <a:cs typeface="黑体" panose="02010609060101010101" pitchFamily="49" charset="-122"/>
            </a:endParaRPr>
          </a:p>
        </p:txBody>
      </p:sp>
      <p:pic>
        <p:nvPicPr>
          <p:cNvPr id="59" name="图形 56"/>
          <p:cNvPicPr>
            <a:picLocks noChangeAspect="1"/>
          </p:cNvPicPr>
          <p:nvPr userDrawn="1">
            <p:custDataLst>
              <p:tags r:id="rId27"/>
            </p:custDataLst>
          </p:nvPr>
        </p:nvPicPr>
        <p:blipFill>
          <a:blip r:embed="rId28"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rcRect l="35759"/>
          <a:stretch>
            <a:fillRect/>
          </a:stretch>
        </p:blipFill>
        <p:spPr>
          <a:xfrm>
            <a:off x="0" y="5386076"/>
            <a:ext cx="1207464" cy="281299"/>
          </a:xfrm>
          <a:custGeom>
            <a:avLst/>
            <a:gdLst>
              <a:gd name="connsiteX0" fmla="*/ 0 w 1207464"/>
              <a:gd name="connsiteY0" fmla="*/ 0 h 281299"/>
              <a:gd name="connsiteX1" fmla="*/ 1207464 w 1207464"/>
              <a:gd name="connsiteY1" fmla="*/ 0 h 281299"/>
              <a:gd name="connsiteX2" fmla="*/ 1207464 w 1207464"/>
              <a:gd name="connsiteY2" fmla="*/ 281299 h 281299"/>
              <a:gd name="connsiteX3" fmla="*/ 0 w 1207464"/>
              <a:gd name="connsiteY3" fmla="*/ 281299 h 2812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07464" h="281299">
                <a:moveTo>
                  <a:pt x="0" y="0"/>
                </a:moveTo>
                <a:lnTo>
                  <a:pt x="1207464" y="0"/>
                </a:lnTo>
                <a:lnTo>
                  <a:pt x="1207464" y="281299"/>
                </a:lnTo>
                <a:lnTo>
                  <a:pt x="0" y="281299"/>
                </a:lnTo>
                <a:close/>
              </a:path>
            </a:pathLst>
          </a:custGeom>
        </p:spPr>
      </p:pic>
      <p:pic>
        <p:nvPicPr>
          <p:cNvPr id="60" name="图形 14"/>
          <p:cNvPicPr>
            <a:picLocks noChangeAspect="1"/>
          </p:cNvPicPr>
          <p:nvPr userDrawn="1">
            <p:custDataLst>
              <p:tags r:id="rId30"/>
            </p:custDataLst>
          </p:nvPr>
        </p:nvPicPr>
        <p:blipFill>
          <a:blip r:embed="rId31"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10725108" y="5444589"/>
            <a:ext cx="1466892" cy="147995"/>
          </a:xfrm>
          <a:prstGeom prst="rect">
            <a:avLst/>
          </a:prstGeom>
        </p:spPr>
      </p:pic>
      <p:pic>
        <p:nvPicPr>
          <p:cNvPr id="62" name="图形 21"/>
          <p:cNvPicPr>
            <a:picLocks noChangeAspect="1"/>
          </p:cNvPicPr>
          <p:nvPr userDrawn="1">
            <p:custDataLst>
              <p:tags r:id="rId33"/>
            </p:custDataLst>
          </p:nvPr>
        </p:nvPicPr>
        <p:blipFill>
          <a:blip r:embed="rId28"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487220" y="744676"/>
            <a:ext cx="1154255" cy="172746"/>
          </a:xfrm>
          <a:prstGeom prst="rect">
            <a:avLst/>
          </a:prstGeom>
        </p:spPr>
      </p:pic>
      <p:sp>
        <p:nvSpPr>
          <p:cNvPr id="63" name="任意多边形: 形状 46"/>
          <p:cNvSpPr/>
          <p:nvPr userDrawn="1">
            <p:custDataLst>
              <p:tags r:id="rId34"/>
            </p:custDataLst>
          </p:nvPr>
        </p:nvSpPr>
        <p:spPr>
          <a:xfrm>
            <a:off x="7357630" y="4684440"/>
            <a:ext cx="1888502" cy="1009336"/>
          </a:xfrm>
          <a:custGeom>
            <a:avLst/>
            <a:gdLst>
              <a:gd name="connsiteX0" fmla="*/ 1325854 w 1325854"/>
              <a:gd name="connsiteY0" fmla="*/ 236025 h 708621"/>
              <a:gd name="connsiteX1" fmla="*/ 1279582 w 1325854"/>
              <a:gd name="connsiteY1" fmla="*/ 232124 h 708621"/>
              <a:gd name="connsiteX2" fmla="*/ 1026817 w 1325854"/>
              <a:gd name="connsiteY2" fmla="*/ 171275 h 708621"/>
              <a:gd name="connsiteX3" fmla="*/ 798099 w 1325854"/>
              <a:gd name="connsiteY3" fmla="*/ 34922 h 708621"/>
              <a:gd name="connsiteX4" fmla="*/ 466135 w 1325854"/>
              <a:gd name="connsiteY4" fmla="*/ 202020 h 708621"/>
              <a:gd name="connsiteX5" fmla="*/ 0 w 1325854"/>
              <a:gd name="connsiteY5" fmla="*/ 349127 h 708621"/>
              <a:gd name="connsiteX6" fmla="*/ 770049 w 1325854"/>
              <a:gd name="connsiteY6" fmla="*/ 708269 h 708621"/>
              <a:gd name="connsiteX7" fmla="*/ 1325854 w 1325854"/>
              <a:gd name="connsiteY7" fmla="*/ 524951 h 708621"/>
              <a:gd name="connsiteX8" fmla="*/ 1325854 w 1325854"/>
              <a:gd name="connsiteY8" fmla="*/ 236025 h 7086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325854" h="708621">
                <a:moveTo>
                  <a:pt x="1325854" y="236025"/>
                </a:moveTo>
                <a:cubicBezTo>
                  <a:pt x="1310379" y="235101"/>
                  <a:pt x="1294929" y="233793"/>
                  <a:pt x="1279582" y="232124"/>
                </a:cubicBezTo>
                <a:cubicBezTo>
                  <a:pt x="1193556" y="222731"/>
                  <a:pt x="1108300" y="202251"/>
                  <a:pt x="1026817" y="171275"/>
                </a:cubicBezTo>
                <a:cubicBezTo>
                  <a:pt x="940791" y="138553"/>
                  <a:pt x="872474" y="89946"/>
                  <a:pt x="798099" y="34922"/>
                </a:cubicBezTo>
                <a:cubicBezTo>
                  <a:pt x="652045" y="-73149"/>
                  <a:pt x="562632" y="94334"/>
                  <a:pt x="466135" y="202020"/>
                </a:cubicBezTo>
                <a:cubicBezTo>
                  <a:pt x="404978" y="270287"/>
                  <a:pt x="280225" y="341171"/>
                  <a:pt x="0" y="349127"/>
                </a:cubicBezTo>
                <a:cubicBezTo>
                  <a:pt x="186680" y="597939"/>
                  <a:pt x="471653" y="715968"/>
                  <a:pt x="770049" y="708269"/>
                </a:cubicBezTo>
                <a:cubicBezTo>
                  <a:pt x="1022428" y="701750"/>
                  <a:pt x="1214139" y="601455"/>
                  <a:pt x="1325854" y="524951"/>
                </a:cubicBezTo>
                <a:lnTo>
                  <a:pt x="1325854" y="236025"/>
                </a:lnTo>
                <a:close/>
              </a:path>
            </a:pathLst>
          </a:custGeom>
          <a:gradFill>
            <a:gsLst>
              <a:gs pos="57000">
                <a:schemeClr val="bg1">
                  <a:alpha val="0"/>
                </a:schemeClr>
              </a:gs>
              <a:gs pos="100000">
                <a:schemeClr val="accent1">
                  <a:alpha val="40000"/>
                </a:schemeClr>
              </a:gs>
            </a:gsLst>
            <a:lin ang="16433362" scaled="1"/>
          </a:gradFill>
          <a:ln w="3923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pPr lvl="0" algn="l">
              <a:buClrTx/>
              <a:buSzTx/>
              <a:buFontTx/>
            </a:pPr>
            <a:endParaRPr lang="zh-CN" altLang="en-US">
              <a:cs typeface="黑体" panose="02010609060101010101" pitchFamily="49" charset="-122"/>
              <a:sym typeface="+mn-ea"/>
            </a:endParaRPr>
          </a:p>
        </p:txBody>
      </p:sp>
      <p:sp>
        <p:nvSpPr>
          <p:cNvPr id="64" name="任意多边形: 形状 47"/>
          <p:cNvSpPr/>
          <p:nvPr userDrawn="1">
            <p:custDataLst>
              <p:tags r:id="rId35"/>
            </p:custDataLst>
          </p:nvPr>
        </p:nvSpPr>
        <p:spPr>
          <a:xfrm>
            <a:off x="6646430" y="4808265"/>
            <a:ext cx="1888502" cy="1009336"/>
          </a:xfrm>
          <a:custGeom>
            <a:avLst/>
            <a:gdLst>
              <a:gd name="connsiteX0" fmla="*/ 1325854 w 1325854"/>
              <a:gd name="connsiteY0" fmla="*/ 236025 h 708621"/>
              <a:gd name="connsiteX1" fmla="*/ 1279582 w 1325854"/>
              <a:gd name="connsiteY1" fmla="*/ 232124 h 708621"/>
              <a:gd name="connsiteX2" fmla="*/ 1026817 w 1325854"/>
              <a:gd name="connsiteY2" fmla="*/ 171275 h 708621"/>
              <a:gd name="connsiteX3" fmla="*/ 798099 w 1325854"/>
              <a:gd name="connsiteY3" fmla="*/ 34922 h 708621"/>
              <a:gd name="connsiteX4" fmla="*/ 466135 w 1325854"/>
              <a:gd name="connsiteY4" fmla="*/ 202020 h 708621"/>
              <a:gd name="connsiteX5" fmla="*/ 0 w 1325854"/>
              <a:gd name="connsiteY5" fmla="*/ 349127 h 708621"/>
              <a:gd name="connsiteX6" fmla="*/ 770049 w 1325854"/>
              <a:gd name="connsiteY6" fmla="*/ 708269 h 708621"/>
              <a:gd name="connsiteX7" fmla="*/ 1325854 w 1325854"/>
              <a:gd name="connsiteY7" fmla="*/ 524951 h 708621"/>
              <a:gd name="connsiteX8" fmla="*/ 1325854 w 1325854"/>
              <a:gd name="connsiteY8" fmla="*/ 236025 h 7086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325854" h="708621">
                <a:moveTo>
                  <a:pt x="1325854" y="236025"/>
                </a:moveTo>
                <a:cubicBezTo>
                  <a:pt x="1310379" y="235101"/>
                  <a:pt x="1294929" y="233793"/>
                  <a:pt x="1279582" y="232124"/>
                </a:cubicBezTo>
                <a:cubicBezTo>
                  <a:pt x="1193556" y="222731"/>
                  <a:pt x="1108300" y="202251"/>
                  <a:pt x="1026817" y="171275"/>
                </a:cubicBezTo>
                <a:cubicBezTo>
                  <a:pt x="940791" y="138553"/>
                  <a:pt x="872474" y="89946"/>
                  <a:pt x="798099" y="34922"/>
                </a:cubicBezTo>
                <a:cubicBezTo>
                  <a:pt x="652045" y="-73149"/>
                  <a:pt x="562632" y="94334"/>
                  <a:pt x="466135" y="202020"/>
                </a:cubicBezTo>
                <a:cubicBezTo>
                  <a:pt x="404978" y="270287"/>
                  <a:pt x="280225" y="341171"/>
                  <a:pt x="0" y="349127"/>
                </a:cubicBezTo>
                <a:cubicBezTo>
                  <a:pt x="186680" y="597939"/>
                  <a:pt x="471653" y="715968"/>
                  <a:pt x="770049" y="708269"/>
                </a:cubicBezTo>
                <a:cubicBezTo>
                  <a:pt x="1022428" y="701750"/>
                  <a:pt x="1214139" y="601455"/>
                  <a:pt x="1325854" y="524951"/>
                </a:cubicBezTo>
                <a:lnTo>
                  <a:pt x="1325854" y="236025"/>
                </a:lnTo>
                <a:close/>
              </a:path>
            </a:pathLst>
          </a:custGeom>
          <a:gradFill>
            <a:gsLst>
              <a:gs pos="57000">
                <a:schemeClr val="bg1">
                  <a:alpha val="0"/>
                </a:schemeClr>
              </a:gs>
              <a:gs pos="100000">
                <a:schemeClr val="accent1">
                  <a:alpha val="40000"/>
                </a:schemeClr>
              </a:gs>
            </a:gsLst>
            <a:lin ang="16433362" scaled="1"/>
          </a:gradFill>
          <a:ln w="3923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pPr lvl="0" algn="l">
              <a:buClrTx/>
              <a:buSzTx/>
              <a:buFontTx/>
            </a:pPr>
            <a:endParaRPr lang="zh-CN" altLang="en-US">
              <a:cs typeface="黑体" panose="02010609060101010101" pitchFamily="49" charset="-122"/>
              <a:sym typeface="+mn-ea"/>
            </a:endParaRPr>
          </a:p>
        </p:txBody>
      </p:sp>
      <p:sp>
        <p:nvSpPr>
          <p:cNvPr id="2" name="标题 6"/>
          <p:cNvSpPr>
            <a:spLocks noGrp="1"/>
          </p:cNvSpPr>
          <p:nvPr>
            <p:ph type="ctrTitle" hasCustomPrompt="1"/>
            <p:custDataLst>
              <p:tags r:id="rId36"/>
            </p:custDataLst>
          </p:nvPr>
        </p:nvSpPr>
        <p:spPr>
          <a:xfrm>
            <a:off x="1346200" y="2592705"/>
            <a:ext cx="9439910" cy="1423035"/>
          </a:xfrm>
        </p:spPr>
        <p:txBody>
          <a:bodyPr wrap="square" anchor="t" anchorCtr="0">
            <a:normAutofit/>
          </a:bodyPr>
          <a:lstStyle>
            <a:lvl1pPr algn="ctr">
              <a:lnSpc>
                <a:spcPct val="100000"/>
              </a:lnSpc>
              <a:defRPr sz="6600">
                <a:solidFill>
                  <a:schemeClr val="tx1"/>
                </a:solidFill>
              </a:defRPr>
            </a:lvl1pPr>
          </a:lstStyle>
          <a:p>
            <a:r>
              <a:rPr lang="zh-CN" altLang="en-US" dirty="0"/>
              <a:t>单击编辑母版标题</a:t>
            </a:r>
            <a:endParaRPr lang="zh-CN" altLang="en-US" dirty="0"/>
          </a:p>
        </p:txBody>
      </p:sp>
      <p:sp>
        <p:nvSpPr>
          <p:cNvPr id="6" name="日期"/>
          <p:cNvSpPr>
            <a:spLocks noGrp="1"/>
          </p:cNvSpPr>
          <p:nvPr>
            <p:ph type="subTitle" idx="1" hasCustomPrompt="1"/>
            <p:custDataLst>
              <p:tags r:id="rId37"/>
            </p:custDataLst>
          </p:nvPr>
        </p:nvSpPr>
        <p:spPr>
          <a:xfrm>
            <a:off x="1346200" y="1734185"/>
            <a:ext cx="9439910" cy="747395"/>
          </a:xfrm>
        </p:spPr>
        <p:txBody>
          <a:bodyPr wrap="square" anchor="b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4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日期时间</a:t>
            </a:r>
            <a:endParaRPr lang="zh-CN" altLang="en-US" dirty="0"/>
          </a:p>
        </p:txBody>
      </p:sp>
      <p:sp>
        <p:nvSpPr>
          <p:cNvPr id="7" name="署名占位符 10"/>
          <p:cNvSpPr>
            <a:spLocks noGrp="1"/>
          </p:cNvSpPr>
          <p:nvPr>
            <p:ph type="body" sz="quarter" idx="17" hasCustomPrompt="1"/>
            <p:custDataLst>
              <p:tags r:id="rId38"/>
            </p:custDataLst>
          </p:nvPr>
        </p:nvSpPr>
        <p:spPr>
          <a:xfrm>
            <a:off x="4656000" y="4149180"/>
            <a:ext cx="2880000" cy="540000"/>
          </a:xfrm>
          <a:prstGeom prst="roundRect">
            <a:avLst>
              <a:gd name="adj" fmla="val 50000"/>
            </a:avLst>
          </a:prstGeom>
          <a:solidFill>
            <a:schemeClr val="accent1">
              <a:lumMod val="50000"/>
            </a:schemeClr>
          </a:solidFill>
          <a:ln>
            <a:noFill/>
          </a:ln>
        </p:spPr>
        <p:txBody>
          <a:bodyPr wrap="square" lIns="90000" tIns="46800" rIns="90000" bIns="46800"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rgbClr val="FFFFFF"/>
                </a:solidFill>
                <a:latin typeface="+mn-ea"/>
                <a:ea typeface="+mn-ea"/>
              </a:defRPr>
            </a:lvl1pPr>
          </a:lstStyle>
          <a:p>
            <a:pPr lvl="0"/>
            <a:r>
              <a:rPr lang="zh-CN" altLang="en-US" dirty="0"/>
              <a:t>署名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6" Type="http://schemas.openxmlformats.org/officeDocument/2006/relationships/theme" Target="../theme/theme1.xml"/><Relationship Id="rId5" Type="http://schemas.openxmlformats.org/officeDocument/2006/relationships/tags" Target="../tags/tag2.xml"/><Relationship Id="rId4" Type="http://schemas.openxmlformats.org/officeDocument/2006/relationships/tags" Target="../tags/tag1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slideLayout" Target="../slideLayouts/slideLayout11.xml"/><Relationship Id="rId7" Type="http://schemas.openxmlformats.org/officeDocument/2006/relationships/slideLayout" Target="../slideLayouts/slideLayout10.xml"/><Relationship Id="rId6" Type="http://schemas.openxmlformats.org/officeDocument/2006/relationships/slideLayout" Target="../slideLayouts/slideLayout9.xml"/><Relationship Id="rId5" Type="http://schemas.openxmlformats.org/officeDocument/2006/relationships/slideLayout" Target="../slideLayouts/slideLayout8.xml"/><Relationship Id="rId4" Type="http://schemas.openxmlformats.org/officeDocument/2006/relationships/slideLayout" Target="../slideLayouts/slideLayout7.xml"/><Relationship Id="rId3" Type="http://schemas.openxmlformats.org/officeDocument/2006/relationships/slideLayout" Target="../slideLayouts/slideLayout6.xml"/><Relationship Id="rId21" Type="http://schemas.openxmlformats.org/officeDocument/2006/relationships/theme" Target="../theme/theme2.xml"/><Relationship Id="rId20" Type="http://schemas.openxmlformats.org/officeDocument/2006/relationships/tags" Target="../tags/tag201.xml"/><Relationship Id="rId2" Type="http://schemas.openxmlformats.org/officeDocument/2006/relationships/slideLayout" Target="../slideLayouts/slideLayout5.xml"/><Relationship Id="rId19" Type="http://schemas.openxmlformats.org/officeDocument/2006/relationships/tags" Target="../tags/tag200.xml"/><Relationship Id="rId18" Type="http://schemas.openxmlformats.org/officeDocument/2006/relationships/tags" Target="../tags/tag199.xml"/><Relationship Id="rId17" Type="http://schemas.openxmlformats.org/officeDocument/2006/relationships/tags" Target="../tags/tag198.xml"/><Relationship Id="rId16" Type="http://schemas.openxmlformats.org/officeDocument/2006/relationships/tags" Target="../tags/tag197.xml"/><Relationship Id="rId15" Type="http://schemas.openxmlformats.org/officeDocument/2006/relationships/tags" Target="../tags/tag196.xml"/><Relationship Id="rId14" Type="http://schemas.openxmlformats.org/officeDocument/2006/relationships/image" Target="../media/image15.png"/><Relationship Id="rId13" Type="http://schemas.openxmlformats.org/officeDocument/2006/relationships/tags" Target="../tags/tag195.xml"/><Relationship Id="rId12" Type="http://schemas.openxmlformats.org/officeDocument/2006/relationships/tags" Target="../tags/tag194.xml"/><Relationship Id="rId11" Type="http://schemas.openxmlformats.org/officeDocument/2006/relationships/slideLayout" Target="../slideLayouts/slideLayout14.xml"/><Relationship Id="rId10" Type="http://schemas.openxmlformats.org/officeDocument/2006/relationships/slideLayout" Target="../slideLayouts/slideLayout13.xml"/><Relationship Id="rId1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占位符 1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8" name="文本占位符 2"/>
          <p:cNvSpPr>
            <a:spLocks noGrp="1"/>
          </p:cNvSpPr>
          <p:nvPr>
            <p:ph type="body" idx="1"/>
            <p:custDataLst>
              <p:tags r:id="rId5"/>
            </p:custDataLst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9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10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</a:defRPr>
            </a:lvl1pPr>
          </a:lstStyle>
          <a:p>
            <a:endParaRPr lang="zh-CN" altLang="en-US"/>
          </a:p>
        </p:txBody>
      </p:sp>
      <p:sp>
        <p:nvSpPr>
          <p:cNvPr id="11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transition/>
  <p:hf sldNum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>
            <p:custDataLst>
              <p:tags r:id="rId12"/>
            </p:custDataLst>
          </p:nvPr>
        </p:nvSpPr>
        <p:spPr>
          <a:xfrm>
            <a:off x="0" y="5588000"/>
            <a:ext cx="12192000" cy="1269999"/>
          </a:xfrm>
          <a:prstGeom prst="rect">
            <a:avLst/>
          </a:prstGeom>
          <a:gradFill>
            <a:gsLst>
              <a:gs pos="0">
                <a:schemeClr val="accent1">
                  <a:lumMod val="20000"/>
                  <a:lumOff val="80000"/>
                  <a:alpha val="0"/>
                </a:schemeClr>
              </a:gs>
              <a:gs pos="100000">
                <a:schemeClr val="accent1">
                  <a:alpha val="36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cs typeface="黑体" panose="02010609060101010101" pitchFamily="49" charset="-122"/>
              <a:sym typeface="+mn-ea"/>
            </a:endParaRPr>
          </a:p>
        </p:txBody>
      </p:sp>
      <p:pic>
        <p:nvPicPr>
          <p:cNvPr id="9" name="图片 6"/>
          <p:cNvPicPr/>
          <p:nvPr userDrawn="1">
            <p:custDataLst>
              <p:tags r:id="rId13"/>
            </p:custDataLst>
          </p:nvPr>
        </p:nvPicPr>
        <p:blipFill>
          <a:blip r:embed="rId14">
            <a:alphaModFix amt="15000"/>
          </a:blip>
          <a:srcRect l="3370" r="11337"/>
          <a:stretch>
            <a:fillRect/>
          </a:stretch>
        </p:blipFill>
        <p:spPr>
          <a:xfrm>
            <a:off x="0" y="2964951"/>
            <a:ext cx="12192000" cy="2852650"/>
          </a:xfrm>
          <a:custGeom>
            <a:avLst/>
            <a:gdLst>
              <a:gd name="connsiteX0" fmla="*/ 0 w 12192000"/>
              <a:gd name="connsiteY0" fmla="*/ 0 h 2852650"/>
              <a:gd name="connsiteX1" fmla="*/ 12192000 w 12192000"/>
              <a:gd name="connsiteY1" fmla="*/ 0 h 2852650"/>
              <a:gd name="connsiteX2" fmla="*/ 12192000 w 12192000"/>
              <a:gd name="connsiteY2" fmla="*/ 2852650 h 2852650"/>
              <a:gd name="connsiteX3" fmla="*/ 0 w 12192000"/>
              <a:gd name="connsiteY3" fmla="*/ 2852650 h 2852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2852650">
                <a:moveTo>
                  <a:pt x="0" y="0"/>
                </a:moveTo>
                <a:lnTo>
                  <a:pt x="12192000" y="0"/>
                </a:lnTo>
                <a:lnTo>
                  <a:pt x="12192000" y="2852650"/>
                </a:lnTo>
                <a:lnTo>
                  <a:pt x="0" y="2852650"/>
                </a:lnTo>
                <a:close/>
              </a:path>
            </a:pathLst>
          </a:custGeom>
        </p:spPr>
      </p:pic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5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6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</a:defRPr>
            </a:lvl1pPr>
          </a:lstStyle>
          <a:p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7"/>
            </p:custDataLst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8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  <p:custDataLst>
              <p:tags r:id="rId19"/>
            </p:custDataLst>
          </p:nvPr>
        </p:nvSpPr>
        <p:spPr>
          <a:xfrm>
            <a:off x="695960" y="360000"/>
            <a:ext cx="10800000" cy="72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8" name="KSO_TEMPLATE" hidden="1"/>
          <p:cNvSpPr/>
          <p:nvPr userDrawn="1">
            <p:custDataLst>
              <p:tags r:id="rId20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54" r:id="rId2"/>
    <p:sldLayoutId id="2147483655" r:id="rId3"/>
    <p:sldLayoutId id="2147483656" r:id="rId4"/>
    <p:sldLayoutId id="2147483657" r:id="rId5"/>
    <p:sldLayoutId id="2147483658" r:id="rId6"/>
    <p:sldLayoutId id="2147483659" r:id="rId7"/>
    <p:sldLayoutId id="2147483660" r:id="rId8"/>
    <p:sldLayoutId id="2147483661" r:id="rId9"/>
    <p:sldLayoutId id="2147483662" r:id="rId10"/>
    <p:sldLayoutId id="214748366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i="0" u="none" kern="1200" spc="0">
          <a:solidFill>
            <a:schemeClr val="tx1"/>
          </a:solidFill>
          <a:effectLst/>
          <a:uFill>
            <a:solidFill>
              <a:schemeClr val="bg1"/>
            </a:solidFill>
          </a:uFill>
          <a:latin typeface="+mj-ea"/>
          <a:ea typeface="+mj-ea"/>
          <a:cs typeface="+mj-cs"/>
        </a:defRPr>
      </a:lvl1pPr>
    </p:titleStyle>
    <p:bodyStyle>
      <a:lvl1pPr marL="228600" indent="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sz="2400" kern="1200" spc="0">
          <a:solidFill>
            <a:schemeClr val="tx1"/>
          </a:solidFill>
          <a:latin typeface="+mn-ea"/>
          <a:ea typeface="+mn-ea"/>
          <a:cs typeface="+mn-cs"/>
        </a:defRPr>
      </a:lvl1pPr>
      <a:lvl2pPr marL="685800" indent="0" algn="l" defTabSz="914400" rtl="0" eaLnBrk="1" latinLnBrk="0" hangingPunct="1">
        <a:lnSpc>
          <a:spcPct val="130000"/>
        </a:lnSpc>
        <a:spcBef>
          <a:spcPts val="500"/>
        </a:spcBef>
        <a:buFont typeface="Arial" panose="020B0604020202020204" pitchFamily="34" charset="0"/>
        <a:buChar char="•"/>
        <a:defRPr sz="2000" kern="1200" spc="0">
          <a:solidFill>
            <a:schemeClr val="tx1"/>
          </a:solidFill>
          <a:latin typeface="+mn-ea"/>
          <a:ea typeface="+mn-ea"/>
          <a:cs typeface="+mn-cs"/>
        </a:defRPr>
      </a:lvl2pPr>
      <a:lvl3pPr marL="1143000" indent="0" algn="l" defTabSz="914400" rtl="0" eaLnBrk="1" latinLnBrk="0" hangingPunct="1">
        <a:lnSpc>
          <a:spcPct val="130000"/>
        </a:lnSpc>
        <a:spcBef>
          <a:spcPts val="500"/>
        </a:spcBef>
        <a:buFont typeface="Arial" panose="020B0604020202020204" pitchFamily="34" charset="0"/>
        <a:buChar char="•"/>
        <a:defRPr sz="1800" kern="1200" spc="0">
          <a:solidFill>
            <a:schemeClr val="tx1"/>
          </a:solidFill>
          <a:latin typeface="+mn-ea"/>
          <a:ea typeface="+mn-ea"/>
          <a:cs typeface="+mn-cs"/>
        </a:defRPr>
      </a:lvl3pPr>
      <a:lvl4pPr marL="1600200" indent="0" algn="l" defTabSz="914400" rtl="0" eaLnBrk="1" latinLnBrk="0" hangingPunct="1">
        <a:lnSpc>
          <a:spcPct val="130000"/>
        </a:lnSpc>
        <a:spcBef>
          <a:spcPts val="500"/>
        </a:spcBef>
        <a:buFont typeface="Arial" panose="020B0604020202020204" pitchFamily="34" charset="0"/>
        <a:buChar char="•"/>
        <a:defRPr sz="1800" kern="1200" spc="0">
          <a:solidFill>
            <a:schemeClr val="tx1"/>
          </a:solidFill>
          <a:latin typeface="+mn-ea"/>
          <a:ea typeface="+mn-ea"/>
          <a:cs typeface="+mn-cs"/>
        </a:defRPr>
      </a:lvl4pPr>
      <a:lvl5pPr marL="2057400" indent="0" algn="l" defTabSz="914400" rtl="0" eaLnBrk="1" latinLnBrk="0" hangingPunct="1">
        <a:lnSpc>
          <a:spcPct val="130000"/>
        </a:lnSpc>
        <a:spcBef>
          <a:spcPts val="500"/>
        </a:spcBef>
        <a:buFont typeface="Arial" panose="020B0604020202020204" pitchFamily="34" charset="0"/>
        <a:buChar char="•"/>
        <a:defRPr sz="1800" kern="1200" spc="0">
          <a:solidFill>
            <a:schemeClr val="tx1"/>
          </a:solidFill>
          <a:latin typeface="+mn-ea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202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211.xml"/><Relationship Id="rId8" Type="http://schemas.openxmlformats.org/officeDocument/2006/relationships/tags" Target="../tags/tag210.xml"/><Relationship Id="rId7" Type="http://schemas.openxmlformats.org/officeDocument/2006/relationships/tags" Target="../tags/tag209.xml"/><Relationship Id="rId6" Type="http://schemas.openxmlformats.org/officeDocument/2006/relationships/tags" Target="../tags/tag208.xml"/><Relationship Id="rId5" Type="http://schemas.openxmlformats.org/officeDocument/2006/relationships/tags" Target="../tags/tag207.xml"/><Relationship Id="rId4" Type="http://schemas.openxmlformats.org/officeDocument/2006/relationships/tags" Target="../tags/tag206.xml"/><Relationship Id="rId3" Type="http://schemas.openxmlformats.org/officeDocument/2006/relationships/tags" Target="../tags/tag205.xml"/><Relationship Id="rId2" Type="http://schemas.openxmlformats.org/officeDocument/2006/relationships/tags" Target="../tags/tag204.xml"/><Relationship Id="rId12" Type="http://schemas.openxmlformats.org/officeDocument/2006/relationships/notesSlide" Target="../notesSlides/notesSlide2.xml"/><Relationship Id="rId11" Type="http://schemas.openxmlformats.org/officeDocument/2006/relationships/slideLayout" Target="../slideLayouts/slideLayout6.xml"/><Relationship Id="rId10" Type="http://schemas.openxmlformats.org/officeDocument/2006/relationships/tags" Target="../tags/tag212.xml"/><Relationship Id="rId1" Type="http://schemas.openxmlformats.org/officeDocument/2006/relationships/tags" Target="../tags/tag203.xml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7.xml"/><Relationship Id="rId3" Type="http://schemas.openxmlformats.org/officeDocument/2006/relationships/tags" Target="../tags/tag215.xml"/><Relationship Id="rId2" Type="http://schemas.openxmlformats.org/officeDocument/2006/relationships/tags" Target="../tags/tag214.xml"/><Relationship Id="rId1" Type="http://schemas.openxmlformats.org/officeDocument/2006/relationships/tags" Target="../tags/tag213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224.xml"/><Relationship Id="rId8" Type="http://schemas.openxmlformats.org/officeDocument/2006/relationships/tags" Target="../tags/tag223.xml"/><Relationship Id="rId7" Type="http://schemas.openxmlformats.org/officeDocument/2006/relationships/tags" Target="../tags/tag222.xml"/><Relationship Id="rId6" Type="http://schemas.openxmlformats.org/officeDocument/2006/relationships/tags" Target="../tags/tag221.xml"/><Relationship Id="rId5" Type="http://schemas.openxmlformats.org/officeDocument/2006/relationships/tags" Target="../tags/tag220.xml"/><Relationship Id="rId4" Type="http://schemas.openxmlformats.org/officeDocument/2006/relationships/tags" Target="../tags/tag219.xml"/><Relationship Id="rId30" Type="http://schemas.openxmlformats.org/officeDocument/2006/relationships/notesSlide" Target="../notesSlides/notesSlide4.xml"/><Relationship Id="rId3" Type="http://schemas.openxmlformats.org/officeDocument/2006/relationships/tags" Target="../tags/tag218.xml"/><Relationship Id="rId29" Type="http://schemas.openxmlformats.org/officeDocument/2006/relationships/slideLayout" Target="../slideLayouts/slideLayout5.xml"/><Relationship Id="rId28" Type="http://schemas.openxmlformats.org/officeDocument/2006/relationships/tags" Target="../tags/tag243.xml"/><Relationship Id="rId27" Type="http://schemas.openxmlformats.org/officeDocument/2006/relationships/tags" Target="../tags/tag242.xml"/><Relationship Id="rId26" Type="http://schemas.openxmlformats.org/officeDocument/2006/relationships/tags" Target="../tags/tag241.xml"/><Relationship Id="rId25" Type="http://schemas.openxmlformats.org/officeDocument/2006/relationships/tags" Target="../tags/tag240.xml"/><Relationship Id="rId24" Type="http://schemas.openxmlformats.org/officeDocument/2006/relationships/tags" Target="../tags/tag239.xml"/><Relationship Id="rId23" Type="http://schemas.openxmlformats.org/officeDocument/2006/relationships/tags" Target="../tags/tag238.xml"/><Relationship Id="rId22" Type="http://schemas.openxmlformats.org/officeDocument/2006/relationships/tags" Target="../tags/tag237.xml"/><Relationship Id="rId21" Type="http://schemas.openxmlformats.org/officeDocument/2006/relationships/tags" Target="../tags/tag236.xml"/><Relationship Id="rId20" Type="http://schemas.openxmlformats.org/officeDocument/2006/relationships/tags" Target="../tags/tag235.xml"/><Relationship Id="rId2" Type="http://schemas.openxmlformats.org/officeDocument/2006/relationships/tags" Target="../tags/tag217.xml"/><Relationship Id="rId19" Type="http://schemas.openxmlformats.org/officeDocument/2006/relationships/tags" Target="../tags/tag234.xml"/><Relationship Id="rId18" Type="http://schemas.openxmlformats.org/officeDocument/2006/relationships/tags" Target="../tags/tag233.xml"/><Relationship Id="rId17" Type="http://schemas.openxmlformats.org/officeDocument/2006/relationships/tags" Target="../tags/tag232.xml"/><Relationship Id="rId16" Type="http://schemas.openxmlformats.org/officeDocument/2006/relationships/tags" Target="../tags/tag231.xml"/><Relationship Id="rId15" Type="http://schemas.openxmlformats.org/officeDocument/2006/relationships/tags" Target="../tags/tag230.xml"/><Relationship Id="rId14" Type="http://schemas.openxmlformats.org/officeDocument/2006/relationships/tags" Target="../tags/tag229.xml"/><Relationship Id="rId13" Type="http://schemas.openxmlformats.org/officeDocument/2006/relationships/tags" Target="../tags/tag228.xml"/><Relationship Id="rId12" Type="http://schemas.openxmlformats.org/officeDocument/2006/relationships/tags" Target="../tags/tag227.xml"/><Relationship Id="rId11" Type="http://schemas.openxmlformats.org/officeDocument/2006/relationships/tags" Target="../tags/tag226.xml"/><Relationship Id="rId10" Type="http://schemas.openxmlformats.org/officeDocument/2006/relationships/tags" Target="../tags/tag225.xml"/><Relationship Id="rId1" Type="http://schemas.openxmlformats.org/officeDocument/2006/relationships/tags" Target="../tags/tag216.xml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5.xml"/><Relationship Id="rId4" Type="http://schemas.openxmlformats.org/officeDocument/2006/relationships/slideLayout" Target="../slideLayouts/slideLayout7.xml"/><Relationship Id="rId3" Type="http://schemas.openxmlformats.org/officeDocument/2006/relationships/tags" Target="../tags/tag246.xml"/><Relationship Id="rId2" Type="http://schemas.openxmlformats.org/officeDocument/2006/relationships/tags" Target="../tags/tag245.xml"/><Relationship Id="rId1" Type="http://schemas.openxmlformats.org/officeDocument/2006/relationships/tags" Target="../tags/tag244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255.xml"/><Relationship Id="rId8" Type="http://schemas.openxmlformats.org/officeDocument/2006/relationships/tags" Target="../tags/tag254.xml"/><Relationship Id="rId7" Type="http://schemas.openxmlformats.org/officeDocument/2006/relationships/tags" Target="../tags/tag253.xml"/><Relationship Id="rId6" Type="http://schemas.openxmlformats.org/officeDocument/2006/relationships/tags" Target="../tags/tag252.xml"/><Relationship Id="rId5" Type="http://schemas.openxmlformats.org/officeDocument/2006/relationships/tags" Target="../tags/tag251.xml"/><Relationship Id="rId4" Type="http://schemas.openxmlformats.org/officeDocument/2006/relationships/tags" Target="../tags/tag250.xml"/><Relationship Id="rId3" Type="http://schemas.openxmlformats.org/officeDocument/2006/relationships/tags" Target="../tags/tag249.xml"/><Relationship Id="rId23" Type="http://schemas.openxmlformats.org/officeDocument/2006/relationships/notesSlide" Target="../notesSlides/notesSlide6.xml"/><Relationship Id="rId22" Type="http://schemas.openxmlformats.org/officeDocument/2006/relationships/slideLayout" Target="../slideLayouts/slideLayout5.xml"/><Relationship Id="rId21" Type="http://schemas.openxmlformats.org/officeDocument/2006/relationships/tags" Target="../tags/tag267.xml"/><Relationship Id="rId20" Type="http://schemas.openxmlformats.org/officeDocument/2006/relationships/tags" Target="../tags/tag266.xml"/><Relationship Id="rId2" Type="http://schemas.openxmlformats.org/officeDocument/2006/relationships/tags" Target="../tags/tag248.xml"/><Relationship Id="rId19" Type="http://schemas.openxmlformats.org/officeDocument/2006/relationships/tags" Target="../tags/tag265.xml"/><Relationship Id="rId18" Type="http://schemas.openxmlformats.org/officeDocument/2006/relationships/tags" Target="../tags/tag264.xml"/><Relationship Id="rId17" Type="http://schemas.openxmlformats.org/officeDocument/2006/relationships/tags" Target="../tags/tag263.xml"/><Relationship Id="rId16" Type="http://schemas.openxmlformats.org/officeDocument/2006/relationships/tags" Target="../tags/tag262.xml"/><Relationship Id="rId15" Type="http://schemas.openxmlformats.org/officeDocument/2006/relationships/tags" Target="../tags/tag261.xml"/><Relationship Id="rId14" Type="http://schemas.openxmlformats.org/officeDocument/2006/relationships/tags" Target="../tags/tag260.xml"/><Relationship Id="rId13" Type="http://schemas.openxmlformats.org/officeDocument/2006/relationships/tags" Target="../tags/tag259.xml"/><Relationship Id="rId12" Type="http://schemas.openxmlformats.org/officeDocument/2006/relationships/tags" Target="../tags/tag258.xml"/><Relationship Id="rId11" Type="http://schemas.openxmlformats.org/officeDocument/2006/relationships/tags" Target="../tags/tag257.xml"/><Relationship Id="rId10" Type="http://schemas.openxmlformats.org/officeDocument/2006/relationships/tags" Target="../tags/tag256.xml"/><Relationship Id="rId1" Type="http://schemas.openxmlformats.org/officeDocument/2006/relationships/tags" Target="../tags/tag247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276.xml"/><Relationship Id="rId8" Type="http://schemas.openxmlformats.org/officeDocument/2006/relationships/tags" Target="../tags/tag275.xml"/><Relationship Id="rId7" Type="http://schemas.openxmlformats.org/officeDocument/2006/relationships/tags" Target="../tags/tag274.xml"/><Relationship Id="rId6" Type="http://schemas.openxmlformats.org/officeDocument/2006/relationships/tags" Target="../tags/tag273.xml"/><Relationship Id="rId5" Type="http://schemas.openxmlformats.org/officeDocument/2006/relationships/tags" Target="../tags/tag272.xml"/><Relationship Id="rId4" Type="http://schemas.openxmlformats.org/officeDocument/2006/relationships/tags" Target="../tags/tag271.xml"/><Relationship Id="rId3" Type="http://schemas.openxmlformats.org/officeDocument/2006/relationships/tags" Target="../tags/tag270.xml"/><Relationship Id="rId25" Type="http://schemas.openxmlformats.org/officeDocument/2006/relationships/notesSlide" Target="../notesSlides/notesSlide7.xml"/><Relationship Id="rId24" Type="http://schemas.openxmlformats.org/officeDocument/2006/relationships/slideLayout" Target="../slideLayouts/slideLayout10.xml"/><Relationship Id="rId23" Type="http://schemas.openxmlformats.org/officeDocument/2006/relationships/tags" Target="../tags/tag290.xml"/><Relationship Id="rId22" Type="http://schemas.openxmlformats.org/officeDocument/2006/relationships/tags" Target="../tags/tag289.xml"/><Relationship Id="rId21" Type="http://schemas.openxmlformats.org/officeDocument/2006/relationships/tags" Target="../tags/tag288.xml"/><Relationship Id="rId20" Type="http://schemas.openxmlformats.org/officeDocument/2006/relationships/tags" Target="../tags/tag287.xml"/><Relationship Id="rId2" Type="http://schemas.openxmlformats.org/officeDocument/2006/relationships/tags" Target="../tags/tag269.xml"/><Relationship Id="rId19" Type="http://schemas.openxmlformats.org/officeDocument/2006/relationships/tags" Target="../tags/tag286.xml"/><Relationship Id="rId18" Type="http://schemas.openxmlformats.org/officeDocument/2006/relationships/tags" Target="../tags/tag285.xml"/><Relationship Id="rId17" Type="http://schemas.openxmlformats.org/officeDocument/2006/relationships/tags" Target="../tags/tag284.xml"/><Relationship Id="rId16" Type="http://schemas.openxmlformats.org/officeDocument/2006/relationships/tags" Target="../tags/tag283.xml"/><Relationship Id="rId15" Type="http://schemas.openxmlformats.org/officeDocument/2006/relationships/tags" Target="../tags/tag282.xml"/><Relationship Id="rId14" Type="http://schemas.openxmlformats.org/officeDocument/2006/relationships/tags" Target="../tags/tag281.xml"/><Relationship Id="rId13" Type="http://schemas.openxmlformats.org/officeDocument/2006/relationships/tags" Target="../tags/tag280.xml"/><Relationship Id="rId12" Type="http://schemas.openxmlformats.org/officeDocument/2006/relationships/tags" Target="../tags/tag279.xml"/><Relationship Id="rId11" Type="http://schemas.openxmlformats.org/officeDocument/2006/relationships/tags" Target="../tags/tag278.xml"/><Relationship Id="rId10" Type="http://schemas.openxmlformats.org/officeDocument/2006/relationships/tags" Target="../tags/tag277.xml"/><Relationship Id="rId1" Type="http://schemas.openxmlformats.org/officeDocument/2006/relationships/tags" Target="../tags/tag268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tags" Target="../tags/tag299.xml"/><Relationship Id="rId8" Type="http://schemas.openxmlformats.org/officeDocument/2006/relationships/tags" Target="../tags/tag298.xml"/><Relationship Id="rId7" Type="http://schemas.openxmlformats.org/officeDocument/2006/relationships/tags" Target="../tags/tag297.xml"/><Relationship Id="rId6" Type="http://schemas.openxmlformats.org/officeDocument/2006/relationships/tags" Target="../tags/tag296.xml"/><Relationship Id="rId5" Type="http://schemas.openxmlformats.org/officeDocument/2006/relationships/tags" Target="../tags/tag295.xml"/><Relationship Id="rId4" Type="http://schemas.openxmlformats.org/officeDocument/2006/relationships/tags" Target="../tags/tag294.xml"/><Relationship Id="rId3" Type="http://schemas.openxmlformats.org/officeDocument/2006/relationships/tags" Target="../tags/tag293.xml"/><Relationship Id="rId23" Type="http://schemas.openxmlformats.org/officeDocument/2006/relationships/notesSlide" Target="../notesSlides/notesSlide8.xml"/><Relationship Id="rId22" Type="http://schemas.openxmlformats.org/officeDocument/2006/relationships/slideLayout" Target="../slideLayouts/slideLayout10.xml"/><Relationship Id="rId21" Type="http://schemas.openxmlformats.org/officeDocument/2006/relationships/tags" Target="../tags/tag311.xml"/><Relationship Id="rId20" Type="http://schemas.openxmlformats.org/officeDocument/2006/relationships/tags" Target="../tags/tag310.xml"/><Relationship Id="rId2" Type="http://schemas.openxmlformats.org/officeDocument/2006/relationships/tags" Target="../tags/tag292.xml"/><Relationship Id="rId19" Type="http://schemas.openxmlformats.org/officeDocument/2006/relationships/tags" Target="../tags/tag309.xml"/><Relationship Id="rId18" Type="http://schemas.openxmlformats.org/officeDocument/2006/relationships/tags" Target="../tags/tag308.xml"/><Relationship Id="rId17" Type="http://schemas.openxmlformats.org/officeDocument/2006/relationships/tags" Target="../tags/tag307.xml"/><Relationship Id="rId16" Type="http://schemas.openxmlformats.org/officeDocument/2006/relationships/tags" Target="../tags/tag306.xml"/><Relationship Id="rId15" Type="http://schemas.openxmlformats.org/officeDocument/2006/relationships/tags" Target="../tags/tag305.xml"/><Relationship Id="rId14" Type="http://schemas.openxmlformats.org/officeDocument/2006/relationships/tags" Target="../tags/tag304.xml"/><Relationship Id="rId13" Type="http://schemas.openxmlformats.org/officeDocument/2006/relationships/tags" Target="../tags/tag303.xml"/><Relationship Id="rId12" Type="http://schemas.openxmlformats.org/officeDocument/2006/relationships/tags" Target="../tags/tag302.xml"/><Relationship Id="rId11" Type="http://schemas.openxmlformats.org/officeDocument/2006/relationships/tags" Target="../tags/tag301.xml"/><Relationship Id="rId10" Type="http://schemas.openxmlformats.org/officeDocument/2006/relationships/tags" Target="../tags/tag300.xml"/><Relationship Id="rId1" Type="http://schemas.openxmlformats.org/officeDocument/2006/relationships/tags" Target="../tags/tag291.xml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tags" Target="../tags/tag320.xml"/><Relationship Id="rId8" Type="http://schemas.openxmlformats.org/officeDocument/2006/relationships/tags" Target="../tags/tag319.xml"/><Relationship Id="rId7" Type="http://schemas.openxmlformats.org/officeDocument/2006/relationships/tags" Target="../tags/tag318.xml"/><Relationship Id="rId6" Type="http://schemas.openxmlformats.org/officeDocument/2006/relationships/tags" Target="../tags/tag317.xml"/><Relationship Id="rId5" Type="http://schemas.openxmlformats.org/officeDocument/2006/relationships/tags" Target="../tags/tag316.xml"/><Relationship Id="rId4" Type="http://schemas.openxmlformats.org/officeDocument/2006/relationships/tags" Target="../tags/tag315.xml"/><Relationship Id="rId32" Type="http://schemas.openxmlformats.org/officeDocument/2006/relationships/notesSlide" Target="../notesSlides/notesSlide9.xml"/><Relationship Id="rId31" Type="http://schemas.openxmlformats.org/officeDocument/2006/relationships/slideLayout" Target="../slideLayouts/slideLayout5.xml"/><Relationship Id="rId30" Type="http://schemas.openxmlformats.org/officeDocument/2006/relationships/tags" Target="../tags/tag341.xml"/><Relationship Id="rId3" Type="http://schemas.openxmlformats.org/officeDocument/2006/relationships/tags" Target="../tags/tag314.xml"/><Relationship Id="rId29" Type="http://schemas.openxmlformats.org/officeDocument/2006/relationships/tags" Target="../tags/tag340.xml"/><Relationship Id="rId28" Type="http://schemas.openxmlformats.org/officeDocument/2006/relationships/tags" Target="../tags/tag339.xml"/><Relationship Id="rId27" Type="http://schemas.openxmlformats.org/officeDocument/2006/relationships/tags" Target="../tags/tag338.xml"/><Relationship Id="rId26" Type="http://schemas.openxmlformats.org/officeDocument/2006/relationships/tags" Target="../tags/tag337.xml"/><Relationship Id="rId25" Type="http://schemas.openxmlformats.org/officeDocument/2006/relationships/tags" Target="../tags/tag336.xml"/><Relationship Id="rId24" Type="http://schemas.openxmlformats.org/officeDocument/2006/relationships/tags" Target="../tags/tag335.xml"/><Relationship Id="rId23" Type="http://schemas.openxmlformats.org/officeDocument/2006/relationships/tags" Target="../tags/tag334.xml"/><Relationship Id="rId22" Type="http://schemas.openxmlformats.org/officeDocument/2006/relationships/tags" Target="../tags/tag333.xml"/><Relationship Id="rId21" Type="http://schemas.openxmlformats.org/officeDocument/2006/relationships/tags" Target="../tags/tag332.xml"/><Relationship Id="rId20" Type="http://schemas.openxmlformats.org/officeDocument/2006/relationships/tags" Target="../tags/tag331.xml"/><Relationship Id="rId2" Type="http://schemas.openxmlformats.org/officeDocument/2006/relationships/tags" Target="../tags/tag313.xml"/><Relationship Id="rId19" Type="http://schemas.openxmlformats.org/officeDocument/2006/relationships/tags" Target="../tags/tag330.xml"/><Relationship Id="rId18" Type="http://schemas.openxmlformats.org/officeDocument/2006/relationships/tags" Target="../tags/tag329.xml"/><Relationship Id="rId17" Type="http://schemas.openxmlformats.org/officeDocument/2006/relationships/tags" Target="../tags/tag328.xml"/><Relationship Id="rId16" Type="http://schemas.openxmlformats.org/officeDocument/2006/relationships/tags" Target="../tags/tag327.xml"/><Relationship Id="rId15" Type="http://schemas.openxmlformats.org/officeDocument/2006/relationships/tags" Target="../tags/tag326.xml"/><Relationship Id="rId14" Type="http://schemas.openxmlformats.org/officeDocument/2006/relationships/tags" Target="../tags/tag325.xml"/><Relationship Id="rId13" Type="http://schemas.openxmlformats.org/officeDocument/2006/relationships/tags" Target="../tags/tag324.xml"/><Relationship Id="rId12" Type="http://schemas.openxmlformats.org/officeDocument/2006/relationships/tags" Target="../tags/tag323.xml"/><Relationship Id="rId11" Type="http://schemas.openxmlformats.org/officeDocument/2006/relationships/tags" Target="../tags/tag322.xml"/><Relationship Id="rId10" Type="http://schemas.openxmlformats.org/officeDocument/2006/relationships/tags" Target="../tags/tag321.xml"/><Relationship Id="rId1" Type="http://schemas.openxmlformats.org/officeDocument/2006/relationships/tags" Target="../tags/tag312.xml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tags" Target="../tags/tag350.xml"/><Relationship Id="rId8" Type="http://schemas.openxmlformats.org/officeDocument/2006/relationships/tags" Target="../tags/tag349.xml"/><Relationship Id="rId7" Type="http://schemas.openxmlformats.org/officeDocument/2006/relationships/tags" Target="../tags/tag348.xml"/><Relationship Id="rId6" Type="http://schemas.openxmlformats.org/officeDocument/2006/relationships/tags" Target="../tags/tag347.xml"/><Relationship Id="rId5" Type="http://schemas.openxmlformats.org/officeDocument/2006/relationships/tags" Target="../tags/tag346.xml"/><Relationship Id="rId4" Type="http://schemas.openxmlformats.org/officeDocument/2006/relationships/tags" Target="../tags/tag345.xml"/><Relationship Id="rId35" Type="http://schemas.openxmlformats.org/officeDocument/2006/relationships/notesSlide" Target="../notesSlides/notesSlide10.xml"/><Relationship Id="rId34" Type="http://schemas.openxmlformats.org/officeDocument/2006/relationships/slideLayout" Target="../slideLayouts/slideLayout5.xml"/><Relationship Id="rId33" Type="http://schemas.openxmlformats.org/officeDocument/2006/relationships/tags" Target="../tags/tag374.xml"/><Relationship Id="rId32" Type="http://schemas.openxmlformats.org/officeDocument/2006/relationships/tags" Target="../tags/tag373.xml"/><Relationship Id="rId31" Type="http://schemas.openxmlformats.org/officeDocument/2006/relationships/tags" Target="../tags/tag372.xml"/><Relationship Id="rId30" Type="http://schemas.openxmlformats.org/officeDocument/2006/relationships/tags" Target="../tags/tag371.xml"/><Relationship Id="rId3" Type="http://schemas.openxmlformats.org/officeDocument/2006/relationships/tags" Target="../tags/tag344.xml"/><Relationship Id="rId29" Type="http://schemas.openxmlformats.org/officeDocument/2006/relationships/tags" Target="../tags/tag370.xml"/><Relationship Id="rId28" Type="http://schemas.openxmlformats.org/officeDocument/2006/relationships/tags" Target="../tags/tag369.xml"/><Relationship Id="rId27" Type="http://schemas.openxmlformats.org/officeDocument/2006/relationships/tags" Target="../tags/tag368.xml"/><Relationship Id="rId26" Type="http://schemas.openxmlformats.org/officeDocument/2006/relationships/tags" Target="../tags/tag367.xml"/><Relationship Id="rId25" Type="http://schemas.openxmlformats.org/officeDocument/2006/relationships/tags" Target="../tags/tag366.xml"/><Relationship Id="rId24" Type="http://schemas.openxmlformats.org/officeDocument/2006/relationships/tags" Target="../tags/tag365.xml"/><Relationship Id="rId23" Type="http://schemas.openxmlformats.org/officeDocument/2006/relationships/tags" Target="../tags/tag364.xml"/><Relationship Id="rId22" Type="http://schemas.openxmlformats.org/officeDocument/2006/relationships/tags" Target="../tags/tag363.xml"/><Relationship Id="rId21" Type="http://schemas.openxmlformats.org/officeDocument/2006/relationships/tags" Target="../tags/tag362.xml"/><Relationship Id="rId20" Type="http://schemas.openxmlformats.org/officeDocument/2006/relationships/tags" Target="../tags/tag361.xml"/><Relationship Id="rId2" Type="http://schemas.openxmlformats.org/officeDocument/2006/relationships/tags" Target="../tags/tag343.xml"/><Relationship Id="rId19" Type="http://schemas.openxmlformats.org/officeDocument/2006/relationships/tags" Target="../tags/tag360.xml"/><Relationship Id="rId18" Type="http://schemas.openxmlformats.org/officeDocument/2006/relationships/tags" Target="../tags/tag359.xml"/><Relationship Id="rId17" Type="http://schemas.openxmlformats.org/officeDocument/2006/relationships/tags" Target="../tags/tag358.xml"/><Relationship Id="rId16" Type="http://schemas.openxmlformats.org/officeDocument/2006/relationships/tags" Target="../tags/tag357.xml"/><Relationship Id="rId15" Type="http://schemas.openxmlformats.org/officeDocument/2006/relationships/tags" Target="../tags/tag356.xml"/><Relationship Id="rId14" Type="http://schemas.openxmlformats.org/officeDocument/2006/relationships/tags" Target="../tags/tag355.xml"/><Relationship Id="rId13" Type="http://schemas.openxmlformats.org/officeDocument/2006/relationships/tags" Target="../tags/tag354.xml"/><Relationship Id="rId12" Type="http://schemas.openxmlformats.org/officeDocument/2006/relationships/tags" Target="../tags/tag353.xml"/><Relationship Id="rId11" Type="http://schemas.openxmlformats.org/officeDocument/2006/relationships/tags" Target="../tags/tag352.xml"/><Relationship Id="rId10" Type="http://schemas.openxmlformats.org/officeDocument/2006/relationships/tags" Target="../tags/tag351.xml"/><Relationship Id="rId1" Type="http://schemas.openxmlformats.org/officeDocument/2006/relationships/tags" Target="../tags/tag342.xml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1.xml"/><Relationship Id="rId4" Type="http://schemas.openxmlformats.org/officeDocument/2006/relationships/slideLayout" Target="../slideLayouts/slideLayout7.xml"/><Relationship Id="rId3" Type="http://schemas.openxmlformats.org/officeDocument/2006/relationships/tags" Target="../tags/tag377.xml"/><Relationship Id="rId2" Type="http://schemas.openxmlformats.org/officeDocument/2006/relationships/tags" Target="../tags/tag376.xml"/><Relationship Id="rId1" Type="http://schemas.openxmlformats.org/officeDocument/2006/relationships/tags" Target="../tags/tag375.xml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tags" Target="../tags/tag386.xml"/><Relationship Id="rId8" Type="http://schemas.openxmlformats.org/officeDocument/2006/relationships/tags" Target="../tags/tag385.xml"/><Relationship Id="rId7" Type="http://schemas.openxmlformats.org/officeDocument/2006/relationships/tags" Target="../tags/tag384.xml"/><Relationship Id="rId6" Type="http://schemas.openxmlformats.org/officeDocument/2006/relationships/tags" Target="../tags/tag383.xml"/><Relationship Id="rId5" Type="http://schemas.openxmlformats.org/officeDocument/2006/relationships/tags" Target="../tags/tag382.xml"/><Relationship Id="rId4" Type="http://schemas.openxmlformats.org/officeDocument/2006/relationships/tags" Target="../tags/tag381.xml"/><Relationship Id="rId3" Type="http://schemas.openxmlformats.org/officeDocument/2006/relationships/tags" Target="../tags/tag380.xml"/><Relationship Id="rId2" Type="http://schemas.openxmlformats.org/officeDocument/2006/relationships/tags" Target="../tags/tag379.xml"/><Relationship Id="rId16" Type="http://schemas.openxmlformats.org/officeDocument/2006/relationships/notesSlide" Target="../notesSlides/notesSlide12.xml"/><Relationship Id="rId15" Type="http://schemas.openxmlformats.org/officeDocument/2006/relationships/slideLayout" Target="../slideLayouts/slideLayout10.xml"/><Relationship Id="rId14" Type="http://schemas.openxmlformats.org/officeDocument/2006/relationships/tags" Target="../tags/tag391.xml"/><Relationship Id="rId13" Type="http://schemas.openxmlformats.org/officeDocument/2006/relationships/tags" Target="../tags/tag390.xml"/><Relationship Id="rId12" Type="http://schemas.openxmlformats.org/officeDocument/2006/relationships/tags" Target="../tags/tag389.xml"/><Relationship Id="rId11" Type="http://schemas.openxmlformats.org/officeDocument/2006/relationships/tags" Target="../tags/tag388.xml"/><Relationship Id="rId10" Type="http://schemas.openxmlformats.org/officeDocument/2006/relationships/tags" Target="../tags/tag387.xml"/><Relationship Id="rId1" Type="http://schemas.openxmlformats.org/officeDocument/2006/relationships/tags" Target="../tags/tag378.xml"/></Relationships>
</file>

<file path=ppt/slides/_rels/slide1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3.xml"/><Relationship Id="rId4" Type="http://schemas.openxmlformats.org/officeDocument/2006/relationships/slideLayout" Target="../slideLayouts/slideLayout7.xml"/><Relationship Id="rId3" Type="http://schemas.openxmlformats.org/officeDocument/2006/relationships/tags" Target="../tags/tag394.xml"/><Relationship Id="rId2" Type="http://schemas.openxmlformats.org/officeDocument/2006/relationships/tags" Target="../tags/tag393.xml"/><Relationship Id="rId1" Type="http://schemas.openxmlformats.org/officeDocument/2006/relationships/tags" Target="../tags/tag392.xml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tags" Target="../tags/tag403.xml"/><Relationship Id="rId8" Type="http://schemas.openxmlformats.org/officeDocument/2006/relationships/tags" Target="../tags/tag402.xml"/><Relationship Id="rId7" Type="http://schemas.openxmlformats.org/officeDocument/2006/relationships/tags" Target="../tags/tag401.xml"/><Relationship Id="rId6" Type="http://schemas.openxmlformats.org/officeDocument/2006/relationships/tags" Target="../tags/tag400.xml"/><Relationship Id="rId5" Type="http://schemas.openxmlformats.org/officeDocument/2006/relationships/tags" Target="../tags/tag399.xml"/><Relationship Id="rId4" Type="http://schemas.openxmlformats.org/officeDocument/2006/relationships/tags" Target="../tags/tag398.xml"/><Relationship Id="rId30" Type="http://schemas.openxmlformats.org/officeDocument/2006/relationships/notesSlide" Target="../notesSlides/notesSlide14.xml"/><Relationship Id="rId3" Type="http://schemas.openxmlformats.org/officeDocument/2006/relationships/tags" Target="../tags/tag397.xml"/><Relationship Id="rId29" Type="http://schemas.openxmlformats.org/officeDocument/2006/relationships/slideLayout" Target="../slideLayouts/slideLayout5.xml"/><Relationship Id="rId28" Type="http://schemas.openxmlformats.org/officeDocument/2006/relationships/tags" Target="../tags/tag422.xml"/><Relationship Id="rId27" Type="http://schemas.openxmlformats.org/officeDocument/2006/relationships/tags" Target="../tags/tag421.xml"/><Relationship Id="rId26" Type="http://schemas.openxmlformats.org/officeDocument/2006/relationships/tags" Target="../tags/tag420.xml"/><Relationship Id="rId25" Type="http://schemas.openxmlformats.org/officeDocument/2006/relationships/tags" Target="../tags/tag419.xml"/><Relationship Id="rId24" Type="http://schemas.openxmlformats.org/officeDocument/2006/relationships/tags" Target="../tags/tag418.xml"/><Relationship Id="rId23" Type="http://schemas.openxmlformats.org/officeDocument/2006/relationships/tags" Target="../tags/tag417.xml"/><Relationship Id="rId22" Type="http://schemas.openxmlformats.org/officeDocument/2006/relationships/tags" Target="../tags/tag416.xml"/><Relationship Id="rId21" Type="http://schemas.openxmlformats.org/officeDocument/2006/relationships/tags" Target="../tags/tag415.xml"/><Relationship Id="rId20" Type="http://schemas.openxmlformats.org/officeDocument/2006/relationships/tags" Target="../tags/tag414.xml"/><Relationship Id="rId2" Type="http://schemas.openxmlformats.org/officeDocument/2006/relationships/tags" Target="../tags/tag396.xml"/><Relationship Id="rId19" Type="http://schemas.openxmlformats.org/officeDocument/2006/relationships/tags" Target="../tags/tag413.xml"/><Relationship Id="rId18" Type="http://schemas.openxmlformats.org/officeDocument/2006/relationships/tags" Target="../tags/tag412.xml"/><Relationship Id="rId17" Type="http://schemas.openxmlformats.org/officeDocument/2006/relationships/tags" Target="../tags/tag411.xml"/><Relationship Id="rId16" Type="http://schemas.openxmlformats.org/officeDocument/2006/relationships/tags" Target="../tags/tag410.xml"/><Relationship Id="rId15" Type="http://schemas.openxmlformats.org/officeDocument/2006/relationships/tags" Target="../tags/tag409.xml"/><Relationship Id="rId14" Type="http://schemas.openxmlformats.org/officeDocument/2006/relationships/tags" Target="../tags/tag408.xml"/><Relationship Id="rId13" Type="http://schemas.openxmlformats.org/officeDocument/2006/relationships/tags" Target="../tags/tag407.xml"/><Relationship Id="rId12" Type="http://schemas.openxmlformats.org/officeDocument/2006/relationships/tags" Target="../tags/tag406.xml"/><Relationship Id="rId11" Type="http://schemas.openxmlformats.org/officeDocument/2006/relationships/tags" Target="../tags/tag405.xml"/><Relationship Id="rId10" Type="http://schemas.openxmlformats.org/officeDocument/2006/relationships/tags" Target="../tags/tag404.xml"/><Relationship Id="rId1" Type="http://schemas.openxmlformats.org/officeDocument/2006/relationships/tags" Target="../tags/tag395.xml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tags" Target="../tags/tag431.xml"/><Relationship Id="rId8" Type="http://schemas.openxmlformats.org/officeDocument/2006/relationships/tags" Target="../tags/tag430.xml"/><Relationship Id="rId7" Type="http://schemas.openxmlformats.org/officeDocument/2006/relationships/tags" Target="../tags/tag429.xml"/><Relationship Id="rId6" Type="http://schemas.openxmlformats.org/officeDocument/2006/relationships/tags" Target="../tags/tag428.xml"/><Relationship Id="rId5" Type="http://schemas.openxmlformats.org/officeDocument/2006/relationships/tags" Target="../tags/tag427.xml"/><Relationship Id="rId4" Type="http://schemas.openxmlformats.org/officeDocument/2006/relationships/tags" Target="../tags/tag426.xml"/><Relationship Id="rId39" Type="http://schemas.openxmlformats.org/officeDocument/2006/relationships/notesSlide" Target="../notesSlides/notesSlide15.xml"/><Relationship Id="rId38" Type="http://schemas.openxmlformats.org/officeDocument/2006/relationships/slideLayout" Target="../slideLayouts/slideLayout5.xml"/><Relationship Id="rId37" Type="http://schemas.openxmlformats.org/officeDocument/2006/relationships/tags" Target="../tags/tag459.xml"/><Relationship Id="rId36" Type="http://schemas.openxmlformats.org/officeDocument/2006/relationships/tags" Target="../tags/tag458.xml"/><Relationship Id="rId35" Type="http://schemas.openxmlformats.org/officeDocument/2006/relationships/tags" Target="../tags/tag457.xml"/><Relationship Id="rId34" Type="http://schemas.openxmlformats.org/officeDocument/2006/relationships/tags" Target="../tags/tag456.xml"/><Relationship Id="rId33" Type="http://schemas.openxmlformats.org/officeDocument/2006/relationships/tags" Target="../tags/tag455.xml"/><Relationship Id="rId32" Type="http://schemas.openxmlformats.org/officeDocument/2006/relationships/tags" Target="../tags/tag454.xml"/><Relationship Id="rId31" Type="http://schemas.openxmlformats.org/officeDocument/2006/relationships/tags" Target="../tags/tag453.xml"/><Relationship Id="rId30" Type="http://schemas.openxmlformats.org/officeDocument/2006/relationships/tags" Target="../tags/tag452.xml"/><Relationship Id="rId3" Type="http://schemas.openxmlformats.org/officeDocument/2006/relationships/tags" Target="../tags/tag425.xml"/><Relationship Id="rId29" Type="http://schemas.openxmlformats.org/officeDocument/2006/relationships/tags" Target="../tags/tag451.xml"/><Relationship Id="rId28" Type="http://schemas.openxmlformats.org/officeDocument/2006/relationships/tags" Target="../tags/tag450.xml"/><Relationship Id="rId27" Type="http://schemas.openxmlformats.org/officeDocument/2006/relationships/tags" Target="../tags/tag449.xml"/><Relationship Id="rId26" Type="http://schemas.openxmlformats.org/officeDocument/2006/relationships/tags" Target="../tags/tag448.xml"/><Relationship Id="rId25" Type="http://schemas.openxmlformats.org/officeDocument/2006/relationships/tags" Target="../tags/tag447.xml"/><Relationship Id="rId24" Type="http://schemas.openxmlformats.org/officeDocument/2006/relationships/tags" Target="../tags/tag446.xml"/><Relationship Id="rId23" Type="http://schemas.openxmlformats.org/officeDocument/2006/relationships/tags" Target="../tags/tag445.xml"/><Relationship Id="rId22" Type="http://schemas.openxmlformats.org/officeDocument/2006/relationships/tags" Target="../tags/tag444.xml"/><Relationship Id="rId21" Type="http://schemas.openxmlformats.org/officeDocument/2006/relationships/tags" Target="../tags/tag443.xml"/><Relationship Id="rId20" Type="http://schemas.openxmlformats.org/officeDocument/2006/relationships/tags" Target="../tags/tag442.xml"/><Relationship Id="rId2" Type="http://schemas.openxmlformats.org/officeDocument/2006/relationships/tags" Target="../tags/tag424.xml"/><Relationship Id="rId19" Type="http://schemas.openxmlformats.org/officeDocument/2006/relationships/tags" Target="../tags/tag441.xml"/><Relationship Id="rId18" Type="http://schemas.openxmlformats.org/officeDocument/2006/relationships/tags" Target="../tags/tag440.xml"/><Relationship Id="rId17" Type="http://schemas.openxmlformats.org/officeDocument/2006/relationships/tags" Target="../tags/tag439.xml"/><Relationship Id="rId16" Type="http://schemas.openxmlformats.org/officeDocument/2006/relationships/tags" Target="../tags/tag438.xml"/><Relationship Id="rId15" Type="http://schemas.openxmlformats.org/officeDocument/2006/relationships/tags" Target="../tags/tag437.xml"/><Relationship Id="rId14" Type="http://schemas.openxmlformats.org/officeDocument/2006/relationships/tags" Target="../tags/tag436.xml"/><Relationship Id="rId13" Type="http://schemas.openxmlformats.org/officeDocument/2006/relationships/tags" Target="../tags/tag435.xml"/><Relationship Id="rId12" Type="http://schemas.openxmlformats.org/officeDocument/2006/relationships/tags" Target="../tags/tag434.xml"/><Relationship Id="rId11" Type="http://schemas.openxmlformats.org/officeDocument/2006/relationships/tags" Target="../tags/tag433.xml"/><Relationship Id="rId10" Type="http://schemas.openxmlformats.org/officeDocument/2006/relationships/tags" Target="../tags/tag432.xml"/><Relationship Id="rId1" Type="http://schemas.openxmlformats.org/officeDocument/2006/relationships/tags" Target="../tags/tag423.xml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6.xml"/><Relationship Id="rId3" Type="http://schemas.openxmlformats.org/officeDocument/2006/relationships/slideLayout" Target="../slideLayouts/slideLayout14.xml"/><Relationship Id="rId2" Type="http://schemas.openxmlformats.org/officeDocument/2006/relationships/tags" Target="../tags/tag461.xml"/><Relationship Id="rId1" Type="http://schemas.openxmlformats.org/officeDocument/2006/relationships/tags" Target="../tags/tag46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/>
        </p:nvSpPr>
        <p:spPr>
          <a:xfrm>
            <a:off x="626745" y="2494915"/>
            <a:ext cx="5592445" cy="991870"/>
          </a:xfrm>
          <a:prstGeom prst="rect">
            <a:avLst/>
          </a:prstGeom>
          <a:noFill/>
        </p:spPr>
        <p:txBody>
          <a:bodyPr vert="horz" wrap="square" lIns="68580" tIns="34290" rIns="68580" bIns="34290" rtlCol="0" anchor="ctr" anchorCtr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kumimoji="0" lang="zh-CN" altLang="en-US" sz="6000" b="1" i="0" u="none" strike="noStrike" kern="1200" cap="none" spc="0" normalizeH="0" baseline="0" noProof="1" dirty="0">
                <a:ln w="15875">
                  <a:solidFill>
                    <a:schemeClr val="bg1">
                      <a:alpha val="68000"/>
                    </a:schemeClr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FillTx/>
                <a:latin typeface="+mj-lt"/>
                <a:ea typeface="+mj-ea"/>
                <a:cs typeface="+mn-cs"/>
              </a:defRPr>
            </a:lvl1pPr>
          </a:lstStyle>
          <a:p>
            <a:pPr algn="l">
              <a:buNone/>
            </a:pPr>
            <a:r>
              <a:rPr altLang="en-US">
                <a:solidFill>
                  <a:schemeClr val="tx1"/>
                </a:solidFill>
              </a:rPr>
              <a:t>不合格物资处理</a:t>
            </a:r>
            <a:endParaRPr altLang="en-US">
              <a:solidFill>
                <a:schemeClr val="tx1"/>
              </a:solidFill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switch dir="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序号"/>
          <p:cNvSpPr txBox="1">
            <a:spLocks noChangeAspect="1"/>
          </p:cNvSpPr>
          <p:nvPr>
            <p:custDataLst>
              <p:tags r:id="rId1"/>
            </p:custDataLst>
          </p:nvPr>
        </p:nvSpPr>
        <p:spPr>
          <a:xfrm>
            <a:off x="5250180" y="1657350"/>
            <a:ext cx="614680" cy="614680"/>
          </a:xfrm>
          <a:prstGeom prst="ellipse">
            <a:avLst/>
          </a:prstGeom>
          <a:noFill/>
          <a:ln w="15875">
            <a:solidFill>
              <a:schemeClr val="accent2">
                <a:lumMod val="60000"/>
                <a:lumOff val="40000"/>
              </a:schemeClr>
            </a:solidFill>
          </a:ln>
        </p:spPr>
        <p:txBody>
          <a:bodyPr wrap="none" lIns="18000" tIns="0" rIns="0" bIns="0" rtlCol="0" anchor="ctr" anchorCtr="0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zh-CN" altLang="en-US" sz="2800" dirty="0">
                <a:solidFill>
                  <a:schemeClr val="accent2"/>
                </a:solidFill>
                <a:latin typeface="+mn-ea"/>
              </a:rPr>
              <a:t>壹</a:t>
            </a:r>
            <a:endParaRPr lang="zh-CN" altLang="en-US" sz="2800" dirty="0">
              <a:solidFill>
                <a:schemeClr val="accent2"/>
              </a:solidFill>
              <a:latin typeface="+mn-ea"/>
            </a:endParaRPr>
          </a:p>
        </p:txBody>
      </p:sp>
      <p:sp>
        <p:nvSpPr>
          <p:cNvPr id="5" name="项标题"/>
          <p:cNvSpPr txBox="1"/>
          <p:nvPr>
            <p:custDataLst>
              <p:tags r:id="rId2"/>
            </p:custDataLst>
          </p:nvPr>
        </p:nvSpPr>
        <p:spPr>
          <a:xfrm>
            <a:off x="5027930" y="2447290"/>
            <a:ext cx="1059180" cy="3318510"/>
          </a:xfrm>
          <a:prstGeom prst="rect">
            <a:avLst/>
          </a:prstGeom>
          <a:noFill/>
        </p:spPr>
        <p:txBody>
          <a:bodyPr vert="eaVert" wrap="square" lIns="0" tIns="0" rIns="0" bIns="0" rtlCol="0" anchor="ctr">
            <a:noAutofit/>
            <a:scene3d>
              <a:camera prst="orthographicFront"/>
              <a:lightRig rig="threePt" dir="t"/>
            </a:scene3d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</a:pPr>
            <a:r>
              <a:rPr lang="zh-CN" altLang="en-US" sz="3200" spc="3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不合格物资来源</a:t>
            </a:r>
            <a:endParaRPr lang="zh-CN" altLang="en-US" sz="3200" spc="300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" name="序号"/>
          <p:cNvSpPr txBox="1">
            <a:spLocks noChangeAspect="1"/>
          </p:cNvSpPr>
          <p:nvPr>
            <p:custDataLst>
              <p:tags r:id="rId3"/>
            </p:custDataLst>
          </p:nvPr>
        </p:nvSpPr>
        <p:spPr>
          <a:xfrm>
            <a:off x="6694170" y="1657350"/>
            <a:ext cx="614680" cy="614680"/>
          </a:xfrm>
          <a:prstGeom prst="ellipse">
            <a:avLst/>
          </a:prstGeom>
          <a:noFill/>
          <a:ln w="15875">
            <a:solidFill>
              <a:schemeClr val="accent2">
                <a:lumMod val="60000"/>
                <a:lumOff val="40000"/>
              </a:schemeClr>
            </a:solidFill>
          </a:ln>
        </p:spPr>
        <p:txBody>
          <a:bodyPr wrap="none" lIns="18000" tIns="0" rIns="0" bIns="0" rtlCol="0" anchor="ctr" anchorCtr="0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zh-CN" altLang="en-US" sz="2800" dirty="0">
                <a:solidFill>
                  <a:schemeClr val="accent2"/>
                </a:solidFill>
                <a:latin typeface="+mn-ea"/>
              </a:rPr>
              <a:t>贰</a:t>
            </a:r>
            <a:endParaRPr lang="zh-CN" altLang="en-US" sz="2800" dirty="0">
              <a:solidFill>
                <a:schemeClr val="accent2"/>
              </a:solidFill>
              <a:latin typeface="+mn-ea"/>
            </a:endParaRPr>
          </a:p>
        </p:txBody>
      </p:sp>
      <p:sp>
        <p:nvSpPr>
          <p:cNvPr id="7" name="项标题"/>
          <p:cNvSpPr txBox="1"/>
          <p:nvPr>
            <p:custDataLst>
              <p:tags r:id="rId4"/>
            </p:custDataLst>
          </p:nvPr>
        </p:nvSpPr>
        <p:spPr>
          <a:xfrm>
            <a:off x="6471920" y="2447290"/>
            <a:ext cx="1059180" cy="3318510"/>
          </a:xfrm>
          <a:prstGeom prst="rect">
            <a:avLst/>
          </a:prstGeom>
          <a:noFill/>
        </p:spPr>
        <p:txBody>
          <a:bodyPr vert="eaVert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</a:pPr>
            <a:r>
              <a:rPr lang="zh-CN" altLang="en-US" sz="3200" spc="3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不合格类型及处理措施</a:t>
            </a:r>
            <a:endParaRPr lang="zh-CN" altLang="en-US" sz="3200" spc="300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2" name="序号"/>
          <p:cNvSpPr txBox="1">
            <a:spLocks noChangeAspect="1"/>
          </p:cNvSpPr>
          <p:nvPr>
            <p:custDataLst>
              <p:tags r:id="rId5"/>
            </p:custDataLst>
          </p:nvPr>
        </p:nvSpPr>
        <p:spPr>
          <a:xfrm>
            <a:off x="8138160" y="1657350"/>
            <a:ext cx="614680" cy="614680"/>
          </a:xfrm>
          <a:prstGeom prst="ellipse">
            <a:avLst/>
          </a:prstGeom>
          <a:noFill/>
          <a:ln w="15875">
            <a:solidFill>
              <a:schemeClr val="accent2">
                <a:lumMod val="60000"/>
                <a:lumOff val="40000"/>
              </a:schemeClr>
            </a:solidFill>
          </a:ln>
        </p:spPr>
        <p:txBody>
          <a:bodyPr wrap="none" lIns="18000" tIns="0" rIns="0" bIns="0" rtlCol="0" anchor="ctr" anchorCtr="0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zh-CN" altLang="en-US" sz="2800" dirty="0">
                <a:solidFill>
                  <a:schemeClr val="accent2"/>
                </a:solidFill>
                <a:latin typeface="+mn-ea"/>
              </a:rPr>
              <a:t>叁</a:t>
            </a:r>
            <a:endParaRPr lang="zh-CN" altLang="en-US" sz="2800" dirty="0">
              <a:solidFill>
                <a:schemeClr val="accent2"/>
              </a:solidFill>
              <a:latin typeface="+mn-ea"/>
            </a:endParaRPr>
          </a:p>
        </p:txBody>
      </p:sp>
      <p:sp>
        <p:nvSpPr>
          <p:cNvPr id="13" name="项标题"/>
          <p:cNvSpPr txBox="1"/>
          <p:nvPr>
            <p:custDataLst>
              <p:tags r:id="rId6"/>
            </p:custDataLst>
          </p:nvPr>
        </p:nvSpPr>
        <p:spPr>
          <a:xfrm>
            <a:off x="7915910" y="2447290"/>
            <a:ext cx="1059180" cy="3318510"/>
          </a:xfrm>
          <a:prstGeom prst="rect">
            <a:avLst/>
          </a:prstGeom>
          <a:noFill/>
        </p:spPr>
        <p:txBody>
          <a:bodyPr vert="eaVert" wrap="square" lIns="0" tIns="0" rIns="0" bIns="0" rtlCol="0" anchor="ctr">
            <a:normAutofit/>
            <a:scene3d>
              <a:camera prst="orthographicFront"/>
              <a:lightRig rig="threePt" dir="t"/>
            </a:scene3d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</a:pPr>
            <a:r>
              <a:rPr lang="zh-CN" altLang="en-US" sz="3200" spc="3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ea"/>
              </a:rPr>
              <a:t>处理结果</a:t>
            </a:r>
            <a:endParaRPr lang="zh-CN" altLang="en-US" sz="3200" spc="30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+mn-ea"/>
            </a:endParaRPr>
          </a:p>
        </p:txBody>
      </p:sp>
      <p:sp>
        <p:nvSpPr>
          <p:cNvPr id="15" name="序号"/>
          <p:cNvSpPr txBox="1">
            <a:spLocks noChangeAspect="1"/>
          </p:cNvSpPr>
          <p:nvPr>
            <p:custDataLst>
              <p:tags r:id="rId7"/>
            </p:custDataLst>
          </p:nvPr>
        </p:nvSpPr>
        <p:spPr>
          <a:xfrm>
            <a:off x="9582150" y="1657350"/>
            <a:ext cx="614680" cy="614680"/>
          </a:xfrm>
          <a:prstGeom prst="ellipse">
            <a:avLst/>
          </a:prstGeom>
          <a:noFill/>
          <a:ln w="15875">
            <a:solidFill>
              <a:schemeClr val="accent2">
                <a:lumMod val="60000"/>
                <a:lumOff val="40000"/>
              </a:schemeClr>
            </a:solidFill>
          </a:ln>
        </p:spPr>
        <p:txBody>
          <a:bodyPr wrap="none" lIns="18000" tIns="0" rIns="0" bIns="0" rtlCol="0" anchor="ctr" anchorCtr="0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zh-CN" altLang="en-US" sz="2800" dirty="0">
                <a:solidFill>
                  <a:schemeClr val="accent2"/>
                </a:solidFill>
                <a:latin typeface="+mn-ea"/>
              </a:rPr>
              <a:t>肆</a:t>
            </a:r>
            <a:endParaRPr lang="zh-CN" altLang="en-US" sz="2800" dirty="0">
              <a:solidFill>
                <a:schemeClr val="accent2"/>
              </a:solidFill>
              <a:latin typeface="+mn-ea"/>
            </a:endParaRPr>
          </a:p>
        </p:txBody>
      </p:sp>
      <p:sp>
        <p:nvSpPr>
          <p:cNvPr id="18" name="项标题"/>
          <p:cNvSpPr txBox="1"/>
          <p:nvPr>
            <p:custDataLst>
              <p:tags r:id="rId8"/>
            </p:custDataLst>
          </p:nvPr>
        </p:nvSpPr>
        <p:spPr>
          <a:xfrm>
            <a:off x="9359900" y="2447290"/>
            <a:ext cx="1059180" cy="3318510"/>
          </a:xfrm>
          <a:prstGeom prst="rect">
            <a:avLst/>
          </a:prstGeom>
          <a:noFill/>
        </p:spPr>
        <p:txBody>
          <a:bodyPr vert="eaVert" wrap="square" lIns="0" tIns="0" rIns="0" bIns="0" rtlCol="0" anchor="ctr">
            <a:noAutofit/>
            <a:scene3d>
              <a:camera prst="orthographicFront"/>
              <a:lightRig rig="threePt" dir="t"/>
            </a:scene3d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</a:pPr>
            <a:r>
              <a:rPr lang="zh-CN" altLang="en-US" sz="3200" spc="3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ea"/>
              </a:rPr>
              <a:t>不合格台账更新</a:t>
            </a:r>
            <a:endParaRPr lang="zh-CN" altLang="en-US" sz="3200" spc="300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+mn-ea"/>
            </a:endParaRPr>
          </a:p>
        </p:txBody>
      </p:sp>
      <p:sp>
        <p:nvSpPr>
          <p:cNvPr id="21" name="标题 20"/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/>
        <p:txBody>
          <a:bodyPr/>
          <a:lstStyle/>
          <a:p>
            <a:r>
              <a:rPr lang="zh-CN" altLang="en-US"/>
              <a:t>目录</a:t>
            </a:r>
            <a:endParaRPr lang="zh-CN" altLang="en-US"/>
          </a:p>
        </p:txBody>
      </p:sp>
    </p:spTree>
    <p:custDataLst>
      <p:tags r:id="rId10"/>
    </p:custDataLst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/>
            <a:scene3d>
              <a:camera prst="orthographicFront"/>
              <a:lightRig rig="threePt" dir="t"/>
            </a:scene3d>
          </a:bodyPr>
          <a:lstStyle/>
          <a:p>
            <a:r>
              <a:rPr lang="zh-CN" altLang="en-US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微软雅黑" panose="020B0503020204020204" pitchFamily="34" charset="-122"/>
              </a:rPr>
              <a:t>不合格物资来源</a:t>
            </a:r>
            <a:endParaRPr lang="zh-CN" altLang="en-US" dirty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微软雅黑" panose="020B0503020204020204" pitchFamily="34" charset="-122"/>
            </a:endParaRPr>
          </a:p>
        </p:txBody>
      </p:sp>
      <p:sp>
        <p:nvSpPr>
          <p:cNvPr id="8" name="文本占位符 7"/>
          <p:cNvSpPr>
            <a:spLocks noGrp="1"/>
          </p:cNvSpPr>
          <p:nvPr>
            <p:ph type="body" idx="13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en-US" altLang="zh-CN"/>
              <a:t>01</a:t>
            </a:r>
            <a:endParaRPr lang="en-US" altLang="zh-CN"/>
          </a:p>
        </p:txBody>
      </p:sp>
    </p:spTree>
    <p:custDataLst>
      <p:tags r:id="rId3"/>
    </p:custDataLst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组合 11"/>
          <p:cNvGrpSpPr/>
          <p:nvPr>
            <p:custDataLst>
              <p:tags r:id="rId1"/>
            </p:custDataLst>
          </p:nvPr>
        </p:nvGrpSpPr>
        <p:grpSpPr>
          <a:xfrm>
            <a:off x="6197600" y="1297940"/>
            <a:ext cx="4343400" cy="1741170"/>
            <a:chOff x="4304043" y="1286668"/>
            <a:chExt cx="3837944" cy="2757793"/>
          </a:xfrm>
          <a:effectLst>
            <a:outerShdw blurRad="381000" dist="254000" dir="8100000" algn="tr" rotWithShape="0">
              <a:prstClr val="black">
                <a:alpha val="40000"/>
              </a:prstClr>
            </a:outerShdw>
          </a:effectLst>
        </p:grpSpPr>
        <p:sp>
          <p:nvSpPr>
            <p:cNvPr id="13" name="圆角矩形 12"/>
            <p:cNvSpPr/>
            <p:nvPr>
              <p:custDataLst>
                <p:tags r:id="rId2"/>
              </p:custDataLst>
            </p:nvPr>
          </p:nvSpPr>
          <p:spPr>
            <a:xfrm>
              <a:off x="4304043" y="1286668"/>
              <a:ext cx="3837944" cy="2757793"/>
            </a:xfrm>
            <a:prstGeom prst="roundRect">
              <a:avLst/>
            </a:prstGeom>
            <a:gradFill>
              <a:gsLst>
                <a:gs pos="0">
                  <a:schemeClr val="accent1"/>
                </a:gs>
                <a:gs pos="0">
                  <a:schemeClr val="accent1">
                    <a:lumMod val="85000"/>
                  </a:schemeClr>
                </a:gs>
                <a:gs pos="62000">
                  <a:schemeClr val="accent1">
                    <a:lumMod val="94300"/>
                  </a:schemeClr>
                </a:gs>
                <a:gs pos="100000">
                  <a:schemeClr val="accent1">
                    <a:lumMod val="8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lt1">
                    <a:lumMod val="65000"/>
                    <a:lumOff val="35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14" name="圆角矩形 13"/>
            <p:cNvSpPr/>
            <p:nvPr>
              <p:custDataLst>
                <p:tags r:id="rId3"/>
              </p:custDataLst>
            </p:nvPr>
          </p:nvSpPr>
          <p:spPr>
            <a:xfrm>
              <a:off x="4351931" y="1367703"/>
              <a:ext cx="3742172" cy="2595722"/>
            </a:xfrm>
            <a:prstGeom prst="roundRect">
              <a:avLst/>
            </a:prstGeom>
            <a:gradFill>
              <a:gsLst>
                <a:gs pos="0">
                  <a:schemeClr val="accent1"/>
                </a:gs>
                <a:gs pos="0">
                  <a:schemeClr val="accent1">
                    <a:lumMod val="85000"/>
                  </a:schemeClr>
                </a:gs>
                <a:gs pos="42000">
                  <a:schemeClr val="accent1">
                    <a:lumMod val="91300"/>
                  </a:schemeClr>
                </a:gs>
                <a:gs pos="100000">
                  <a:schemeClr val="accent1">
                    <a:lumMod val="85000"/>
                  </a:schemeClr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lt1">
                    <a:lumMod val="65000"/>
                    <a:lumOff val="35000"/>
                  </a:schemeClr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15" name="组合 14"/>
          <p:cNvGrpSpPr/>
          <p:nvPr>
            <p:custDataLst>
              <p:tags r:id="rId4"/>
            </p:custDataLst>
          </p:nvPr>
        </p:nvGrpSpPr>
        <p:grpSpPr>
          <a:xfrm>
            <a:off x="3405629" y="2311745"/>
            <a:ext cx="1340524" cy="2640784"/>
            <a:chOff x="2210594" y="1810545"/>
            <a:chExt cx="1005703" cy="1981199"/>
          </a:xfrm>
        </p:grpSpPr>
        <p:cxnSp>
          <p:nvCxnSpPr>
            <p:cNvPr id="16" name="直接连接符 15"/>
            <p:cNvCxnSpPr/>
            <p:nvPr>
              <p:custDataLst>
                <p:tags r:id="rId5"/>
              </p:custDataLst>
            </p:nvPr>
          </p:nvCxnSpPr>
          <p:spPr>
            <a:xfrm>
              <a:off x="2210594" y="3160810"/>
              <a:ext cx="1005703" cy="630934"/>
            </a:xfrm>
            <a:prstGeom prst="line">
              <a:avLst/>
            </a:prstGeom>
            <a:ln w="12700">
              <a:solidFill>
                <a:schemeClr val="accent1">
                  <a:lumMod val="7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连接符 17"/>
            <p:cNvCxnSpPr/>
            <p:nvPr>
              <p:custDataLst>
                <p:tags r:id="rId6"/>
              </p:custDataLst>
            </p:nvPr>
          </p:nvCxnSpPr>
          <p:spPr>
            <a:xfrm flipV="1">
              <a:off x="2210594" y="1810545"/>
              <a:ext cx="943881" cy="581419"/>
            </a:xfrm>
            <a:prstGeom prst="line">
              <a:avLst/>
            </a:prstGeom>
            <a:ln w="12700">
              <a:solidFill>
                <a:schemeClr val="accent1">
                  <a:lumMod val="7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" name="组合 18"/>
          <p:cNvGrpSpPr/>
          <p:nvPr/>
        </p:nvGrpSpPr>
        <p:grpSpPr>
          <a:xfrm>
            <a:off x="1064753" y="2505084"/>
            <a:ext cx="2673520" cy="2268745"/>
            <a:chOff x="304800" y="673100"/>
            <a:chExt cx="4000500" cy="4000500"/>
          </a:xfrm>
          <a:effectLst>
            <a:outerShdw blurRad="444500" dist="254000" dir="8100000" algn="tr" rotWithShape="0">
              <a:prstClr val="black">
                <a:alpha val="50000"/>
              </a:prstClr>
            </a:outerShdw>
          </a:effectLst>
        </p:grpSpPr>
        <p:sp>
          <p:nvSpPr>
            <p:cNvPr id="20" name="同心圆 18"/>
            <p:cNvSpPr/>
            <p:nvPr>
              <p:custDataLst>
                <p:tags r:id="rId7"/>
              </p:custDataLst>
            </p:nvPr>
          </p:nvSpPr>
          <p:spPr>
            <a:xfrm>
              <a:off x="304800" y="673100"/>
              <a:ext cx="4000500" cy="4000500"/>
            </a:xfrm>
            <a:prstGeom prst="hexagon">
              <a:avLst/>
            </a:prstGeom>
            <a:gradFill>
              <a:gsLst>
                <a:gs pos="0">
                  <a:sysClr val="window" lastClr="FFFFFF"/>
                </a:gs>
                <a:gs pos="55000">
                  <a:sysClr val="window" lastClr="FFFFFF">
                    <a:lumMod val="95000"/>
                  </a:sysClr>
                </a:gs>
                <a:gs pos="100000">
                  <a:sysClr val="window" lastClr="FFFFFF">
                    <a:lumMod val="65000"/>
                  </a:sysClr>
                </a:gs>
              </a:gsLst>
              <a:lin ang="8100000" scaled="0"/>
            </a:gra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defTabSz="1218565" fontAlgn="auto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2400" b="0" kern="0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1" name="椭圆 19"/>
            <p:cNvSpPr/>
            <p:nvPr>
              <p:custDataLst>
                <p:tags r:id="rId8"/>
              </p:custDataLst>
            </p:nvPr>
          </p:nvSpPr>
          <p:spPr>
            <a:xfrm>
              <a:off x="392112" y="760412"/>
              <a:ext cx="3825874" cy="3825874"/>
            </a:xfrm>
            <a:prstGeom prst="hexagon">
              <a:avLst/>
            </a:prstGeom>
            <a:solidFill>
              <a:schemeClr val="accent2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defTabSz="1218565" fontAlgn="auto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2400" b="0" kern="0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</p:grpSp>
      <p:grpSp>
        <p:nvGrpSpPr>
          <p:cNvPr id="22" name="组合 21"/>
          <p:cNvGrpSpPr/>
          <p:nvPr>
            <p:custDataLst>
              <p:tags r:id="rId9"/>
            </p:custDataLst>
          </p:nvPr>
        </p:nvGrpSpPr>
        <p:grpSpPr>
          <a:xfrm>
            <a:off x="4220640" y="1443723"/>
            <a:ext cx="1479516" cy="1255514"/>
            <a:chOff x="304800" y="673100"/>
            <a:chExt cx="4000500" cy="4000500"/>
          </a:xfrm>
          <a:effectLst>
            <a:outerShdw blurRad="444500" dist="254000" dir="8100000" algn="tr" rotWithShape="0">
              <a:prstClr val="black">
                <a:alpha val="50000"/>
              </a:prstClr>
            </a:outerShdw>
          </a:effectLst>
        </p:grpSpPr>
        <p:sp>
          <p:nvSpPr>
            <p:cNvPr id="23" name="同心圆 21"/>
            <p:cNvSpPr/>
            <p:nvPr>
              <p:custDataLst>
                <p:tags r:id="rId10"/>
              </p:custDataLst>
            </p:nvPr>
          </p:nvSpPr>
          <p:spPr>
            <a:xfrm>
              <a:off x="304800" y="673100"/>
              <a:ext cx="4000500" cy="4000500"/>
            </a:xfrm>
            <a:prstGeom prst="hexagon">
              <a:avLst/>
            </a:prstGeom>
            <a:gradFill>
              <a:gsLst>
                <a:gs pos="0">
                  <a:schemeClr val="accent1"/>
                </a:gs>
                <a:gs pos="55000">
                  <a:schemeClr val="accent1">
                    <a:lumMod val="84250"/>
                  </a:schemeClr>
                </a:gs>
                <a:gs pos="100000">
                  <a:schemeClr val="accent1">
                    <a:lumMod val="65000"/>
                  </a:schemeClr>
                </a:gs>
              </a:gsLst>
              <a:lin ang="8100000" scaled="0"/>
            </a:gra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defTabSz="1218565" fontAlgn="auto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2500" b="0" kern="0">
                <a:solidFill>
                  <a:schemeClr val="l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24" name="椭圆 22"/>
            <p:cNvSpPr/>
            <p:nvPr>
              <p:custDataLst>
                <p:tags r:id="rId11"/>
              </p:custDataLst>
            </p:nvPr>
          </p:nvSpPr>
          <p:spPr>
            <a:xfrm>
              <a:off x="392112" y="760412"/>
              <a:ext cx="3825874" cy="3825874"/>
            </a:xfrm>
            <a:prstGeom prst="hexagon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defTabSz="1218565" fontAlgn="auto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2500" b="0" kern="0">
                <a:solidFill>
                  <a:schemeClr val="l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25" name="组合 24"/>
          <p:cNvGrpSpPr/>
          <p:nvPr>
            <p:custDataLst>
              <p:tags r:id="rId12"/>
            </p:custDataLst>
          </p:nvPr>
        </p:nvGrpSpPr>
        <p:grpSpPr>
          <a:xfrm>
            <a:off x="4220005" y="4454404"/>
            <a:ext cx="1479516" cy="1255514"/>
            <a:chOff x="304800" y="673100"/>
            <a:chExt cx="4000500" cy="4000500"/>
          </a:xfrm>
          <a:effectLst>
            <a:outerShdw blurRad="444500" dist="254000" dir="8100000" algn="tr" rotWithShape="0">
              <a:prstClr val="black">
                <a:alpha val="50000"/>
              </a:prstClr>
            </a:outerShdw>
          </a:effectLst>
        </p:grpSpPr>
        <p:sp>
          <p:nvSpPr>
            <p:cNvPr id="26" name="同心圆 24"/>
            <p:cNvSpPr/>
            <p:nvPr>
              <p:custDataLst>
                <p:tags r:id="rId13"/>
              </p:custDataLst>
            </p:nvPr>
          </p:nvSpPr>
          <p:spPr>
            <a:xfrm>
              <a:off x="304800" y="673100"/>
              <a:ext cx="4000500" cy="4000500"/>
            </a:xfrm>
            <a:prstGeom prst="hexagon">
              <a:avLst/>
            </a:prstGeom>
            <a:gradFill>
              <a:gsLst>
                <a:gs pos="0">
                  <a:schemeClr val="accent1"/>
                </a:gs>
                <a:gs pos="55000">
                  <a:schemeClr val="accent1">
                    <a:lumMod val="84250"/>
                  </a:schemeClr>
                </a:gs>
                <a:gs pos="100000">
                  <a:schemeClr val="accent1">
                    <a:lumMod val="65000"/>
                  </a:schemeClr>
                </a:gs>
              </a:gsLst>
              <a:lin ang="8100000" scaled="0"/>
            </a:gra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defTabSz="1218565" fontAlgn="auto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2500" b="0" kern="0">
                <a:solidFill>
                  <a:schemeClr val="l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27" name="椭圆 25"/>
            <p:cNvSpPr/>
            <p:nvPr>
              <p:custDataLst>
                <p:tags r:id="rId14"/>
              </p:custDataLst>
            </p:nvPr>
          </p:nvSpPr>
          <p:spPr>
            <a:xfrm>
              <a:off x="392112" y="760412"/>
              <a:ext cx="3825874" cy="3825874"/>
            </a:xfrm>
            <a:prstGeom prst="hexagon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defTabSz="1218565" fontAlgn="auto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2500" b="0" kern="0">
                <a:solidFill>
                  <a:schemeClr val="l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sp>
        <p:nvSpPr>
          <p:cNvPr id="37" name="文本框 37"/>
          <p:cNvSpPr>
            <a:spLocks noChangeArrowheads="1"/>
          </p:cNvSpPr>
          <p:nvPr>
            <p:custDataLst>
              <p:tags r:id="rId15"/>
            </p:custDataLst>
          </p:nvPr>
        </p:nvSpPr>
        <p:spPr bwMode="auto">
          <a:xfrm>
            <a:off x="24130" y="3116580"/>
            <a:ext cx="4754880" cy="14852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norm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b="1" dirty="0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rPr>
              <a:t>如何判定为</a:t>
            </a:r>
            <a:endParaRPr lang="zh-CN" altLang="en-US" b="1" dirty="0">
              <a:solidFill>
                <a:schemeClr val="tx1"/>
              </a:solidFill>
              <a:latin typeface="+mn-lt"/>
              <a:ea typeface="+mn-ea"/>
              <a:cs typeface="+mn-ea"/>
              <a:sym typeface="+mn-lt"/>
            </a:endParaRPr>
          </a:p>
          <a:p>
            <a:pPr algn="ctr"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b="1" dirty="0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rPr>
              <a:t>不合格物资</a:t>
            </a:r>
            <a:endParaRPr lang="zh-CN" altLang="en-US" b="1" dirty="0">
              <a:solidFill>
                <a:schemeClr val="tx1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8" name="文本框 37"/>
          <p:cNvSpPr>
            <a:spLocks noChangeArrowheads="1"/>
          </p:cNvSpPr>
          <p:nvPr>
            <p:custDataLst>
              <p:tags r:id="rId16"/>
            </p:custDataLst>
          </p:nvPr>
        </p:nvSpPr>
        <p:spPr bwMode="auto">
          <a:xfrm>
            <a:off x="4687983" y="1833672"/>
            <a:ext cx="544830" cy="4756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sz="2500" b="0">
                <a:solidFill>
                  <a:schemeClr val="lt1"/>
                </a:solidFill>
                <a:latin typeface="方正粗宋简体" panose="03000509000000000000" charset="-122"/>
                <a:ea typeface="方正粗宋简体" panose="03000509000000000000" charset="-122"/>
                <a:cs typeface="+mn-ea"/>
                <a:sym typeface="+mn-lt"/>
              </a:rPr>
              <a:t>01</a:t>
            </a:r>
            <a:endParaRPr lang="en-US" sz="2500" b="0">
              <a:solidFill>
                <a:schemeClr val="lt1"/>
              </a:solidFill>
              <a:latin typeface="方正粗宋简体" panose="03000509000000000000" charset="-122"/>
              <a:ea typeface="方正粗宋简体" panose="03000509000000000000" charset="-122"/>
              <a:cs typeface="+mn-ea"/>
              <a:sym typeface="+mn-lt"/>
            </a:endParaRPr>
          </a:p>
        </p:txBody>
      </p:sp>
      <p:sp>
        <p:nvSpPr>
          <p:cNvPr id="39" name="文本框 37"/>
          <p:cNvSpPr>
            <a:spLocks noChangeArrowheads="1"/>
          </p:cNvSpPr>
          <p:nvPr>
            <p:custDataLst>
              <p:tags r:id="rId17"/>
            </p:custDataLst>
          </p:nvPr>
        </p:nvSpPr>
        <p:spPr bwMode="auto">
          <a:xfrm>
            <a:off x="4687348" y="4844354"/>
            <a:ext cx="544830" cy="4756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sz="2500" b="0">
                <a:solidFill>
                  <a:schemeClr val="lt1"/>
                </a:solidFill>
                <a:latin typeface="方正粗宋简体" panose="03000509000000000000" charset="-122"/>
                <a:ea typeface="方正粗宋简体" panose="03000509000000000000" charset="-122"/>
                <a:cs typeface="+mn-ea"/>
                <a:sym typeface="+mn-lt"/>
              </a:rPr>
              <a:t>02</a:t>
            </a:r>
            <a:endParaRPr lang="en-US" sz="2500" b="0">
              <a:solidFill>
                <a:schemeClr val="lt1"/>
              </a:solidFill>
              <a:latin typeface="方正粗宋简体" panose="03000509000000000000" charset="-122"/>
              <a:ea typeface="方正粗宋简体" panose="03000509000000000000" charset="-122"/>
              <a:cs typeface="+mn-ea"/>
              <a:sym typeface="+mn-lt"/>
            </a:endParaRPr>
          </a:p>
        </p:txBody>
      </p:sp>
      <p:sp>
        <p:nvSpPr>
          <p:cNvPr id="41" name="文本1"/>
          <p:cNvSpPr>
            <a:spLocks noChangeArrowheads="1"/>
          </p:cNvSpPr>
          <p:nvPr>
            <p:custDataLst>
              <p:tags r:id="rId18"/>
            </p:custDataLst>
          </p:nvPr>
        </p:nvSpPr>
        <p:spPr bwMode="gray">
          <a:xfrm>
            <a:off x="6304915" y="1367155"/>
            <a:ext cx="4128770" cy="1619885"/>
          </a:xfrm>
          <a:prstGeom prst="roundRect">
            <a:avLst>
              <a:gd name="adj" fmla="val 11505"/>
            </a:avLst>
          </a:prstGeom>
          <a:noFill/>
          <a:ln w="28575" cap="flat" cmpd="sng" algn="ctr">
            <a:noFill/>
            <a:prstDash val="solid"/>
          </a:ln>
          <a:effectLst/>
        </p:spPr>
        <p:txBody>
          <a:bodyPr lIns="91424" tIns="45713" rIns="91424" bIns="45713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218565">
              <a:lnSpc>
                <a:spcPct val="120000"/>
              </a:lnSpc>
              <a:defRPr/>
            </a:pPr>
            <a:r>
              <a:rPr lang="zh-CN" altLang="en-US" sz="1600" b="0">
                <a:solidFill>
                  <a:schemeClr val="lt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初步验收：</a:t>
            </a:r>
            <a:r>
              <a:rPr lang="zh-CN" altLang="en-US" sz="1600">
                <a:solidFill>
                  <a:schemeClr val="lt1">
                    <a:lumMod val="75000"/>
                    <a:lumOff val="25000"/>
                  </a:schemeClr>
                </a:solidFill>
                <a:cs typeface="+mn-ea"/>
                <a:sym typeface="+mn-ea"/>
              </a:rPr>
              <a:t>仓储保管员根据合同签订物资描述（名称、品牌、型号、尺寸、材质等）与实物描述逐一核对，存在任意一项不一致，即判定为不合格物资。</a:t>
            </a:r>
            <a:endParaRPr lang="zh-CN" altLang="en-US" sz="1600">
              <a:solidFill>
                <a:schemeClr val="lt1">
                  <a:lumMod val="75000"/>
                  <a:lumOff val="25000"/>
                </a:schemeClr>
              </a:solidFill>
              <a:cs typeface="+mn-ea"/>
            </a:endParaRPr>
          </a:p>
          <a:p>
            <a:pPr defTabSz="1218565">
              <a:lnSpc>
                <a:spcPct val="120000"/>
              </a:lnSpc>
              <a:defRPr/>
            </a:pPr>
            <a:endParaRPr lang="zh-CN" altLang="en-US" sz="1600" b="0">
              <a:solidFill>
                <a:schemeClr val="lt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grpSp>
        <p:nvGrpSpPr>
          <p:cNvPr id="78" name="Group 25"/>
          <p:cNvGrpSpPr/>
          <p:nvPr/>
        </p:nvGrpSpPr>
        <p:grpSpPr>
          <a:xfrm>
            <a:off x="2439000" y="6672336"/>
            <a:ext cx="9753600" cy="194200"/>
            <a:chOff x="2052320" y="3474720"/>
            <a:chExt cx="8209280" cy="71120"/>
          </a:xfrm>
          <a:solidFill>
            <a:schemeClr val="accent3"/>
          </a:solidFill>
        </p:grpSpPr>
        <p:sp>
          <p:nvSpPr>
            <p:cNvPr id="86" name="Rectangle 27"/>
            <p:cNvSpPr/>
            <p:nvPr>
              <p:custDataLst>
                <p:tags r:id="rId19"/>
              </p:custDataLst>
            </p:nvPr>
          </p:nvSpPr>
          <p:spPr>
            <a:xfrm>
              <a:off x="2052320" y="3474720"/>
              <a:ext cx="2052320" cy="71120"/>
            </a:xfrm>
            <a:prstGeom prst="rect">
              <a:avLst/>
            </a:prstGeom>
            <a:grp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>
                <a:solidFill>
                  <a:schemeClr val="accent5">
                    <a:lumMod val="20000"/>
                    <a:lumOff val="80000"/>
                    <a:hueOff val="10800000"/>
                  </a:schemeClr>
                </a:solidFill>
              </a:endParaRPr>
            </a:p>
          </p:txBody>
        </p:sp>
        <p:sp>
          <p:nvSpPr>
            <p:cNvPr id="87" name="Rectangle 28"/>
            <p:cNvSpPr/>
            <p:nvPr>
              <p:custDataLst>
                <p:tags r:id="rId20"/>
              </p:custDataLst>
            </p:nvPr>
          </p:nvSpPr>
          <p:spPr>
            <a:xfrm>
              <a:off x="4104640" y="3474720"/>
              <a:ext cx="2052320" cy="71120"/>
            </a:xfrm>
            <a:prstGeom prst="rect">
              <a:avLst/>
            </a:prstGeom>
            <a:grp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>
                <a:solidFill>
                  <a:schemeClr val="accent5">
                    <a:lumMod val="20000"/>
                    <a:lumOff val="80000"/>
                    <a:hueOff val="10800000"/>
                  </a:schemeClr>
                </a:solidFill>
              </a:endParaRPr>
            </a:p>
          </p:txBody>
        </p:sp>
        <p:sp>
          <p:nvSpPr>
            <p:cNvPr id="88" name="Rectangle 29"/>
            <p:cNvSpPr/>
            <p:nvPr>
              <p:custDataLst>
                <p:tags r:id="rId21"/>
              </p:custDataLst>
            </p:nvPr>
          </p:nvSpPr>
          <p:spPr>
            <a:xfrm>
              <a:off x="6156960" y="3474720"/>
              <a:ext cx="2052320" cy="71120"/>
            </a:xfrm>
            <a:prstGeom prst="rect">
              <a:avLst/>
            </a:prstGeom>
            <a:grp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>
                <a:solidFill>
                  <a:schemeClr val="accent5">
                    <a:lumMod val="20000"/>
                    <a:lumOff val="80000"/>
                    <a:hueOff val="10800000"/>
                  </a:schemeClr>
                </a:solidFill>
              </a:endParaRPr>
            </a:p>
          </p:txBody>
        </p:sp>
        <p:sp>
          <p:nvSpPr>
            <p:cNvPr id="89" name="Rectangle 30"/>
            <p:cNvSpPr/>
            <p:nvPr>
              <p:custDataLst>
                <p:tags r:id="rId22"/>
              </p:custDataLst>
            </p:nvPr>
          </p:nvSpPr>
          <p:spPr>
            <a:xfrm>
              <a:off x="8209280" y="3474720"/>
              <a:ext cx="2052320" cy="71120"/>
            </a:xfrm>
            <a:prstGeom prst="rect">
              <a:avLst/>
            </a:prstGeom>
            <a:grp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>
                <a:solidFill>
                  <a:schemeClr val="accent5">
                    <a:lumMod val="20000"/>
                    <a:lumOff val="80000"/>
                    <a:hueOff val="10800000"/>
                  </a:schemeClr>
                </a:solidFill>
              </a:endParaRPr>
            </a:p>
          </p:txBody>
        </p:sp>
      </p:grpSp>
      <p:grpSp>
        <p:nvGrpSpPr>
          <p:cNvPr id="2" name="组合 1"/>
          <p:cNvGrpSpPr/>
          <p:nvPr>
            <p:custDataLst>
              <p:tags r:id="rId23"/>
            </p:custDataLst>
          </p:nvPr>
        </p:nvGrpSpPr>
        <p:grpSpPr>
          <a:xfrm>
            <a:off x="6197600" y="4223385"/>
            <a:ext cx="4343400" cy="1741170"/>
            <a:chOff x="4304043" y="1286668"/>
            <a:chExt cx="3837944" cy="2757793"/>
          </a:xfrm>
          <a:effectLst>
            <a:outerShdw blurRad="381000" dist="254000" dir="8100000" algn="tr" rotWithShape="0">
              <a:prstClr val="black">
                <a:alpha val="40000"/>
              </a:prstClr>
            </a:outerShdw>
          </a:effectLst>
        </p:grpSpPr>
        <p:sp>
          <p:nvSpPr>
            <p:cNvPr id="3" name="圆角矩形 2"/>
            <p:cNvSpPr/>
            <p:nvPr>
              <p:custDataLst>
                <p:tags r:id="rId24"/>
              </p:custDataLst>
            </p:nvPr>
          </p:nvSpPr>
          <p:spPr>
            <a:xfrm>
              <a:off x="4304043" y="1286668"/>
              <a:ext cx="3837944" cy="2757793"/>
            </a:xfrm>
            <a:prstGeom prst="roundRect">
              <a:avLst/>
            </a:prstGeom>
            <a:gradFill>
              <a:gsLst>
                <a:gs pos="0">
                  <a:schemeClr val="accent1"/>
                </a:gs>
                <a:gs pos="0">
                  <a:schemeClr val="accent1">
                    <a:lumMod val="85000"/>
                  </a:schemeClr>
                </a:gs>
                <a:gs pos="62000">
                  <a:schemeClr val="accent1">
                    <a:lumMod val="94300"/>
                  </a:schemeClr>
                </a:gs>
                <a:gs pos="100000">
                  <a:schemeClr val="accent1">
                    <a:lumMod val="8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lt1">
                    <a:lumMod val="65000"/>
                    <a:lumOff val="35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4" name="圆角矩形 3"/>
            <p:cNvSpPr/>
            <p:nvPr>
              <p:custDataLst>
                <p:tags r:id="rId25"/>
              </p:custDataLst>
            </p:nvPr>
          </p:nvSpPr>
          <p:spPr>
            <a:xfrm>
              <a:off x="4351931" y="1367703"/>
              <a:ext cx="3742172" cy="2595722"/>
            </a:xfrm>
            <a:prstGeom prst="roundRect">
              <a:avLst/>
            </a:prstGeom>
            <a:gradFill>
              <a:gsLst>
                <a:gs pos="0">
                  <a:schemeClr val="accent1"/>
                </a:gs>
                <a:gs pos="0">
                  <a:schemeClr val="accent1">
                    <a:lumMod val="85000"/>
                  </a:schemeClr>
                </a:gs>
                <a:gs pos="42000">
                  <a:schemeClr val="accent1">
                    <a:lumMod val="91300"/>
                  </a:schemeClr>
                </a:gs>
                <a:gs pos="100000">
                  <a:schemeClr val="accent1">
                    <a:lumMod val="85000"/>
                  </a:schemeClr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lt1">
                    <a:lumMod val="65000"/>
                    <a:lumOff val="35000"/>
                  </a:schemeClr>
                </a:solidFill>
                <a:cs typeface="+mn-ea"/>
                <a:sym typeface="+mn-lt"/>
              </a:endParaRPr>
            </a:p>
          </p:txBody>
        </p:sp>
      </p:grpSp>
      <p:sp>
        <p:nvSpPr>
          <p:cNvPr id="5" name="文本1"/>
          <p:cNvSpPr>
            <a:spLocks noChangeArrowheads="1"/>
          </p:cNvSpPr>
          <p:nvPr>
            <p:custDataLst>
              <p:tags r:id="rId26"/>
            </p:custDataLst>
          </p:nvPr>
        </p:nvSpPr>
        <p:spPr bwMode="gray">
          <a:xfrm>
            <a:off x="6304915" y="4292600"/>
            <a:ext cx="4128770" cy="1619885"/>
          </a:xfrm>
          <a:prstGeom prst="roundRect">
            <a:avLst>
              <a:gd name="adj" fmla="val 11505"/>
            </a:avLst>
          </a:prstGeom>
          <a:noFill/>
          <a:ln w="28575" cap="flat" cmpd="sng" algn="ctr">
            <a:noFill/>
            <a:prstDash val="solid"/>
          </a:ln>
          <a:effectLst/>
        </p:spPr>
        <p:txBody>
          <a:bodyPr lIns="91424" tIns="45713" rIns="91424" bIns="45713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218565">
              <a:lnSpc>
                <a:spcPct val="120000"/>
              </a:lnSpc>
              <a:defRPr/>
            </a:pPr>
            <a:r>
              <a:rPr lang="zh-CN" altLang="en-US" sz="1600" b="0">
                <a:solidFill>
                  <a:schemeClr val="lt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质量验收：</a:t>
            </a:r>
            <a:r>
              <a:rPr lang="zh-CN" altLang="en-US" sz="1600">
                <a:solidFill>
                  <a:schemeClr val="lt1">
                    <a:lumMod val="75000"/>
                    <a:lumOff val="25000"/>
                  </a:schemeClr>
                </a:solidFill>
                <a:cs typeface="+mn-ea"/>
                <a:sym typeface="+mn-ea"/>
              </a:rPr>
              <a:t>初步验收通过（合同签订物资描述与实物物资描述完全一致）后，由需求中心（部门）工程师进行质量验收，质量不合格，即判定为不合格物资。</a:t>
            </a:r>
            <a:endParaRPr lang="zh-CN" altLang="en-US" sz="1600">
              <a:solidFill>
                <a:schemeClr val="lt1">
                  <a:lumMod val="75000"/>
                  <a:lumOff val="25000"/>
                </a:schemeClr>
              </a:solidFill>
              <a:cs typeface="+mn-ea"/>
            </a:endParaRPr>
          </a:p>
          <a:p>
            <a:pPr defTabSz="1218565">
              <a:lnSpc>
                <a:spcPct val="120000"/>
              </a:lnSpc>
              <a:defRPr/>
            </a:pPr>
            <a:endParaRPr lang="zh-CN" altLang="en-US" sz="1600" b="0">
              <a:solidFill>
                <a:schemeClr val="lt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7" name="标题 6"/>
          <p:cNvSpPr>
            <a:spLocks noGrp="1"/>
          </p:cNvSpPr>
          <p:nvPr>
            <p:ph type="title"/>
            <p:custDataLst>
              <p:tags r:id="rId27"/>
            </p:custDataLst>
          </p:nvPr>
        </p:nvSpPr>
        <p:spPr/>
        <p:txBody>
          <a:bodyPr vert="horz" wrap="square" lIns="91440" tIns="45720" rIns="91440" bIns="45720" rtlCol="0" anchor="ctr">
            <a:normAutofit/>
          </a:bodyPr>
          <a:lstStyle/>
          <a:p>
            <a:pPr lvl="0" algn="l">
              <a:buClrTx/>
              <a:buSzTx/>
              <a:buFontTx/>
            </a:pPr>
            <a:r>
              <a:rPr lang="zh-CN" altLang="en-US" dirty="0">
                <a:sym typeface="+mn-ea"/>
              </a:rPr>
              <a:t>不合格物资来源</a:t>
            </a:r>
            <a:endParaRPr lang="zh-CN" altLang="en-US" dirty="0">
              <a:sym typeface="+mn-ea"/>
            </a:endParaRPr>
          </a:p>
        </p:txBody>
      </p:sp>
    </p:spTree>
    <p:custDataLst>
      <p:tags r:id="rId28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3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500"/>
                            </p:stCondLst>
                            <p:childTnLst>
                              <p:par>
                                <p:cTn id="28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2000"/>
                            </p:stCondLst>
                            <p:childTnLst>
                              <p:par>
                                <p:cTn id="34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2500"/>
                            </p:stCondLst>
                            <p:childTnLst>
                              <p:par>
                                <p:cTn id="40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3000"/>
                            </p:stCondLst>
                            <p:childTnLst>
                              <p:par>
                                <p:cTn id="4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3500"/>
                            </p:stCondLst>
                            <p:childTnLst>
                              <p:par>
                                <p:cTn id="50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4000"/>
                            </p:stCondLst>
                            <p:childTnLst>
                              <p:par>
                                <p:cTn id="5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/>
      <p:bldP spid="38" grpId="0"/>
      <p:bldP spid="39" grpId="0"/>
      <p:bldP spid="41" grpId="0" bldLvl="0" animBg="1"/>
      <p:bldP spid="5" grpId="0" bldLvl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00000"/>
            </a:pPr>
            <a:r>
              <a:rPr lang="zh-CN" altLang="en-US" sz="5400">
                <a:sym typeface="微软雅黑" panose="020B0503020204020204" pitchFamily="34" charset="-122"/>
              </a:rPr>
              <a:t>不合格类型及处理措施</a:t>
            </a:r>
            <a:endParaRPr lang="zh-CN" altLang="en-US" sz="5400">
              <a:sym typeface="微软雅黑" panose="020B0503020204020204" pitchFamily="34" charset="-122"/>
            </a:endParaRPr>
          </a:p>
        </p:txBody>
      </p:sp>
      <p:sp>
        <p:nvSpPr>
          <p:cNvPr id="8" name="文本占位符 7"/>
          <p:cNvSpPr>
            <a:spLocks noGrp="1"/>
          </p:cNvSpPr>
          <p:nvPr>
            <p:ph type="body" idx="13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en-US" altLang="zh-CN"/>
              <a:t>02</a:t>
            </a:r>
            <a:endParaRPr lang="en-US" altLang="zh-CN"/>
          </a:p>
        </p:txBody>
      </p:sp>
    </p:spTree>
    <p:custDataLst>
      <p:tags r:id="rId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同心圆 9"/>
          <p:cNvSpPr/>
          <p:nvPr>
            <p:custDataLst>
              <p:tags r:id="rId1"/>
            </p:custDataLst>
          </p:nvPr>
        </p:nvSpPr>
        <p:spPr>
          <a:xfrm>
            <a:off x="4751279" y="2644787"/>
            <a:ext cx="2690643" cy="2690643"/>
          </a:xfrm>
          <a:prstGeom prst="donut">
            <a:avLst>
              <a:gd name="adj" fmla="val 19023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pPr>
              <a:buNone/>
            </a:pPr>
            <a:r>
              <a:rPr lang="en-US" altLang="zh-CN"/>
              <a:t> </a:t>
            </a:r>
            <a:endParaRPr lang="en-US" altLang="zh-CN"/>
          </a:p>
        </p:txBody>
      </p:sp>
      <p:sp>
        <p:nvSpPr>
          <p:cNvPr id="11" name="未知"/>
          <p:cNvSpPr/>
          <p:nvPr>
            <p:custDataLst>
              <p:tags r:id="rId3"/>
            </p:custDataLst>
          </p:nvPr>
        </p:nvSpPr>
        <p:spPr bwMode="auto">
          <a:xfrm flipH="1" flipV="1">
            <a:off x="7056707" y="4854241"/>
            <a:ext cx="1536171" cy="672000"/>
          </a:xfrm>
          <a:custGeom>
            <a:avLst/>
            <a:gdLst/>
            <a:ahLst/>
            <a:cxnLst>
              <a:cxn ang="0">
                <a:pos x="21600" y="21600"/>
              </a:cxn>
              <a:cxn ang="0">
                <a:pos x="18640" y="0"/>
              </a:cxn>
              <a:cxn ang="0">
                <a:pos x="0" y="0"/>
              </a:cxn>
            </a:cxnLst>
            <a:rect l="0" t="0" r="r" b="b"/>
            <a:pathLst>
              <a:path w="21600" h="21600">
                <a:moveTo>
                  <a:pt x="21600" y="21600"/>
                </a:moveTo>
                <a:lnTo>
                  <a:pt x="18640" y="0"/>
                </a:ln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bg1">
                <a:lumMod val="65000"/>
              </a:schemeClr>
            </a:solidFill>
            <a:round/>
            <a:headEnd type="oval" w="med" len="med"/>
            <a:tailEnd type="oval" w="med" len="med"/>
          </a:ln>
          <a:effectLst/>
        </p:spPr>
        <p:txBody>
          <a:bodyPr/>
          <a:lstStyle/>
          <a:p>
            <a:endParaRPr lang="zh-CN" altLang="en-US" sz="240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未知"/>
          <p:cNvSpPr/>
          <p:nvPr>
            <p:custDataLst>
              <p:tags r:id="rId4"/>
            </p:custDataLst>
          </p:nvPr>
        </p:nvSpPr>
        <p:spPr bwMode="auto">
          <a:xfrm flipH="1">
            <a:off x="7056707" y="2453975"/>
            <a:ext cx="1536171" cy="672075"/>
          </a:xfrm>
          <a:custGeom>
            <a:avLst/>
            <a:gdLst/>
            <a:ahLst/>
            <a:cxnLst>
              <a:cxn ang="0">
                <a:pos x="21600" y="21600"/>
              </a:cxn>
              <a:cxn ang="0">
                <a:pos x="18640" y="0"/>
              </a:cxn>
              <a:cxn ang="0">
                <a:pos x="0" y="0"/>
              </a:cxn>
            </a:cxnLst>
            <a:rect l="0" t="0" r="r" b="b"/>
            <a:pathLst>
              <a:path w="21600" h="21600">
                <a:moveTo>
                  <a:pt x="21600" y="21600"/>
                </a:moveTo>
                <a:lnTo>
                  <a:pt x="18640" y="0"/>
                </a:ln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bg1">
                <a:lumMod val="65000"/>
              </a:schemeClr>
            </a:solidFill>
            <a:round/>
            <a:headEnd type="oval" w="med" len="med"/>
            <a:tailEnd type="oval" w="med" len="med"/>
          </a:ln>
          <a:effectLst/>
        </p:spPr>
        <p:txBody>
          <a:bodyPr/>
          <a:lstStyle/>
          <a:p>
            <a:endParaRPr lang="zh-CN" altLang="en-US" sz="240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3" name="直接连接符 12"/>
          <p:cNvCxnSpPr/>
          <p:nvPr>
            <p:custDataLst>
              <p:tags r:id="rId5"/>
            </p:custDataLst>
          </p:nvPr>
        </p:nvCxnSpPr>
        <p:spPr>
          <a:xfrm>
            <a:off x="7056707" y="4034692"/>
            <a:ext cx="1536171" cy="0"/>
          </a:xfrm>
          <a:prstGeom prst="line">
            <a:avLst/>
          </a:prstGeom>
          <a:ln w="12700" cap="rnd">
            <a:solidFill>
              <a:schemeClr val="bg1">
                <a:lumMod val="65000"/>
              </a:schemeClr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未知"/>
          <p:cNvSpPr/>
          <p:nvPr>
            <p:custDataLst>
              <p:tags r:id="rId6"/>
            </p:custDataLst>
          </p:nvPr>
        </p:nvSpPr>
        <p:spPr bwMode="auto">
          <a:xfrm flipV="1">
            <a:off x="3600323" y="4854241"/>
            <a:ext cx="1536171" cy="672000"/>
          </a:xfrm>
          <a:custGeom>
            <a:avLst/>
            <a:gdLst/>
            <a:ahLst/>
            <a:cxnLst>
              <a:cxn ang="0">
                <a:pos x="21600" y="21600"/>
              </a:cxn>
              <a:cxn ang="0">
                <a:pos x="18640" y="0"/>
              </a:cxn>
              <a:cxn ang="0">
                <a:pos x="0" y="0"/>
              </a:cxn>
            </a:cxnLst>
            <a:rect l="0" t="0" r="r" b="b"/>
            <a:pathLst>
              <a:path w="21600" h="21600">
                <a:moveTo>
                  <a:pt x="21600" y="21600"/>
                </a:moveTo>
                <a:lnTo>
                  <a:pt x="18640" y="0"/>
                </a:ln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bg1">
                <a:lumMod val="65000"/>
              </a:schemeClr>
            </a:solidFill>
            <a:round/>
            <a:headEnd type="oval" w="med" len="med"/>
            <a:tailEnd type="oval" w="med" len="med"/>
          </a:ln>
          <a:effectLst/>
        </p:spPr>
        <p:txBody>
          <a:bodyPr/>
          <a:lstStyle/>
          <a:p>
            <a:endParaRPr lang="zh-CN" altLang="en-US" sz="240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未知"/>
          <p:cNvSpPr/>
          <p:nvPr>
            <p:custDataLst>
              <p:tags r:id="rId7"/>
            </p:custDataLst>
          </p:nvPr>
        </p:nvSpPr>
        <p:spPr bwMode="auto">
          <a:xfrm>
            <a:off x="3600323" y="2453975"/>
            <a:ext cx="1536171" cy="672075"/>
          </a:xfrm>
          <a:custGeom>
            <a:avLst/>
            <a:gdLst/>
            <a:ahLst/>
            <a:cxnLst>
              <a:cxn ang="0">
                <a:pos x="21600" y="21600"/>
              </a:cxn>
              <a:cxn ang="0">
                <a:pos x="18640" y="0"/>
              </a:cxn>
              <a:cxn ang="0">
                <a:pos x="0" y="0"/>
              </a:cxn>
            </a:cxnLst>
            <a:rect l="0" t="0" r="r" b="b"/>
            <a:pathLst>
              <a:path w="21600" h="21600">
                <a:moveTo>
                  <a:pt x="21600" y="21600"/>
                </a:moveTo>
                <a:lnTo>
                  <a:pt x="18640" y="0"/>
                </a:ln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bg1">
                <a:lumMod val="65000"/>
              </a:schemeClr>
            </a:solidFill>
            <a:round/>
            <a:headEnd type="oval" w="med" len="med"/>
            <a:tailEnd type="oval" w="med" len="med"/>
          </a:ln>
          <a:effectLst/>
        </p:spPr>
        <p:txBody>
          <a:bodyPr/>
          <a:lstStyle/>
          <a:p>
            <a:endParaRPr lang="zh-CN" altLang="en-US" sz="240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6" name="直接连接符 15"/>
          <p:cNvCxnSpPr/>
          <p:nvPr>
            <p:custDataLst>
              <p:tags r:id="rId8"/>
            </p:custDataLst>
          </p:nvPr>
        </p:nvCxnSpPr>
        <p:spPr>
          <a:xfrm flipH="1">
            <a:off x="3600323" y="4034692"/>
            <a:ext cx="1536171" cy="0"/>
          </a:xfrm>
          <a:prstGeom prst="line">
            <a:avLst/>
          </a:prstGeom>
          <a:ln w="12700" cap="rnd">
            <a:solidFill>
              <a:schemeClr val="bg1">
                <a:lumMod val="65000"/>
              </a:schemeClr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矩形 16"/>
          <p:cNvSpPr/>
          <p:nvPr>
            <p:custDataLst>
              <p:tags r:id="rId9"/>
            </p:custDataLst>
          </p:nvPr>
        </p:nvSpPr>
        <p:spPr>
          <a:xfrm>
            <a:off x="5424526" y="3600259"/>
            <a:ext cx="1344149" cy="8604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zh-CN" altLang="en-US" sz="2500" b="1">
                <a:solidFill>
                  <a:schemeClr val="tx1">
                    <a:lumMod val="75000"/>
                    <a:lumOff val="25000"/>
                  </a:schemeClr>
                </a:solidFill>
              </a:rPr>
              <a:t>不合格类型</a:t>
            </a:r>
            <a:endParaRPr lang="zh-CN" altLang="en-US" sz="2500"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8" name="文本框 7"/>
          <p:cNvSpPr txBox="1">
            <a:spLocks noChangeArrowheads="1"/>
          </p:cNvSpPr>
          <p:nvPr>
            <p:custDataLst>
              <p:tags r:id="rId10"/>
            </p:custDataLst>
          </p:nvPr>
        </p:nvSpPr>
        <p:spPr bwMode="auto">
          <a:xfrm>
            <a:off x="1105369" y="1862919"/>
            <a:ext cx="2232637" cy="11720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normAutofit lnSpcReduction="10000"/>
          </a:bodyPr>
          <a:lstStyle>
            <a:lvl1pPr>
              <a:defRPr sz="3200"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1pPr>
            <a:lvl2pPr>
              <a:defRPr sz="2800"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2pPr>
            <a:lvl3pPr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3pPr>
            <a:lvl4pPr>
              <a:defRPr sz="2000"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4pPr>
            <a:lvl5pPr>
              <a:defRPr sz="2000"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5pPr>
            <a:lvl6pPr eaLnBrk="0" fontAlgn="base" hangingPunct="0"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6pPr>
            <a:lvl7pPr eaLnBrk="0" fontAlgn="base" hangingPunct="0"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7pPr>
            <a:lvl8pPr eaLnBrk="0" fontAlgn="base" hangingPunct="0"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8pPr>
            <a:lvl9pPr eaLnBrk="0" fontAlgn="base" hangingPunct="0"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/>
            <a:r>
              <a:rPr lang="en-US" altLang="zh-CN" sz="2200" b="1">
                <a:solidFill>
                  <a:schemeClr val="tx1">
                    <a:lumMod val="75000"/>
                    <a:lumOff val="2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1.</a:t>
            </a:r>
            <a:r>
              <a:rPr lang="zh-CN" altLang="en-US" sz="2200" b="1">
                <a:solidFill>
                  <a:schemeClr val="tx1">
                    <a:lumMod val="75000"/>
                    <a:lumOff val="2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实物与采购订单中物资描述不一致</a:t>
            </a:r>
            <a:endParaRPr lang="zh-CN" altLang="en-US" sz="2200" b="1">
              <a:solidFill>
                <a:schemeClr val="tx1">
                  <a:lumMod val="75000"/>
                  <a:lumOff val="25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9" name="文本框 7"/>
          <p:cNvSpPr txBox="1">
            <a:spLocks noChangeArrowheads="1"/>
          </p:cNvSpPr>
          <p:nvPr>
            <p:custDataLst>
              <p:tags r:id="rId11"/>
            </p:custDataLst>
          </p:nvPr>
        </p:nvSpPr>
        <p:spPr bwMode="auto">
          <a:xfrm>
            <a:off x="1105369" y="3404061"/>
            <a:ext cx="2232637" cy="11720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normAutofit lnSpcReduction="10000"/>
          </a:bodyPr>
          <a:lstStyle>
            <a:lvl1pPr>
              <a:defRPr sz="3200"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1pPr>
            <a:lvl2pPr>
              <a:defRPr sz="2800"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2pPr>
            <a:lvl3pPr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3pPr>
            <a:lvl4pPr>
              <a:defRPr sz="2000"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4pPr>
            <a:lvl5pPr>
              <a:defRPr sz="2000"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5pPr>
            <a:lvl6pPr eaLnBrk="0" fontAlgn="base" hangingPunct="0"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6pPr>
            <a:lvl7pPr eaLnBrk="0" fontAlgn="base" hangingPunct="0"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7pPr>
            <a:lvl8pPr eaLnBrk="0" fontAlgn="base" hangingPunct="0"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8pPr>
            <a:lvl9pPr eaLnBrk="0" fontAlgn="base" hangingPunct="0"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buClrTx/>
              <a:buSzTx/>
              <a:buFontTx/>
            </a:pPr>
            <a:r>
              <a:rPr lang="en-US" altLang="zh-CN" sz="2200" b="1">
                <a:solidFill>
                  <a:schemeClr val="tx1">
                    <a:lumMod val="75000"/>
                    <a:lumOff val="2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2.实物与</a:t>
            </a:r>
            <a:r>
              <a:rPr lang="zh-CN" altLang="en-US" sz="2200" b="1">
                <a:solidFill>
                  <a:schemeClr val="tx1">
                    <a:lumMod val="75000"/>
                    <a:lumOff val="2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合同</a:t>
            </a:r>
            <a:r>
              <a:rPr lang="en-US" altLang="zh-CN" sz="2200" b="1">
                <a:solidFill>
                  <a:schemeClr val="tx1">
                    <a:lumMod val="75000"/>
                    <a:lumOff val="2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中物资描述一致</a:t>
            </a:r>
            <a:endParaRPr lang="en-US" altLang="zh-CN" sz="2200" b="1">
              <a:solidFill>
                <a:schemeClr val="tx1">
                  <a:lumMod val="75000"/>
                  <a:lumOff val="25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0" name="文本框 7"/>
          <p:cNvSpPr txBox="1">
            <a:spLocks noChangeArrowheads="1"/>
          </p:cNvSpPr>
          <p:nvPr>
            <p:custDataLst>
              <p:tags r:id="rId12"/>
            </p:custDataLst>
          </p:nvPr>
        </p:nvSpPr>
        <p:spPr bwMode="auto">
          <a:xfrm>
            <a:off x="1105369" y="4945205"/>
            <a:ext cx="2232637" cy="11720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3200"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1pPr>
            <a:lvl2pPr>
              <a:defRPr sz="2800"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2pPr>
            <a:lvl3pPr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3pPr>
            <a:lvl4pPr>
              <a:defRPr sz="2000"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4pPr>
            <a:lvl5pPr>
              <a:defRPr sz="2000"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5pPr>
            <a:lvl6pPr eaLnBrk="0" fontAlgn="base" hangingPunct="0"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6pPr>
            <a:lvl7pPr eaLnBrk="0" fontAlgn="base" hangingPunct="0"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7pPr>
            <a:lvl8pPr eaLnBrk="0" fontAlgn="base" hangingPunct="0"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8pPr>
            <a:lvl9pPr eaLnBrk="0" fontAlgn="base" hangingPunct="0"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buClrTx/>
              <a:buSzTx/>
              <a:buFontTx/>
            </a:pPr>
            <a:r>
              <a:rPr lang="en-US" altLang="zh-CN" sz="2200" b="1">
                <a:solidFill>
                  <a:schemeClr val="tx1">
                    <a:lumMod val="75000"/>
                    <a:lumOff val="2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3.缺少合格证明、检测报告MSDS等材料</a:t>
            </a:r>
            <a:endParaRPr lang="en-US" altLang="zh-CN" sz="2200" b="1">
              <a:solidFill>
                <a:schemeClr val="tx1">
                  <a:lumMod val="75000"/>
                  <a:lumOff val="25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1" name="文本框 7"/>
          <p:cNvSpPr txBox="1">
            <a:spLocks noChangeArrowheads="1"/>
          </p:cNvSpPr>
          <p:nvPr>
            <p:custDataLst>
              <p:tags r:id="rId13"/>
            </p:custDataLst>
          </p:nvPr>
        </p:nvSpPr>
        <p:spPr bwMode="auto">
          <a:xfrm>
            <a:off x="8884405" y="1862919"/>
            <a:ext cx="2232637" cy="11720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normAutofit/>
          </a:bodyPr>
          <a:lstStyle>
            <a:lvl1pPr>
              <a:defRPr sz="3200"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1pPr>
            <a:lvl2pPr>
              <a:defRPr sz="2800"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2pPr>
            <a:lvl3pPr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3pPr>
            <a:lvl4pPr>
              <a:defRPr sz="2000"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4pPr>
            <a:lvl5pPr>
              <a:defRPr sz="2000"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5pPr>
            <a:lvl6pPr eaLnBrk="0" fontAlgn="base" hangingPunct="0"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6pPr>
            <a:lvl7pPr eaLnBrk="0" fontAlgn="base" hangingPunct="0"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7pPr>
            <a:lvl8pPr eaLnBrk="0" fontAlgn="base" hangingPunct="0"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8pPr>
            <a:lvl9pPr eaLnBrk="0" fontAlgn="base" hangingPunct="0"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buClrTx/>
              <a:buSzTx/>
              <a:buFontTx/>
            </a:pPr>
            <a:r>
              <a:rPr lang="en-US" altLang="zh-CN" sz="2200" b="1">
                <a:solidFill>
                  <a:schemeClr val="tx1">
                    <a:lumMod val="75000"/>
                    <a:lumOff val="2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4.送货数量与送货单存在差异</a:t>
            </a:r>
            <a:endParaRPr lang="en-US" altLang="zh-CN" sz="2200" b="1">
              <a:solidFill>
                <a:schemeClr val="tx1">
                  <a:lumMod val="75000"/>
                  <a:lumOff val="25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2" name="文本框 7"/>
          <p:cNvSpPr txBox="1">
            <a:spLocks noChangeArrowheads="1"/>
          </p:cNvSpPr>
          <p:nvPr>
            <p:custDataLst>
              <p:tags r:id="rId14"/>
            </p:custDataLst>
          </p:nvPr>
        </p:nvSpPr>
        <p:spPr bwMode="auto">
          <a:xfrm>
            <a:off x="8884405" y="3404061"/>
            <a:ext cx="2232637" cy="11720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normAutofit/>
          </a:bodyPr>
          <a:lstStyle>
            <a:lvl1pPr>
              <a:defRPr sz="3200"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1pPr>
            <a:lvl2pPr>
              <a:defRPr sz="2800"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2pPr>
            <a:lvl3pPr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3pPr>
            <a:lvl4pPr>
              <a:defRPr sz="2000"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4pPr>
            <a:lvl5pPr>
              <a:defRPr sz="2000"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5pPr>
            <a:lvl6pPr eaLnBrk="0" fontAlgn="base" hangingPunct="0"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6pPr>
            <a:lvl7pPr eaLnBrk="0" fontAlgn="base" hangingPunct="0"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7pPr>
            <a:lvl8pPr eaLnBrk="0" fontAlgn="base" hangingPunct="0"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8pPr>
            <a:lvl9pPr eaLnBrk="0" fontAlgn="base" hangingPunct="0"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buClrTx/>
              <a:buSzTx/>
              <a:buFontTx/>
            </a:pPr>
            <a:r>
              <a:rPr lang="en-US" altLang="zh-CN" sz="2200" b="1">
                <a:solidFill>
                  <a:schemeClr val="tx1">
                    <a:lumMod val="75000"/>
                    <a:lumOff val="2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5.效期不满足验收要求</a:t>
            </a:r>
            <a:endParaRPr lang="en-US" altLang="zh-CN" sz="2200" b="1">
              <a:solidFill>
                <a:schemeClr val="tx1">
                  <a:lumMod val="75000"/>
                  <a:lumOff val="25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3" name="文本框 7"/>
          <p:cNvSpPr txBox="1">
            <a:spLocks noChangeArrowheads="1"/>
          </p:cNvSpPr>
          <p:nvPr>
            <p:custDataLst>
              <p:tags r:id="rId15"/>
            </p:custDataLst>
          </p:nvPr>
        </p:nvSpPr>
        <p:spPr bwMode="auto">
          <a:xfrm>
            <a:off x="8884405" y="4945205"/>
            <a:ext cx="2232637" cy="11720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normAutofit/>
          </a:bodyPr>
          <a:lstStyle>
            <a:lvl1pPr>
              <a:defRPr sz="3200"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1pPr>
            <a:lvl2pPr>
              <a:defRPr sz="2800"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2pPr>
            <a:lvl3pPr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3pPr>
            <a:lvl4pPr>
              <a:defRPr sz="2000"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4pPr>
            <a:lvl5pPr>
              <a:defRPr sz="2000"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5pPr>
            <a:lvl6pPr eaLnBrk="0" fontAlgn="base" hangingPunct="0"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6pPr>
            <a:lvl7pPr eaLnBrk="0" fontAlgn="base" hangingPunct="0"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7pPr>
            <a:lvl8pPr eaLnBrk="0" fontAlgn="base" hangingPunct="0"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8pPr>
            <a:lvl9pPr eaLnBrk="0" fontAlgn="base" hangingPunct="0"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buClrTx/>
              <a:buSzTx/>
              <a:buFontTx/>
            </a:pPr>
            <a:r>
              <a:rPr lang="en-US" altLang="zh-CN" sz="2200" b="1">
                <a:solidFill>
                  <a:schemeClr val="tx1">
                    <a:lumMod val="75000"/>
                    <a:lumOff val="2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6.物资存在质量问题</a:t>
            </a:r>
            <a:endParaRPr lang="en-US" altLang="zh-CN" sz="2200" b="1">
              <a:solidFill>
                <a:schemeClr val="tx1">
                  <a:lumMod val="75000"/>
                  <a:lumOff val="25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grpSp>
        <p:nvGrpSpPr>
          <p:cNvPr id="78" name="Group 25"/>
          <p:cNvGrpSpPr/>
          <p:nvPr/>
        </p:nvGrpSpPr>
        <p:grpSpPr>
          <a:xfrm>
            <a:off x="2439000" y="6672336"/>
            <a:ext cx="9753600" cy="194200"/>
            <a:chOff x="2052320" y="3474720"/>
            <a:chExt cx="8209280" cy="71120"/>
          </a:xfrm>
          <a:solidFill>
            <a:schemeClr val="accent1"/>
          </a:solidFill>
        </p:grpSpPr>
        <p:sp>
          <p:nvSpPr>
            <p:cNvPr id="86" name="Rectangle 27"/>
            <p:cNvSpPr/>
            <p:nvPr>
              <p:custDataLst>
                <p:tags r:id="rId16"/>
              </p:custDataLst>
            </p:nvPr>
          </p:nvSpPr>
          <p:spPr>
            <a:xfrm>
              <a:off x="2052320" y="3474720"/>
              <a:ext cx="2052320" cy="71120"/>
            </a:xfrm>
            <a:prstGeom prst="rect">
              <a:avLst/>
            </a:prstGeom>
            <a:grp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>
                <a:solidFill>
                  <a:schemeClr val="accent5">
                    <a:lumMod val="20000"/>
                    <a:lumOff val="80000"/>
                    <a:hueOff val="10800000"/>
                  </a:schemeClr>
                </a:solidFill>
              </a:endParaRPr>
            </a:p>
          </p:txBody>
        </p:sp>
        <p:sp>
          <p:nvSpPr>
            <p:cNvPr id="87" name="Rectangle 28"/>
            <p:cNvSpPr/>
            <p:nvPr>
              <p:custDataLst>
                <p:tags r:id="rId17"/>
              </p:custDataLst>
            </p:nvPr>
          </p:nvSpPr>
          <p:spPr>
            <a:xfrm>
              <a:off x="4104640" y="3474720"/>
              <a:ext cx="2052320" cy="71120"/>
            </a:xfrm>
            <a:prstGeom prst="rect">
              <a:avLst/>
            </a:prstGeom>
            <a:grp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>
                <a:solidFill>
                  <a:schemeClr val="accent5">
                    <a:lumMod val="20000"/>
                    <a:lumOff val="80000"/>
                    <a:hueOff val="10800000"/>
                  </a:schemeClr>
                </a:solidFill>
              </a:endParaRPr>
            </a:p>
          </p:txBody>
        </p:sp>
        <p:sp>
          <p:nvSpPr>
            <p:cNvPr id="88" name="Rectangle 29"/>
            <p:cNvSpPr/>
            <p:nvPr>
              <p:custDataLst>
                <p:tags r:id="rId18"/>
              </p:custDataLst>
            </p:nvPr>
          </p:nvSpPr>
          <p:spPr>
            <a:xfrm>
              <a:off x="6156960" y="3474720"/>
              <a:ext cx="2052320" cy="71120"/>
            </a:xfrm>
            <a:prstGeom prst="rect">
              <a:avLst/>
            </a:prstGeom>
            <a:grp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>
                <a:solidFill>
                  <a:schemeClr val="accent5">
                    <a:lumMod val="20000"/>
                    <a:lumOff val="80000"/>
                    <a:hueOff val="10800000"/>
                  </a:schemeClr>
                </a:solidFill>
              </a:endParaRPr>
            </a:p>
          </p:txBody>
        </p:sp>
        <p:sp>
          <p:nvSpPr>
            <p:cNvPr id="89" name="Rectangle 30"/>
            <p:cNvSpPr/>
            <p:nvPr>
              <p:custDataLst>
                <p:tags r:id="rId19"/>
              </p:custDataLst>
            </p:nvPr>
          </p:nvSpPr>
          <p:spPr>
            <a:xfrm>
              <a:off x="8209280" y="3474720"/>
              <a:ext cx="2052320" cy="71120"/>
            </a:xfrm>
            <a:prstGeom prst="rect">
              <a:avLst/>
            </a:prstGeom>
            <a:grp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>
                <a:solidFill>
                  <a:schemeClr val="accent5">
                    <a:lumMod val="20000"/>
                    <a:lumOff val="80000"/>
                    <a:hueOff val="10800000"/>
                  </a:schemeClr>
                </a:solidFill>
              </a:endParaRPr>
            </a:p>
          </p:txBody>
        </p:sp>
      </p:grpSp>
      <p:sp>
        <p:nvSpPr>
          <p:cNvPr id="4" name="标题 3"/>
          <p:cNvSpPr>
            <a:spLocks noGrp="1"/>
          </p:cNvSpPr>
          <p:nvPr>
            <p:ph type="title"/>
            <p:custDataLst>
              <p:tags r:id="rId20"/>
            </p:custDataLst>
          </p:nvPr>
        </p:nvSpPr>
        <p:spPr/>
        <p:txBody>
          <a:bodyPr vert="horz" wrap="square" lIns="91440" tIns="45720" rIns="91440" bIns="45720" rtlCol="0" anchor="ctr">
            <a:normAutofit/>
          </a:bodyPr>
          <a:lstStyle/>
          <a:p>
            <a:pPr lvl="0" algn="l">
              <a:buClrTx/>
              <a:buSzTx/>
              <a:buFontTx/>
            </a:pPr>
            <a:r>
              <a:rPr lang="zh-CN" altLang="en-US" dirty="0">
                <a:sym typeface="+mn-ea"/>
              </a:rPr>
              <a:t>不合格类型及处理措施</a:t>
            </a:r>
            <a:endParaRPr lang="zh-CN" altLang="en-US" dirty="0">
              <a:sym typeface="+mn-ea"/>
            </a:endParaRPr>
          </a:p>
        </p:txBody>
      </p:sp>
    </p:spTree>
    <p:custDataLst>
      <p:tags r:id="rId2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000"/>
                            </p:stCondLst>
                            <p:childTnLst>
                              <p:par>
                                <p:cTn id="1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500"/>
                            </p:stCondLst>
                            <p:childTnLst>
                              <p:par>
                                <p:cTn id="23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3000"/>
                            </p:stCondLst>
                            <p:childTnLst>
                              <p:par>
                                <p:cTn id="2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3500"/>
                            </p:stCondLst>
                            <p:childTnLst>
                              <p:par>
                                <p:cTn id="31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4000"/>
                            </p:stCondLst>
                            <p:childTnLst>
                              <p:par>
                                <p:cTn id="3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4500"/>
                            </p:stCondLst>
                            <p:childTnLst>
                              <p:par>
                                <p:cTn id="3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0"/>
                            </p:stCondLst>
                            <p:childTnLst>
                              <p:par>
                                <p:cTn id="4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500"/>
                            </p:stCondLst>
                            <p:childTnLst>
                              <p:par>
                                <p:cTn id="4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6000"/>
                            </p:stCondLst>
                            <p:childTnLst>
                              <p:par>
                                <p:cTn id="5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6500"/>
                            </p:stCondLst>
                            <p:childTnLst>
                              <p:par>
                                <p:cTn id="5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7000"/>
                            </p:stCondLst>
                            <p:childTnLst>
                              <p:par>
                                <p:cTn id="5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ldLvl="0" animBg="1"/>
      <p:bldP spid="11" grpId="0" bldLvl="0" animBg="1"/>
      <p:bldP spid="12" grpId="0" bldLvl="0" animBg="1"/>
      <p:bldP spid="14" grpId="0" bldLvl="0" animBg="1"/>
      <p:bldP spid="15" grpId="0" bldLvl="0" animBg="1"/>
      <p:bldP spid="17" grpId="0"/>
      <p:bldP spid="18" grpId="0"/>
      <p:bldP spid="19" grpId="0"/>
      <p:bldP spid="20" grpId="0"/>
      <p:bldP spid="21" grpId="0"/>
      <p:bldP spid="22" grpId="0"/>
      <p:bldP spid="2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7"/>
          <p:cNvSpPr txBox="1"/>
          <p:nvPr>
            <p:custDataLst>
              <p:tags r:id="rId1"/>
            </p:custDataLst>
          </p:nvPr>
        </p:nvSpPr>
        <p:spPr>
          <a:xfrm>
            <a:off x="1268095" y="1521460"/>
            <a:ext cx="4815205" cy="92329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>
              <a:lnSpc>
                <a:spcPts val="1600"/>
              </a:lnSpc>
              <a:defRPr sz="1200" b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>
              <a:lnSpc>
                <a:spcPts val="1800"/>
              </a:lnSpc>
              <a:defRPr/>
            </a:pPr>
            <a:r>
              <a:rPr lang="zh-CN" altLang="en-US" sz="16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问题</a:t>
            </a:r>
            <a:r>
              <a:rPr lang="en-US" altLang="zh-CN" sz="16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</a:t>
            </a:r>
            <a:r>
              <a:rPr lang="zh-CN" altLang="en-US" sz="16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：</a:t>
            </a:r>
            <a:r>
              <a:rPr lang="en-US" altLang="zh-CN" sz="16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WMS</a:t>
            </a:r>
            <a:r>
              <a:rPr lang="zh-CN" altLang="en-US" sz="16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系统未显示开项清单物资描述信息（系统</a:t>
            </a:r>
            <a:r>
              <a:rPr lang="en-US" altLang="zh-CN" sz="16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BUG</a:t>
            </a:r>
            <a:r>
              <a:rPr lang="zh-CN" altLang="en-US" sz="16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</a:t>
            </a:r>
            <a:endParaRPr lang="zh-CN" altLang="en-US" sz="1600" kern="0" dirty="0">
              <a:solidFill>
                <a:schemeClr val="tx1">
                  <a:lumMod val="75000"/>
                  <a:lumOff val="25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lvl="0">
              <a:lnSpc>
                <a:spcPts val="1800"/>
              </a:lnSpc>
              <a:defRPr/>
            </a:pPr>
            <a:endParaRPr lang="zh-CN" altLang="en-US" sz="1600" kern="0" dirty="0">
              <a:solidFill>
                <a:schemeClr val="tx1">
                  <a:lumMod val="75000"/>
                  <a:lumOff val="25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lvl="0">
              <a:lnSpc>
                <a:spcPts val="1800"/>
              </a:lnSpc>
              <a:defRPr/>
            </a:pPr>
            <a:r>
              <a:rPr lang="zh-CN" altLang="en-US" sz="1600" kern="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措施</a:t>
            </a:r>
            <a:r>
              <a:rPr lang="zh-CN" altLang="en-US" sz="16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：联系信息管理部处理</a:t>
            </a:r>
            <a:r>
              <a:rPr lang="en-US" altLang="zh-CN" sz="16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WMS</a:t>
            </a:r>
            <a:r>
              <a:rPr lang="zh-CN" altLang="en-US" sz="16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系统</a:t>
            </a:r>
            <a:endParaRPr lang="zh-CN" altLang="en-US" sz="1600" kern="0" dirty="0">
              <a:solidFill>
                <a:schemeClr val="tx1">
                  <a:lumMod val="75000"/>
                  <a:lumOff val="25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3" name="Oval 13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538480" y="1520825"/>
            <a:ext cx="478155" cy="452120"/>
          </a:xfrm>
          <a:prstGeom prst="ellipse">
            <a:avLst/>
          </a:prstGeom>
          <a:solidFill>
            <a:schemeClr val="accent1"/>
          </a:solidFill>
          <a:ln w="15875">
            <a:noFill/>
          </a:ln>
          <a:effectLst>
            <a:innerShdw blurRad="266700" dist="203200" dir="18900000">
              <a:prstClr val="black">
                <a:alpha val="2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/>
            <a:r>
              <a:rPr lang="en-US" altLang="zh-CN" dirty="0">
                <a:solidFill>
                  <a:prstClr val="white"/>
                </a:solidFill>
              </a:rPr>
              <a:t>01</a:t>
            </a:r>
            <a:endParaRPr lang="en-US" altLang="zh-CN" dirty="0">
              <a:solidFill>
                <a:prstClr val="white"/>
              </a:solidFill>
            </a:endParaRPr>
          </a:p>
        </p:txBody>
      </p:sp>
      <p:sp>
        <p:nvSpPr>
          <p:cNvPr id="15" name="Oval 13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538480" y="2790190"/>
            <a:ext cx="478155" cy="452120"/>
          </a:xfrm>
          <a:prstGeom prst="ellipse">
            <a:avLst/>
          </a:prstGeom>
          <a:solidFill>
            <a:schemeClr val="accent1"/>
          </a:solidFill>
          <a:ln w="15875">
            <a:noFill/>
          </a:ln>
          <a:effectLst>
            <a:innerShdw blurRad="266700" dist="203200" dir="18900000">
              <a:prstClr val="black">
                <a:alpha val="2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anchor="ctr"/>
          <a:lstStyle/>
          <a:p>
            <a:pPr algn="ctr"/>
            <a:r>
              <a:rPr lang="en-US" altLang="zh-CN">
                <a:solidFill>
                  <a:schemeClr val="lt1"/>
                </a:solidFill>
              </a:rPr>
              <a:t>02</a:t>
            </a:r>
            <a:endParaRPr lang="en-US" altLang="zh-CN">
              <a:solidFill>
                <a:schemeClr val="lt1"/>
              </a:solidFill>
            </a:endParaRPr>
          </a:p>
        </p:txBody>
      </p:sp>
      <p:sp>
        <p:nvSpPr>
          <p:cNvPr id="16" name="Oval 13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538480" y="4018280"/>
            <a:ext cx="478155" cy="452120"/>
          </a:xfrm>
          <a:prstGeom prst="ellipse">
            <a:avLst/>
          </a:prstGeom>
          <a:solidFill>
            <a:schemeClr val="accent1"/>
          </a:solidFill>
          <a:ln w="15875">
            <a:noFill/>
          </a:ln>
          <a:effectLst>
            <a:innerShdw blurRad="266700" dist="203200" dir="18900000">
              <a:prstClr val="black">
                <a:alpha val="2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/>
            <a:r>
              <a:rPr lang="en-US" altLang="zh-CN">
                <a:solidFill>
                  <a:prstClr val="white"/>
                </a:solidFill>
              </a:rPr>
              <a:t>03</a:t>
            </a:r>
            <a:endParaRPr lang="en-US" altLang="zh-CN">
              <a:solidFill>
                <a:prstClr val="white"/>
              </a:solidFill>
            </a:endParaRPr>
          </a:p>
        </p:txBody>
      </p:sp>
      <p:sp>
        <p:nvSpPr>
          <p:cNvPr id="17" name="Oval 13"/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538480" y="5328920"/>
            <a:ext cx="478155" cy="452120"/>
          </a:xfrm>
          <a:prstGeom prst="ellipse">
            <a:avLst/>
          </a:prstGeom>
          <a:solidFill>
            <a:schemeClr val="accent2"/>
          </a:solidFill>
          <a:ln w="15875">
            <a:noFill/>
          </a:ln>
          <a:effectLst>
            <a:innerShdw blurRad="266700" dist="203200" dir="18900000">
              <a:prstClr val="black">
                <a:alpha val="2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anchor="ctr"/>
          <a:lstStyle/>
          <a:p>
            <a:pPr algn="ctr"/>
            <a:r>
              <a:rPr lang="en-US" altLang="zh-CN">
                <a:solidFill>
                  <a:schemeClr val="lt1"/>
                </a:solidFill>
              </a:rPr>
              <a:t>04</a:t>
            </a:r>
            <a:endParaRPr lang="en-US" altLang="zh-CN">
              <a:solidFill>
                <a:schemeClr val="lt1"/>
              </a:solidFill>
            </a:endParaRPr>
          </a:p>
        </p:txBody>
      </p:sp>
      <p:grpSp>
        <p:nvGrpSpPr>
          <p:cNvPr id="78" name="Group 25"/>
          <p:cNvGrpSpPr/>
          <p:nvPr/>
        </p:nvGrpSpPr>
        <p:grpSpPr>
          <a:xfrm>
            <a:off x="2439000" y="6672336"/>
            <a:ext cx="9753600" cy="194200"/>
            <a:chOff x="2052320" y="3474720"/>
            <a:chExt cx="8209280" cy="71120"/>
          </a:xfrm>
          <a:solidFill>
            <a:schemeClr val="accent1"/>
          </a:solidFill>
        </p:grpSpPr>
        <p:sp>
          <p:nvSpPr>
            <p:cNvPr id="86" name="Rectangle 27"/>
            <p:cNvSpPr/>
            <p:nvPr>
              <p:custDataLst>
                <p:tags r:id="rId6"/>
              </p:custDataLst>
            </p:nvPr>
          </p:nvSpPr>
          <p:spPr>
            <a:xfrm>
              <a:off x="2052320" y="3474720"/>
              <a:ext cx="2052320" cy="71120"/>
            </a:xfrm>
            <a:prstGeom prst="rect">
              <a:avLst/>
            </a:prstGeom>
            <a:grp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>
                <a:solidFill>
                  <a:schemeClr val="accent5">
                    <a:lumMod val="20000"/>
                    <a:lumOff val="80000"/>
                    <a:hueOff val="10800000"/>
                  </a:schemeClr>
                </a:solidFill>
              </a:endParaRPr>
            </a:p>
          </p:txBody>
        </p:sp>
        <p:sp>
          <p:nvSpPr>
            <p:cNvPr id="87" name="Rectangle 28"/>
            <p:cNvSpPr/>
            <p:nvPr>
              <p:custDataLst>
                <p:tags r:id="rId7"/>
              </p:custDataLst>
            </p:nvPr>
          </p:nvSpPr>
          <p:spPr>
            <a:xfrm>
              <a:off x="4104640" y="3474720"/>
              <a:ext cx="2052320" cy="71120"/>
            </a:xfrm>
            <a:prstGeom prst="rect">
              <a:avLst/>
            </a:prstGeom>
            <a:grp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>
                <a:solidFill>
                  <a:schemeClr val="accent5">
                    <a:lumMod val="20000"/>
                    <a:lumOff val="80000"/>
                    <a:hueOff val="10800000"/>
                  </a:schemeClr>
                </a:solidFill>
              </a:endParaRPr>
            </a:p>
          </p:txBody>
        </p:sp>
        <p:sp>
          <p:nvSpPr>
            <p:cNvPr id="88" name="Rectangle 29"/>
            <p:cNvSpPr/>
            <p:nvPr>
              <p:custDataLst>
                <p:tags r:id="rId8"/>
              </p:custDataLst>
            </p:nvPr>
          </p:nvSpPr>
          <p:spPr>
            <a:xfrm>
              <a:off x="6156960" y="3474720"/>
              <a:ext cx="2052320" cy="71120"/>
            </a:xfrm>
            <a:prstGeom prst="rect">
              <a:avLst/>
            </a:prstGeom>
            <a:grp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>
                <a:solidFill>
                  <a:schemeClr val="accent5">
                    <a:lumMod val="20000"/>
                    <a:lumOff val="80000"/>
                    <a:hueOff val="10800000"/>
                  </a:schemeClr>
                </a:solidFill>
              </a:endParaRPr>
            </a:p>
          </p:txBody>
        </p:sp>
        <p:sp>
          <p:nvSpPr>
            <p:cNvPr id="89" name="Rectangle 30"/>
            <p:cNvSpPr/>
            <p:nvPr>
              <p:custDataLst>
                <p:tags r:id="rId9"/>
              </p:custDataLst>
            </p:nvPr>
          </p:nvSpPr>
          <p:spPr>
            <a:xfrm>
              <a:off x="8209280" y="3474720"/>
              <a:ext cx="2052320" cy="71120"/>
            </a:xfrm>
            <a:prstGeom prst="rect">
              <a:avLst/>
            </a:prstGeom>
            <a:grp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>
                <a:solidFill>
                  <a:schemeClr val="accent5">
                    <a:lumMod val="20000"/>
                    <a:lumOff val="80000"/>
                    <a:hueOff val="10800000"/>
                  </a:schemeClr>
                </a:solidFill>
              </a:endParaRPr>
            </a:p>
          </p:txBody>
        </p:sp>
      </p:grpSp>
      <p:sp>
        <p:nvSpPr>
          <p:cNvPr id="3" name="TextBox 7"/>
          <p:cNvSpPr txBox="1"/>
          <p:nvPr>
            <p:custDataLst>
              <p:tags r:id="rId10"/>
            </p:custDataLst>
          </p:nvPr>
        </p:nvSpPr>
        <p:spPr>
          <a:xfrm>
            <a:off x="589280" y="1069340"/>
            <a:ext cx="6466205" cy="23050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>
              <a:lnSpc>
                <a:spcPts val="1600"/>
              </a:lnSpc>
              <a:defRPr sz="1200" b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>
              <a:lnSpc>
                <a:spcPts val="1800"/>
              </a:lnSpc>
              <a:defRPr/>
            </a:pPr>
            <a:r>
              <a:rPr lang="zh-CN" altLang="en-US" sz="2000" b="1" kern="0">
                <a:solidFill>
                  <a:schemeClr val="accent1">
                    <a:lumMod val="50000"/>
                  </a:schemeClr>
                </a:solidFill>
                <a:latin typeface="+mn-lt"/>
                <a:ea typeface="+mn-ea"/>
              </a:rPr>
              <a:t>类型</a:t>
            </a:r>
            <a:r>
              <a:rPr lang="en-US" altLang="zh-CN" sz="2000" b="1" kern="0">
                <a:solidFill>
                  <a:schemeClr val="accent1">
                    <a:lumMod val="50000"/>
                  </a:schemeClr>
                </a:solidFill>
                <a:latin typeface="+mn-lt"/>
                <a:ea typeface="+mn-ea"/>
              </a:rPr>
              <a:t>1</a:t>
            </a:r>
            <a:r>
              <a:rPr lang="zh-CN" altLang="en-US" sz="2000" b="1" kern="0">
                <a:solidFill>
                  <a:schemeClr val="accent1">
                    <a:lumMod val="50000"/>
                  </a:schemeClr>
                </a:solidFill>
                <a:latin typeface="+mn-lt"/>
                <a:ea typeface="+mn-ea"/>
              </a:rPr>
              <a:t>：实物与采购订单中物资描述不一致</a:t>
            </a:r>
            <a:endParaRPr lang="zh-CN" altLang="en-US" sz="2000" b="1" kern="0">
              <a:solidFill>
                <a:schemeClr val="accent1">
                  <a:lumMod val="50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4" name="TextBox 7"/>
          <p:cNvSpPr txBox="1"/>
          <p:nvPr>
            <p:custDataLst>
              <p:tags r:id="rId11"/>
            </p:custDataLst>
          </p:nvPr>
        </p:nvSpPr>
        <p:spPr>
          <a:xfrm>
            <a:off x="1268095" y="2790190"/>
            <a:ext cx="4815205" cy="92329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>
              <a:lnSpc>
                <a:spcPts val="1600"/>
              </a:lnSpc>
              <a:defRPr sz="1200" b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>
              <a:lnSpc>
                <a:spcPts val="1800"/>
              </a:lnSpc>
              <a:defRPr/>
            </a:pPr>
            <a:r>
              <a:rPr lang="zh-CN" altLang="en-US" sz="16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问题2：按照通用类管理的物资，订单中物资编码的品牌型号信息与实物不一致</a:t>
            </a:r>
            <a:endParaRPr lang="zh-CN" altLang="en-US" sz="1600" kern="0" dirty="0">
              <a:solidFill>
                <a:schemeClr val="tx1">
                  <a:lumMod val="75000"/>
                  <a:lumOff val="25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lvl="0">
              <a:lnSpc>
                <a:spcPts val="1800"/>
              </a:lnSpc>
              <a:defRPr/>
            </a:pPr>
            <a:endParaRPr lang="zh-CN" altLang="en-US" sz="1600" kern="0" dirty="0">
              <a:solidFill>
                <a:schemeClr val="tx1">
                  <a:lumMod val="75000"/>
                  <a:lumOff val="25000"/>
                </a:schemeClr>
              </a:solidFill>
              <a:latin typeface="+mn-lt"/>
              <a:ea typeface="+mn-ea"/>
            </a:endParaRPr>
          </a:p>
          <a:p>
            <a:pPr lvl="0">
              <a:lnSpc>
                <a:spcPts val="1800"/>
              </a:lnSpc>
              <a:defRPr/>
            </a:pPr>
            <a:r>
              <a:rPr lang="zh-CN" altLang="en-US" sz="16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措施：修改物资编码、更改采购</a:t>
            </a:r>
            <a:endParaRPr lang="zh-CN" altLang="en-US" sz="1600" kern="0" dirty="0">
              <a:solidFill>
                <a:schemeClr val="tx1">
                  <a:lumMod val="75000"/>
                  <a:lumOff val="25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" name="TextBox 7"/>
          <p:cNvSpPr txBox="1"/>
          <p:nvPr>
            <p:custDataLst>
              <p:tags r:id="rId12"/>
            </p:custDataLst>
          </p:nvPr>
        </p:nvSpPr>
        <p:spPr>
          <a:xfrm>
            <a:off x="1269365" y="4017645"/>
            <a:ext cx="4815205" cy="69215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>
              <a:lnSpc>
                <a:spcPts val="1600"/>
              </a:lnSpc>
              <a:defRPr sz="1200" b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>
              <a:lnSpc>
                <a:spcPts val="1800"/>
              </a:lnSpc>
              <a:defRPr/>
            </a:pPr>
            <a:r>
              <a:rPr lang="zh-CN" altLang="en-US" sz="16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问题3：采购订单已约定的配件，实物缺少</a:t>
            </a:r>
            <a:endParaRPr lang="zh-CN" altLang="en-US" sz="1600" kern="0" dirty="0">
              <a:solidFill>
                <a:schemeClr val="tx1">
                  <a:lumMod val="75000"/>
                  <a:lumOff val="25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lvl="0">
              <a:lnSpc>
                <a:spcPts val="1800"/>
              </a:lnSpc>
              <a:defRPr/>
            </a:pPr>
            <a:endParaRPr lang="zh-CN" altLang="en-US" sz="1600" kern="0" dirty="0">
              <a:solidFill>
                <a:schemeClr val="tx1">
                  <a:lumMod val="75000"/>
                  <a:lumOff val="25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lvl="0">
              <a:lnSpc>
                <a:spcPts val="1800"/>
              </a:lnSpc>
              <a:defRPr/>
            </a:pPr>
            <a:r>
              <a:rPr lang="zh-CN" altLang="en-US" sz="16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措施：</a:t>
            </a:r>
            <a:r>
              <a:rPr lang="zh-CN" altLang="en-US" sz="16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补充配件</a:t>
            </a:r>
            <a:endParaRPr lang="zh-CN" altLang="en-US" sz="1600" kern="0" dirty="0">
              <a:solidFill>
                <a:schemeClr val="tx1">
                  <a:lumMod val="75000"/>
                  <a:lumOff val="25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" name="TextBox 7"/>
          <p:cNvSpPr txBox="1"/>
          <p:nvPr>
            <p:custDataLst>
              <p:tags r:id="rId13"/>
            </p:custDataLst>
          </p:nvPr>
        </p:nvSpPr>
        <p:spPr>
          <a:xfrm>
            <a:off x="1268095" y="5351145"/>
            <a:ext cx="4815205" cy="69215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>
              <a:lnSpc>
                <a:spcPts val="1600"/>
              </a:lnSpc>
              <a:defRPr sz="1200" b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>
              <a:lnSpc>
                <a:spcPts val="1800"/>
              </a:lnSpc>
              <a:defRPr/>
            </a:pPr>
            <a:r>
              <a:rPr lang="zh-CN" altLang="en-US" sz="16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问题4：采购订单已约定要送检物资未送检</a:t>
            </a:r>
            <a:endParaRPr lang="zh-CN" altLang="en-US" sz="1600" kern="0" dirty="0">
              <a:solidFill>
                <a:schemeClr val="tx1">
                  <a:lumMod val="75000"/>
                  <a:lumOff val="25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lvl="0">
              <a:lnSpc>
                <a:spcPts val="1800"/>
              </a:lnSpc>
              <a:defRPr/>
            </a:pPr>
            <a:endParaRPr lang="zh-CN" altLang="en-US" sz="1600" kern="0" dirty="0">
              <a:solidFill>
                <a:schemeClr val="tx1">
                  <a:lumMod val="75000"/>
                  <a:lumOff val="25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lvl="0">
              <a:lnSpc>
                <a:spcPts val="1800"/>
              </a:lnSpc>
              <a:defRPr/>
            </a:pPr>
            <a:r>
              <a:rPr lang="zh-CN" altLang="en-US" sz="16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措施：</a:t>
            </a:r>
            <a:r>
              <a:rPr lang="zh-CN" altLang="en-US" sz="16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退回供应商送检</a:t>
            </a:r>
            <a:endParaRPr lang="zh-CN" altLang="en-US" sz="1600" kern="0" dirty="0">
              <a:solidFill>
                <a:schemeClr val="tx1">
                  <a:lumMod val="75000"/>
                  <a:lumOff val="25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sp>
        <p:nvSpPr>
          <p:cNvPr id="11" name="TextBox 7"/>
          <p:cNvSpPr txBox="1"/>
          <p:nvPr>
            <p:custDataLst>
              <p:tags r:id="rId14"/>
            </p:custDataLst>
          </p:nvPr>
        </p:nvSpPr>
        <p:spPr>
          <a:xfrm>
            <a:off x="6974205" y="1521460"/>
            <a:ext cx="4815205" cy="92329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>
              <a:lnSpc>
                <a:spcPts val="1600"/>
              </a:lnSpc>
              <a:defRPr sz="1200" b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>
              <a:lnSpc>
                <a:spcPts val="1800"/>
              </a:lnSpc>
              <a:defRPr/>
            </a:pPr>
            <a:r>
              <a:rPr lang="zh-CN" altLang="en-US" sz="16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问题5：订单中的多个物资编码指向一种实物，即一物多码</a:t>
            </a:r>
            <a:endParaRPr lang="zh-CN" altLang="en-US" sz="1600" kern="0" dirty="0">
              <a:solidFill>
                <a:schemeClr val="tx1">
                  <a:lumMod val="75000"/>
                  <a:lumOff val="25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lvl="0">
              <a:lnSpc>
                <a:spcPts val="1800"/>
              </a:lnSpc>
              <a:defRPr/>
            </a:pPr>
            <a:endParaRPr lang="zh-CN" altLang="en-US" sz="1600" kern="0" dirty="0">
              <a:solidFill>
                <a:schemeClr val="tx1">
                  <a:lumMod val="75000"/>
                  <a:lumOff val="25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lvl="0">
              <a:lnSpc>
                <a:spcPts val="1800"/>
              </a:lnSpc>
              <a:defRPr/>
            </a:pPr>
            <a:r>
              <a:rPr lang="zh-CN" altLang="en-US" sz="16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措施：修订物资编码，停用其中一个，更改采购订单</a:t>
            </a:r>
            <a:endParaRPr lang="zh-CN" altLang="en-US" sz="1600" kern="0" dirty="0">
              <a:solidFill>
                <a:schemeClr val="tx1">
                  <a:lumMod val="75000"/>
                  <a:lumOff val="25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4" name="Oval 13"/>
          <p:cNvSpPr>
            <a:spLocks noChangeArrowheads="1"/>
          </p:cNvSpPr>
          <p:nvPr>
            <p:custDataLst>
              <p:tags r:id="rId15"/>
            </p:custDataLst>
          </p:nvPr>
        </p:nvSpPr>
        <p:spPr bwMode="auto">
          <a:xfrm>
            <a:off x="6244590" y="1520825"/>
            <a:ext cx="478155" cy="452120"/>
          </a:xfrm>
          <a:prstGeom prst="ellipse">
            <a:avLst/>
          </a:prstGeom>
          <a:solidFill>
            <a:schemeClr val="accent2"/>
          </a:solidFill>
          <a:ln w="15875">
            <a:noFill/>
          </a:ln>
          <a:effectLst>
            <a:innerShdw blurRad="266700" dist="203200" dir="18900000">
              <a:prstClr val="black">
                <a:alpha val="2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/>
            <a:r>
              <a:rPr lang="en-US" altLang="zh-CN" dirty="0">
                <a:solidFill>
                  <a:schemeClr val="lt1"/>
                </a:solidFill>
              </a:rPr>
              <a:t>05</a:t>
            </a:r>
            <a:endParaRPr lang="en-US" altLang="zh-CN" dirty="0">
              <a:solidFill>
                <a:schemeClr val="lt1"/>
              </a:solidFill>
            </a:endParaRPr>
          </a:p>
        </p:txBody>
      </p:sp>
      <p:sp>
        <p:nvSpPr>
          <p:cNvPr id="19" name="Oval 13"/>
          <p:cNvSpPr>
            <a:spLocks noChangeArrowheads="1"/>
          </p:cNvSpPr>
          <p:nvPr>
            <p:custDataLst>
              <p:tags r:id="rId16"/>
            </p:custDataLst>
          </p:nvPr>
        </p:nvSpPr>
        <p:spPr bwMode="auto">
          <a:xfrm>
            <a:off x="6244590" y="2790190"/>
            <a:ext cx="478155" cy="452120"/>
          </a:xfrm>
          <a:prstGeom prst="ellipse">
            <a:avLst/>
          </a:prstGeom>
          <a:solidFill>
            <a:schemeClr val="accent2"/>
          </a:solidFill>
          <a:ln w="15875">
            <a:noFill/>
          </a:ln>
          <a:effectLst>
            <a:innerShdw blurRad="266700" dist="203200" dir="18900000">
              <a:prstClr val="black">
                <a:alpha val="2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anchor="ctr"/>
          <a:lstStyle/>
          <a:p>
            <a:pPr algn="ctr"/>
            <a:r>
              <a:rPr lang="en-US" altLang="zh-CN">
                <a:solidFill>
                  <a:schemeClr val="lt1"/>
                </a:solidFill>
              </a:rPr>
              <a:t>06</a:t>
            </a:r>
            <a:endParaRPr lang="en-US" altLang="zh-CN">
              <a:solidFill>
                <a:schemeClr val="lt1"/>
              </a:solidFill>
            </a:endParaRPr>
          </a:p>
        </p:txBody>
      </p:sp>
      <p:sp>
        <p:nvSpPr>
          <p:cNvPr id="20" name="Oval 13"/>
          <p:cNvSpPr>
            <a:spLocks noChangeArrowheads="1"/>
          </p:cNvSpPr>
          <p:nvPr>
            <p:custDataLst>
              <p:tags r:id="rId17"/>
            </p:custDataLst>
          </p:nvPr>
        </p:nvSpPr>
        <p:spPr bwMode="auto">
          <a:xfrm>
            <a:off x="6244590" y="4018280"/>
            <a:ext cx="478155" cy="452120"/>
          </a:xfrm>
          <a:prstGeom prst="ellipse">
            <a:avLst/>
          </a:prstGeom>
          <a:solidFill>
            <a:schemeClr val="accent2"/>
          </a:solidFill>
          <a:ln w="15875">
            <a:noFill/>
          </a:ln>
          <a:effectLst>
            <a:innerShdw blurRad="266700" dist="203200" dir="18900000">
              <a:prstClr val="black">
                <a:alpha val="2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/>
            <a:r>
              <a:rPr lang="en-US" altLang="zh-CN">
                <a:solidFill>
                  <a:schemeClr val="lt1"/>
                </a:solidFill>
              </a:rPr>
              <a:t>07</a:t>
            </a:r>
            <a:endParaRPr lang="en-US" altLang="zh-CN">
              <a:solidFill>
                <a:schemeClr val="lt1"/>
              </a:solidFill>
            </a:endParaRPr>
          </a:p>
        </p:txBody>
      </p:sp>
      <p:sp>
        <p:nvSpPr>
          <p:cNvPr id="21" name="Oval 13"/>
          <p:cNvSpPr>
            <a:spLocks noChangeArrowheads="1"/>
          </p:cNvSpPr>
          <p:nvPr>
            <p:custDataLst>
              <p:tags r:id="rId18"/>
            </p:custDataLst>
          </p:nvPr>
        </p:nvSpPr>
        <p:spPr bwMode="auto">
          <a:xfrm>
            <a:off x="6244590" y="5328920"/>
            <a:ext cx="478155" cy="452120"/>
          </a:xfrm>
          <a:prstGeom prst="ellipse">
            <a:avLst/>
          </a:prstGeom>
          <a:solidFill>
            <a:schemeClr val="accent1"/>
          </a:solidFill>
          <a:ln w="15875">
            <a:noFill/>
          </a:ln>
          <a:effectLst>
            <a:innerShdw blurRad="266700" dist="203200" dir="18900000">
              <a:prstClr val="black">
                <a:alpha val="2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anchor="ctr"/>
          <a:lstStyle/>
          <a:p>
            <a:pPr algn="ctr"/>
            <a:r>
              <a:rPr lang="en-US" altLang="zh-CN">
                <a:solidFill>
                  <a:schemeClr val="lt1"/>
                </a:solidFill>
              </a:rPr>
              <a:t>08</a:t>
            </a:r>
            <a:endParaRPr lang="en-US" altLang="zh-CN">
              <a:solidFill>
                <a:schemeClr val="lt1"/>
              </a:solidFill>
            </a:endParaRPr>
          </a:p>
        </p:txBody>
      </p:sp>
      <p:sp>
        <p:nvSpPr>
          <p:cNvPr id="23" name="TextBox 7"/>
          <p:cNvSpPr txBox="1"/>
          <p:nvPr>
            <p:custDataLst>
              <p:tags r:id="rId19"/>
            </p:custDataLst>
          </p:nvPr>
        </p:nvSpPr>
        <p:spPr>
          <a:xfrm>
            <a:off x="6974205" y="2790190"/>
            <a:ext cx="4815205" cy="92329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>
              <a:lnSpc>
                <a:spcPts val="1600"/>
              </a:lnSpc>
              <a:defRPr sz="1200" b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>
              <a:lnSpc>
                <a:spcPts val="1800"/>
              </a:lnSpc>
              <a:defRPr/>
            </a:pPr>
            <a:r>
              <a:rPr lang="zh-CN" altLang="en-US" sz="16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问题6：订单中物资编码描述的尺寸，未明确是口径或适用某尺寸物资</a:t>
            </a:r>
            <a:endParaRPr lang="zh-CN" altLang="en-US" sz="1600" kern="0" dirty="0">
              <a:solidFill>
                <a:schemeClr val="tx1">
                  <a:lumMod val="75000"/>
                  <a:lumOff val="25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lvl="0">
              <a:lnSpc>
                <a:spcPts val="1800"/>
              </a:lnSpc>
              <a:defRPr/>
            </a:pPr>
            <a:endParaRPr lang="zh-CN" altLang="en-US" sz="1600" kern="0" dirty="0">
              <a:solidFill>
                <a:schemeClr val="tx1">
                  <a:lumMod val="75000"/>
                  <a:lumOff val="25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lvl="0">
              <a:lnSpc>
                <a:spcPts val="1800"/>
              </a:lnSpc>
              <a:defRPr/>
            </a:pPr>
            <a:r>
              <a:rPr lang="zh-CN" altLang="en-US" sz="16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措施：修订物资编码、更改采购订单，换货</a:t>
            </a:r>
            <a:endParaRPr lang="zh-CN" altLang="en-US" sz="1600" kern="0" dirty="0">
              <a:solidFill>
                <a:schemeClr val="tx1">
                  <a:lumMod val="75000"/>
                  <a:lumOff val="25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4" name="TextBox 7"/>
          <p:cNvSpPr txBox="1"/>
          <p:nvPr>
            <p:custDataLst>
              <p:tags r:id="rId20"/>
            </p:custDataLst>
          </p:nvPr>
        </p:nvSpPr>
        <p:spPr>
          <a:xfrm>
            <a:off x="6975475" y="4017645"/>
            <a:ext cx="4815205" cy="69215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>
              <a:lnSpc>
                <a:spcPts val="1600"/>
              </a:lnSpc>
              <a:defRPr sz="1200" b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>
              <a:lnSpc>
                <a:spcPts val="1800"/>
              </a:lnSpc>
              <a:defRPr/>
            </a:pPr>
            <a:r>
              <a:rPr lang="zh-CN" altLang="en-US" sz="16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问题7：订单中物资的配件，未按要求成套包装</a:t>
            </a:r>
            <a:endParaRPr lang="zh-CN" altLang="en-US" sz="1600" kern="0" dirty="0">
              <a:solidFill>
                <a:schemeClr val="tx1">
                  <a:lumMod val="75000"/>
                  <a:lumOff val="25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lvl="0">
              <a:lnSpc>
                <a:spcPts val="1800"/>
              </a:lnSpc>
              <a:defRPr/>
            </a:pPr>
            <a:endParaRPr lang="zh-CN" altLang="en-US" sz="1600" kern="0" dirty="0">
              <a:solidFill>
                <a:schemeClr val="tx1">
                  <a:lumMod val="75000"/>
                  <a:lumOff val="25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lvl="0">
              <a:lnSpc>
                <a:spcPts val="1800"/>
              </a:lnSpc>
              <a:defRPr/>
            </a:pPr>
            <a:r>
              <a:rPr lang="zh-CN" altLang="en-US" sz="16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措施：换货（重新包装）</a:t>
            </a:r>
            <a:endParaRPr lang="zh-CN" altLang="en-US" sz="1600" kern="0" dirty="0">
              <a:solidFill>
                <a:schemeClr val="tx1">
                  <a:lumMod val="75000"/>
                  <a:lumOff val="25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sp>
        <p:nvSpPr>
          <p:cNvPr id="25" name="TextBox 7"/>
          <p:cNvSpPr txBox="1"/>
          <p:nvPr>
            <p:custDataLst>
              <p:tags r:id="rId21"/>
            </p:custDataLst>
          </p:nvPr>
        </p:nvSpPr>
        <p:spPr>
          <a:xfrm>
            <a:off x="6975475" y="5013960"/>
            <a:ext cx="4815205" cy="138493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>
              <a:lnSpc>
                <a:spcPts val="1600"/>
              </a:lnSpc>
              <a:defRPr sz="1200" b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>
              <a:lnSpc>
                <a:spcPts val="1800"/>
              </a:lnSpc>
              <a:defRPr/>
            </a:pPr>
            <a:endParaRPr lang="zh-CN" altLang="en-US" sz="1600" kern="0" dirty="0">
              <a:solidFill>
                <a:schemeClr val="tx1">
                  <a:lumMod val="75000"/>
                  <a:lumOff val="25000"/>
                </a:schemeClr>
              </a:solidFill>
              <a:latin typeface="+mn-lt"/>
              <a:ea typeface="+mn-ea"/>
            </a:endParaRPr>
          </a:p>
          <a:p>
            <a:pPr lvl="0">
              <a:lnSpc>
                <a:spcPts val="1800"/>
              </a:lnSpc>
              <a:defRPr/>
            </a:pPr>
            <a:r>
              <a:rPr lang="zh-CN" altLang="en-US" sz="16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问题8：实物参数范围大于订单中物资编码的物资描述范围</a:t>
            </a:r>
            <a:endParaRPr lang="zh-CN" altLang="en-US" sz="1600" kern="0" dirty="0">
              <a:solidFill>
                <a:schemeClr val="tx1">
                  <a:lumMod val="75000"/>
                  <a:lumOff val="25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lvl="0">
              <a:lnSpc>
                <a:spcPts val="1800"/>
              </a:lnSpc>
              <a:defRPr/>
            </a:pPr>
            <a:r>
              <a:rPr lang="zh-CN" altLang="en-US" sz="16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措施：1.</a:t>
            </a:r>
            <a:r>
              <a:rPr lang="zh-CN" altLang="en-US" sz="16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原则上要求供应商换货，采购员完善物资编码描述；2.如原物资编码描述错误，修订物资编码、更改采购订单</a:t>
            </a:r>
            <a:endParaRPr lang="zh-CN" altLang="en-US" sz="1600" kern="0" dirty="0">
              <a:solidFill>
                <a:schemeClr val="tx1">
                  <a:lumMod val="75000"/>
                  <a:lumOff val="25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sp>
        <p:nvSpPr>
          <p:cNvPr id="7" name="标题 6"/>
          <p:cNvSpPr>
            <a:spLocks noGrp="1"/>
          </p:cNvSpPr>
          <p:nvPr>
            <p:ph type="title"/>
            <p:custDataLst>
              <p:tags r:id="rId22"/>
            </p:custDataLst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pPr lvl="0" algn="l">
              <a:buClrTx/>
              <a:buSzTx/>
              <a:buFontTx/>
            </a:pPr>
            <a:r>
              <a:rPr lang="zh-CN" altLang="en-US">
                <a:sym typeface="+mn-ea"/>
              </a:rPr>
              <a:t>不合格类型及处理措施</a:t>
            </a:r>
            <a:endParaRPr lang="zh-CN" altLang="en-US">
              <a:sym typeface="+mn-ea"/>
            </a:endParaRPr>
          </a:p>
        </p:txBody>
      </p:sp>
    </p:spTree>
    <p:custDataLst>
      <p:tags r:id="rId2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000"/>
                            </p:stCondLst>
                            <p:childTnLst>
                              <p:par>
                                <p:cTn id="31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500"/>
                            </p:stCondLst>
                            <p:childTnLst>
                              <p:par>
                                <p:cTn id="36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2000"/>
                            </p:stCondLst>
                            <p:childTnLst>
                              <p:par>
                                <p:cTn id="41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2500"/>
                            </p:stCondLst>
                            <p:childTnLst>
                              <p:par>
                                <p:cTn id="46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3000"/>
                            </p:stCondLst>
                            <p:childTnLst>
                              <p:par>
                                <p:cTn id="5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53" presetClass="entr" presetSubtype="16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53" presetClass="entr" presetSubtype="16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53" presetClass="entr" presetSubtype="16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3500"/>
                            </p:stCondLst>
                            <p:childTnLst>
                              <p:par>
                                <p:cTn id="72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4000"/>
                            </p:stCondLst>
                            <p:childTnLst>
                              <p:par>
                                <p:cTn id="77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4500"/>
                            </p:stCondLst>
                            <p:childTnLst>
                              <p:par>
                                <p:cTn id="82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5000"/>
                            </p:stCondLst>
                            <p:childTnLst>
                              <p:par>
                                <p:cTn id="87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3" grpId="0" bldLvl="0" animBg="1"/>
      <p:bldP spid="15" grpId="0" bldLvl="0" animBg="1"/>
      <p:bldP spid="16" grpId="0" bldLvl="0" animBg="1"/>
      <p:bldP spid="17" grpId="0" bldLvl="0" animBg="1"/>
      <p:bldP spid="3" grpId="0"/>
      <p:bldP spid="4" grpId="0"/>
      <p:bldP spid="5" grpId="0"/>
      <p:bldP spid="6" grpId="0"/>
      <p:bldP spid="11" grpId="0"/>
      <p:bldP spid="14" grpId="0" bldLvl="0" animBg="1"/>
      <p:bldP spid="19" grpId="0" bldLvl="0" animBg="1"/>
      <p:bldP spid="20" grpId="0" bldLvl="0" animBg="1"/>
      <p:bldP spid="21" grpId="0" bldLvl="0" animBg="1"/>
      <p:bldP spid="23" grpId="0"/>
      <p:bldP spid="24" grpId="0"/>
      <p:bldP spid="2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7"/>
          <p:cNvSpPr txBox="1"/>
          <p:nvPr>
            <p:custDataLst>
              <p:tags r:id="rId1"/>
            </p:custDataLst>
          </p:nvPr>
        </p:nvSpPr>
        <p:spPr>
          <a:xfrm>
            <a:off x="1316990" y="1423035"/>
            <a:ext cx="4815205" cy="92329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>
              <a:lnSpc>
                <a:spcPts val="1600"/>
              </a:lnSpc>
              <a:defRPr sz="1200" b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>
              <a:lnSpc>
                <a:spcPts val="1800"/>
              </a:lnSpc>
              <a:defRPr/>
            </a:pPr>
            <a:r>
              <a:rPr lang="zh-CN" altLang="en-US" sz="16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问题</a:t>
            </a:r>
            <a:r>
              <a:rPr lang="en-US" altLang="zh-CN" sz="16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9</a:t>
            </a:r>
            <a:r>
              <a:rPr lang="zh-CN" altLang="en-US" sz="16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：实物参数与订单中物资编码的描述不一致，订单中物资编码的参数错误</a:t>
            </a:r>
            <a:endParaRPr lang="zh-CN" altLang="en-US" sz="1600" kern="0" dirty="0">
              <a:solidFill>
                <a:schemeClr val="tx1">
                  <a:lumMod val="75000"/>
                  <a:lumOff val="25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lvl="0">
              <a:lnSpc>
                <a:spcPts val="1800"/>
              </a:lnSpc>
              <a:defRPr/>
            </a:pPr>
            <a:endParaRPr lang="zh-CN" altLang="en-US" sz="1600" kern="0" dirty="0">
              <a:solidFill>
                <a:schemeClr val="tx1">
                  <a:lumMod val="75000"/>
                  <a:lumOff val="25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lvl="0">
              <a:lnSpc>
                <a:spcPts val="1800"/>
              </a:lnSpc>
              <a:defRPr/>
            </a:pPr>
            <a:r>
              <a:rPr lang="zh-CN" altLang="en-US" sz="1600" kern="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措施</a:t>
            </a:r>
            <a:r>
              <a:rPr lang="zh-CN" altLang="en-US" sz="16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：认质认价、补充协议、修改采购订单</a:t>
            </a:r>
            <a:endParaRPr lang="zh-CN" altLang="en-US" sz="1600" kern="0" dirty="0">
              <a:solidFill>
                <a:schemeClr val="tx1">
                  <a:lumMod val="75000"/>
                  <a:lumOff val="25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3" name="Oval 13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587375" y="1422400"/>
            <a:ext cx="478155" cy="452120"/>
          </a:xfrm>
          <a:prstGeom prst="ellipse">
            <a:avLst/>
          </a:prstGeom>
          <a:solidFill>
            <a:schemeClr val="accent1"/>
          </a:solidFill>
          <a:ln w="15875">
            <a:noFill/>
          </a:ln>
          <a:effectLst>
            <a:innerShdw blurRad="266700" dist="203200" dir="18900000">
              <a:prstClr val="black">
                <a:alpha val="2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/>
            <a:r>
              <a:rPr lang="en-US" altLang="zh-CN" dirty="0">
                <a:solidFill>
                  <a:prstClr val="white"/>
                </a:solidFill>
              </a:rPr>
              <a:t>09</a:t>
            </a:r>
            <a:endParaRPr lang="en-US" altLang="zh-CN" dirty="0">
              <a:solidFill>
                <a:prstClr val="white"/>
              </a:solidFill>
            </a:endParaRPr>
          </a:p>
        </p:txBody>
      </p:sp>
      <p:sp>
        <p:nvSpPr>
          <p:cNvPr id="15" name="Oval 13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587375" y="2691765"/>
            <a:ext cx="478155" cy="452120"/>
          </a:xfrm>
          <a:prstGeom prst="ellipse">
            <a:avLst/>
          </a:prstGeom>
          <a:solidFill>
            <a:schemeClr val="accent2"/>
          </a:solidFill>
          <a:ln w="15875">
            <a:noFill/>
          </a:ln>
          <a:effectLst>
            <a:innerShdw blurRad="266700" dist="203200" dir="18900000">
              <a:prstClr val="black">
                <a:alpha val="2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anchor="ctr"/>
          <a:lstStyle/>
          <a:p>
            <a:pPr algn="ctr"/>
            <a:r>
              <a:rPr lang="en-US" altLang="zh-CN">
                <a:solidFill>
                  <a:schemeClr val="lt1"/>
                </a:solidFill>
              </a:rPr>
              <a:t>10</a:t>
            </a:r>
            <a:endParaRPr lang="en-US" altLang="zh-CN">
              <a:solidFill>
                <a:schemeClr val="lt1"/>
              </a:solidFill>
            </a:endParaRPr>
          </a:p>
        </p:txBody>
      </p:sp>
      <p:sp>
        <p:nvSpPr>
          <p:cNvPr id="16" name="Oval 13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587375" y="3919855"/>
            <a:ext cx="478155" cy="452120"/>
          </a:xfrm>
          <a:prstGeom prst="ellipse">
            <a:avLst/>
          </a:prstGeom>
          <a:solidFill>
            <a:schemeClr val="accent2"/>
          </a:solidFill>
          <a:ln w="15875">
            <a:noFill/>
          </a:ln>
          <a:effectLst>
            <a:innerShdw blurRad="266700" dist="203200" dir="18900000">
              <a:prstClr val="black">
                <a:alpha val="2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/>
            <a:r>
              <a:rPr lang="en-US" altLang="zh-CN">
                <a:solidFill>
                  <a:prstClr val="white"/>
                </a:solidFill>
              </a:rPr>
              <a:t>11</a:t>
            </a:r>
            <a:endParaRPr lang="en-US" altLang="zh-CN">
              <a:solidFill>
                <a:prstClr val="white"/>
              </a:solidFill>
            </a:endParaRPr>
          </a:p>
        </p:txBody>
      </p:sp>
      <p:sp>
        <p:nvSpPr>
          <p:cNvPr id="17" name="Oval 13"/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587375" y="5230495"/>
            <a:ext cx="478155" cy="452120"/>
          </a:xfrm>
          <a:prstGeom prst="ellipse">
            <a:avLst/>
          </a:prstGeom>
          <a:solidFill>
            <a:schemeClr val="accent2"/>
          </a:solidFill>
          <a:ln w="15875">
            <a:noFill/>
          </a:ln>
          <a:effectLst>
            <a:innerShdw blurRad="266700" dist="203200" dir="18900000">
              <a:prstClr val="black">
                <a:alpha val="2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anchor="ctr"/>
          <a:lstStyle/>
          <a:p>
            <a:pPr algn="ctr"/>
            <a:r>
              <a:rPr lang="en-US" altLang="zh-CN">
                <a:solidFill>
                  <a:schemeClr val="lt1"/>
                </a:solidFill>
              </a:rPr>
              <a:t>12</a:t>
            </a:r>
            <a:endParaRPr lang="en-US" altLang="zh-CN">
              <a:solidFill>
                <a:schemeClr val="lt1"/>
              </a:solidFill>
            </a:endParaRPr>
          </a:p>
        </p:txBody>
      </p:sp>
      <p:grpSp>
        <p:nvGrpSpPr>
          <p:cNvPr id="78" name="Group 25"/>
          <p:cNvGrpSpPr/>
          <p:nvPr/>
        </p:nvGrpSpPr>
        <p:grpSpPr>
          <a:xfrm>
            <a:off x="2439000" y="6672336"/>
            <a:ext cx="9753600" cy="194200"/>
            <a:chOff x="2052320" y="3474720"/>
            <a:chExt cx="8209280" cy="71120"/>
          </a:xfrm>
          <a:solidFill>
            <a:schemeClr val="accent1"/>
          </a:solidFill>
        </p:grpSpPr>
        <p:sp>
          <p:nvSpPr>
            <p:cNvPr id="86" name="Rectangle 27"/>
            <p:cNvSpPr/>
            <p:nvPr>
              <p:custDataLst>
                <p:tags r:id="rId6"/>
              </p:custDataLst>
            </p:nvPr>
          </p:nvSpPr>
          <p:spPr>
            <a:xfrm>
              <a:off x="2052320" y="3474720"/>
              <a:ext cx="2052320" cy="71120"/>
            </a:xfrm>
            <a:prstGeom prst="rect">
              <a:avLst/>
            </a:prstGeom>
            <a:grp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>
                <a:solidFill>
                  <a:schemeClr val="accent5">
                    <a:lumMod val="20000"/>
                    <a:lumOff val="80000"/>
                    <a:hueOff val="10800000"/>
                  </a:schemeClr>
                </a:solidFill>
              </a:endParaRPr>
            </a:p>
          </p:txBody>
        </p:sp>
        <p:sp>
          <p:nvSpPr>
            <p:cNvPr id="87" name="Rectangle 28"/>
            <p:cNvSpPr/>
            <p:nvPr>
              <p:custDataLst>
                <p:tags r:id="rId7"/>
              </p:custDataLst>
            </p:nvPr>
          </p:nvSpPr>
          <p:spPr>
            <a:xfrm>
              <a:off x="4104640" y="3474720"/>
              <a:ext cx="2052320" cy="71120"/>
            </a:xfrm>
            <a:prstGeom prst="rect">
              <a:avLst/>
            </a:prstGeom>
            <a:grp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>
                <a:solidFill>
                  <a:schemeClr val="accent5">
                    <a:lumMod val="20000"/>
                    <a:lumOff val="80000"/>
                    <a:hueOff val="10800000"/>
                  </a:schemeClr>
                </a:solidFill>
              </a:endParaRPr>
            </a:p>
          </p:txBody>
        </p:sp>
        <p:sp>
          <p:nvSpPr>
            <p:cNvPr id="88" name="Rectangle 29"/>
            <p:cNvSpPr/>
            <p:nvPr>
              <p:custDataLst>
                <p:tags r:id="rId8"/>
              </p:custDataLst>
            </p:nvPr>
          </p:nvSpPr>
          <p:spPr>
            <a:xfrm>
              <a:off x="6156960" y="3474720"/>
              <a:ext cx="2052320" cy="71120"/>
            </a:xfrm>
            <a:prstGeom prst="rect">
              <a:avLst/>
            </a:prstGeom>
            <a:grp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>
                <a:solidFill>
                  <a:schemeClr val="accent5">
                    <a:lumMod val="20000"/>
                    <a:lumOff val="80000"/>
                    <a:hueOff val="10800000"/>
                  </a:schemeClr>
                </a:solidFill>
              </a:endParaRPr>
            </a:p>
          </p:txBody>
        </p:sp>
        <p:sp>
          <p:nvSpPr>
            <p:cNvPr id="89" name="Rectangle 30"/>
            <p:cNvSpPr/>
            <p:nvPr>
              <p:custDataLst>
                <p:tags r:id="rId9"/>
              </p:custDataLst>
            </p:nvPr>
          </p:nvSpPr>
          <p:spPr>
            <a:xfrm>
              <a:off x="8209280" y="3474720"/>
              <a:ext cx="2052320" cy="71120"/>
            </a:xfrm>
            <a:prstGeom prst="rect">
              <a:avLst/>
            </a:prstGeom>
            <a:grp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>
                <a:solidFill>
                  <a:schemeClr val="accent5">
                    <a:lumMod val="20000"/>
                    <a:lumOff val="80000"/>
                    <a:hueOff val="10800000"/>
                  </a:schemeClr>
                </a:solidFill>
              </a:endParaRPr>
            </a:p>
          </p:txBody>
        </p:sp>
      </p:grpSp>
      <p:sp>
        <p:nvSpPr>
          <p:cNvPr id="3" name="TextBox 7"/>
          <p:cNvSpPr txBox="1"/>
          <p:nvPr>
            <p:custDataLst>
              <p:tags r:id="rId10"/>
            </p:custDataLst>
          </p:nvPr>
        </p:nvSpPr>
        <p:spPr>
          <a:xfrm>
            <a:off x="589280" y="1069340"/>
            <a:ext cx="6466205" cy="46164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>
              <a:lnSpc>
                <a:spcPts val="1600"/>
              </a:lnSpc>
              <a:defRPr sz="1200" b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>
              <a:lnSpc>
                <a:spcPts val="1800"/>
              </a:lnSpc>
              <a:defRPr/>
            </a:pPr>
            <a:r>
              <a:rPr lang="zh-CN" altLang="en-US" sz="2000" b="1" kern="0">
                <a:solidFill>
                  <a:schemeClr val="accent1">
                    <a:lumMod val="50000"/>
                  </a:schemeClr>
                </a:solidFill>
                <a:latin typeface="+mn-lt"/>
                <a:ea typeface="+mn-ea"/>
              </a:rPr>
              <a:t>类型</a:t>
            </a:r>
            <a:r>
              <a:rPr lang="en-US" altLang="zh-CN" sz="2000" b="1" kern="0">
                <a:solidFill>
                  <a:schemeClr val="accent1">
                    <a:lumMod val="50000"/>
                  </a:schemeClr>
                </a:solidFill>
                <a:latin typeface="+mn-lt"/>
                <a:ea typeface="+mn-ea"/>
              </a:rPr>
              <a:t>1</a:t>
            </a:r>
            <a:r>
              <a:rPr lang="zh-CN" altLang="en-US" sz="2000" b="1" kern="0">
                <a:solidFill>
                  <a:schemeClr val="accent1">
                    <a:lumMod val="50000"/>
                  </a:schemeClr>
                </a:solidFill>
                <a:latin typeface="+mn-lt"/>
                <a:ea typeface="+mn-ea"/>
              </a:rPr>
              <a:t>：实物与采购订单中物资描述一致</a:t>
            </a:r>
            <a:endParaRPr lang="zh-CN" altLang="en-US" sz="2000" b="1" kern="0">
              <a:solidFill>
                <a:schemeClr val="accent1">
                  <a:lumMod val="50000"/>
                </a:schemeClr>
              </a:solidFill>
              <a:latin typeface="+mn-lt"/>
              <a:ea typeface="+mn-ea"/>
            </a:endParaRPr>
          </a:p>
          <a:p>
            <a:pPr lvl="0">
              <a:lnSpc>
                <a:spcPts val="1800"/>
              </a:lnSpc>
              <a:defRPr/>
            </a:pPr>
            <a:endParaRPr lang="zh-CN" altLang="en-US" sz="2000" b="1" kern="0">
              <a:solidFill>
                <a:schemeClr val="accent1">
                  <a:lumMod val="50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4" name="TextBox 7"/>
          <p:cNvSpPr txBox="1"/>
          <p:nvPr>
            <p:custDataLst>
              <p:tags r:id="rId11"/>
            </p:custDataLst>
          </p:nvPr>
        </p:nvSpPr>
        <p:spPr>
          <a:xfrm>
            <a:off x="1316990" y="2691765"/>
            <a:ext cx="4815205" cy="92329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>
              <a:lnSpc>
                <a:spcPts val="1600"/>
              </a:lnSpc>
              <a:defRPr sz="1200" b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>
              <a:lnSpc>
                <a:spcPts val="1800"/>
              </a:lnSpc>
              <a:defRPr/>
            </a:pPr>
            <a:r>
              <a:rPr lang="zh-CN" altLang="en-US" sz="16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问题10：实物参数执行最新标准（如国标、欧标、行标等）订单中物资编码的物资描述为历史标准</a:t>
            </a:r>
            <a:endParaRPr lang="zh-CN" altLang="en-US" sz="1600" kern="0" dirty="0">
              <a:solidFill>
                <a:schemeClr val="tx1">
                  <a:lumMod val="75000"/>
                  <a:lumOff val="25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lvl="0">
              <a:lnSpc>
                <a:spcPts val="1800"/>
              </a:lnSpc>
              <a:defRPr/>
            </a:pPr>
            <a:endParaRPr lang="zh-CN" altLang="en-US" sz="1600" kern="0" dirty="0">
              <a:solidFill>
                <a:schemeClr val="tx1">
                  <a:lumMod val="75000"/>
                  <a:lumOff val="25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lvl="0">
              <a:lnSpc>
                <a:spcPts val="1800"/>
              </a:lnSpc>
              <a:defRPr/>
            </a:pPr>
            <a:r>
              <a:rPr lang="zh-CN" altLang="en-US" sz="16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措施：修改物资编码、更改采购订单</a:t>
            </a:r>
            <a:endParaRPr lang="zh-CN" altLang="en-US" sz="1600" kern="0" dirty="0">
              <a:solidFill>
                <a:schemeClr val="tx1">
                  <a:lumMod val="75000"/>
                  <a:lumOff val="25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" name="TextBox 7"/>
          <p:cNvSpPr txBox="1"/>
          <p:nvPr>
            <p:custDataLst>
              <p:tags r:id="rId12"/>
            </p:custDataLst>
          </p:nvPr>
        </p:nvSpPr>
        <p:spPr>
          <a:xfrm>
            <a:off x="1318260" y="3919220"/>
            <a:ext cx="4815205" cy="115379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>
              <a:lnSpc>
                <a:spcPts val="1600"/>
              </a:lnSpc>
              <a:defRPr sz="1200" b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>
              <a:lnSpc>
                <a:spcPts val="1800"/>
              </a:lnSpc>
              <a:defRPr/>
            </a:pPr>
            <a:r>
              <a:rPr lang="zh-CN" altLang="en-US" sz="16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问题11：实物计量单位与订单中物资编码对应单位不一致</a:t>
            </a:r>
            <a:endParaRPr lang="zh-CN" altLang="en-US" sz="1600" kern="0" dirty="0">
              <a:solidFill>
                <a:schemeClr val="tx1">
                  <a:lumMod val="75000"/>
                  <a:lumOff val="25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lvl="0">
              <a:lnSpc>
                <a:spcPts val="1800"/>
              </a:lnSpc>
              <a:defRPr/>
            </a:pPr>
            <a:r>
              <a:rPr lang="zh-CN" altLang="en-US" sz="16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措施：</a:t>
            </a:r>
            <a:r>
              <a:rPr lang="zh-CN" altLang="en-US" sz="16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1.若参数中明确描述组套中所列物资，对接仓储室接收；2.若参数中未明确描述组套内容，需修改物资编码或重新申请编码，修改订单</a:t>
            </a:r>
            <a:endParaRPr lang="zh-CN" altLang="en-US" sz="1600" kern="0" dirty="0">
              <a:solidFill>
                <a:schemeClr val="tx1">
                  <a:lumMod val="75000"/>
                  <a:lumOff val="25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" name="TextBox 7"/>
          <p:cNvSpPr txBox="1"/>
          <p:nvPr>
            <p:custDataLst>
              <p:tags r:id="rId13"/>
            </p:custDataLst>
          </p:nvPr>
        </p:nvSpPr>
        <p:spPr>
          <a:xfrm>
            <a:off x="1316990" y="5252720"/>
            <a:ext cx="4815205" cy="115379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>
              <a:lnSpc>
                <a:spcPts val="1600"/>
              </a:lnSpc>
              <a:defRPr sz="1200" b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>
              <a:lnSpc>
                <a:spcPts val="1800"/>
              </a:lnSpc>
              <a:defRPr/>
            </a:pPr>
            <a:r>
              <a:rPr lang="zh-CN" altLang="en-US" sz="16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问题12：实物名称与订单中物资编码对应名称不一致</a:t>
            </a:r>
            <a:endParaRPr lang="zh-CN" altLang="en-US" sz="1600" kern="0" dirty="0">
              <a:solidFill>
                <a:schemeClr val="tx1">
                  <a:lumMod val="75000"/>
                  <a:lumOff val="25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lvl="0">
              <a:lnSpc>
                <a:spcPts val="1800"/>
              </a:lnSpc>
              <a:defRPr/>
            </a:pPr>
            <a:endParaRPr lang="zh-CN" altLang="en-US" sz="1600" kern="0" dirty="0">
              <a:solidFill>
                <a:schemeClr val="tx1">
                  <a:lumMod val="75000"/>
                  <a:lumOff val="25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lvl="0">
              <a:lnSpc>
                <a:spcPts val="1800"/>
              </a:lnSpc>
              <a:defRPr/>
            </a:pPr>
            <a:r>
              <a:rPr lang="zh-CN" altLang="en-US" sz="16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措施：</a:t>
            </a:r>
            <a:r>
              <a:rPr lang="zh-CN" altLang="en-US" sz="16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1.如物资编码中名称为通用名称，仓储接收；2.如物资编码中名称为非通用名称且差异较大，修订物资编码、更改采购订单</a:t>
            </a:r>
            <a:endParaRPr lang="zh-CN" altLang="en-US" sz="1600" kern="0" dirty="0">
              <a:solidFill>
                <a:schemeClr val="tx1">
                  <a:lumMod val="75000"/>
                  <a:lumOff val="25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sp>
        <p:nvSpPr>
          <p:cNvPr id="11" name="TextBox 7"/>
          <p:cNvSpPr txBox="1"/>
          <p:nvPr>
            <p:custDataLst>
              <p:tags r:id="rId14"/>
            </p:custDataLst>
          </p:nvPr>
        </p:nvSpPr>
        <p:spPr>
          <a:xfrm>
            <a:off x="7023100" y="1423035"/>
            <a:ext cx="4815205" cy="92329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>
              <a:lnSpc>
                <a:spcPts val="1600"/>
              </a:lnSpc>
              <a:defRPr sz="1200" b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>
              <a:lnSpc>
                <a:spcPts val="1800"/>
              </a:lnSpc>
              <a:defRPr/>
            </a:pPr>
            <a:r>
              <a:rPr lang="zh-CN" altLang="en-US" sz="16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问题13：</a:t>
            </a:r>
            <a:r>
              <a:rPr lang="zh-CN" altLang="en-US" sz="16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实物品牌型号与订单中物资编码的描述不一致，订单中物资编码的品牌型号错误</a:t>
            </a:r>
            <a:endParaRPr lang="zh-CN" altLang="en-US" sz="1600" kern="0" dirty="0">
              <a:solidFill>
                <a:schemeClr val="tx1">
                  <a:lumMod val="75000"/>
                  <a:lumOff val="25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lvl="0">
              <a:lnSpc>
                <a:spcPts val="1800"/>
              </a:lnSpc>
              <a:defRPr/>
            </a:pPr>
            <a:endParaRPr lang="zh-CN" altLang="en-US" sz="1600" kern="0" dirty="0">
              <a:solidFill>
                <a:schemeClr val="tx1">
                  <a:lumMod val="75000"/>
                  <a:lumOff val="25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lvl="0">
              <a:lnSpc>
                <a:spcPts val="1800"/>
              </a:lnSpc>
              <a:defRPr/>
            </a:pPr>
            <a:r>
              <a:rPr lang="zh-CN" altLang="en-US" sz="16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措施：认质认价、补充协议、修改采购订单</a:t>
            </a:r>
            <a:endParaRPr lang="zh-CN" altLang="en-US" sz="1600" kern="0" dirty="0">
              <a:solidFill>
                <a:schemeClr val="tx1">
                  <a:lumMod val="75000"/>
                  <a:lumOff val="25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4" name="Oval 13"/>
          <p:cNvSpPr>
            <a:spLocks noChangeArrowheads="1"/>
          </p:cNvSpPr>
          <p:nvPr>
            <p:custDataLst>
              <p:tags r:id="rId15"/>
            </p:custDataLst>
          </p:nvPr>
        </p:nvSpPr>
        <p:spPr bwMode="auto">
          <a:xfrm>
            <a:off x="6293485" y="1422400"/>
            <a:ext cx="478155" cy="452120"/>
          </a:xfrm>
          <a:prstGeom prst="ellipse">
            <a:avLst/>
          </a:prstGeom>
          <a:solidFill>
            <a:schemeClr val="accent2"/>
          </a:solidFill>
          <a:ln w="15875">
            <a:noFill/>
          </a:ln>
          <a:effectLst>
            <a:innerShdw blurRad="266700" dist="203200" dir="18900000">
              <a:prstClr val="black">
                <a:alpha val="2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/>
            <a:r>
              <a:rPr lang="en-US" altLang="zh-CN" dirty="0">
                <a:solidFill>
                  <a:schemeClr val="lt1"/>
                </a:solidFill>
              </a:rPr>
              <a:t>13</a:t>
            </a:r>
            <a:endParaRPr lang="en-US" altLang="zh-CN" dirty="0">
              <a:solidFill>
                <a:schemeClr val="lt1"/>
              </a:solidFill>
            </a:endParaRPr>
          </a:p>
        </p:txBody>
      </p:sp>
      <p:sp>
        <p:nvSpPr>
          <p:cNvPr id="19" name="Oval 13"/>
          <p:cNvSpPr>
            <a:spLocks noChangeArrowheads="1"/>
          </p:cNvSpPr>
          <p:nvPr>
            <p:custDataLst>
              <p:tags r:id="rId16"/>
            </p:custDataLst>
          </p:nvPr>
        </p:nvSpPr>
        <p:spPr bwMode="auto">
          <a:xfrm>
            <a:off x="6293485" y="2691765"/>
            <a:ext cx="478155" cy="452120"/>
          </a:xfrm>
          <a:prstGeom prst="ellipse">
            <a:avLst/>
          </a:prstGeom>
          <a:solidFill>
            <a:schemeClr val="accent1"/>
          </a:solidFill>
          <a:ln w="15875">
            <a:noFill/>
          </a:ln>
          <a:effectLst>
            <a:innerShdw blurRad="266700" dist="203200" dir="18900000">
              <a:prstClr val="black">
                <a:alpha val="2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anchor="ctr"/>
          <a:lstStyle/>
          <a:p>
            <a:pPr algn="ctr"/>
            <a:r>
              <a:rPr lang="en-US" altLang="zh-CN">
                <a:solidFill>
                  <a:schemeClr val="lt1"/>
                </a:solidFill>
              </a:rPr>
              <a:t>14</a:t>
            </a:r>
            <a:endParaRPr lang="en-US" altLang="zh-CN">
              <a:solidFill>
                <a:schemeClr val="lt1"/>
              </a:solidFill>
            </a:endParaRPr>
          </a:p>
        </p:txBody>
      </p:sp>
      <p:sp>
        <p:nvSpPr>
          <p:cNvPr id="20" name="Oval 13"/>
          <p:cNvSpPr>
            <a:spLocks noChangeArrowheads="1"/>
          </p:cNvSpPr>
          <p:nvPr>
            <p:custDataLst>
              <p:tags r:id="rId17"/>
            </p:custDataLst>
          </p:nvPr>
        </p:nvSpPr>
        <p:spPr bwMode="auto">
          <a:xfrm>
            <a:off x="6293485" y="3919855"/>
            <a:ext cx="478155" cy="452120"/>
          </a:xfrm>
          <a:prstGeom prst="ellipse">
            <a:avLst/>
          </a:prstGeom>
          <a:solidFill>
            <a:schemeClr val="accent1"/>
          </a:solidFill>
          <a:ln w="15875">
            <a:noFill/>
          </a:ln>
          <a:effectLst>
            <a:innerShdw blurRad="266700" dist="203200" dir="18900000">
              <a:prstClr val="black">
                <a:alpha val="2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/>
            <a:r>
              <a:rPr lang="en-US" altLang="zh-CN">
                <a:solidFill>
                  <a:schemeClr val="lt1"/>
                </a:solidFill>
              </a:rPr>
              <a:t>15</a:t>
            </a:r>
            <a:endParaRPr lang="en-US" altLang="zh-CN">
              <a:solidFill>
                <a:schemeClr val="lt1"/>
              </a:solidFill>
            </a:endParaRPr>
          </a:p>
        </p:txBody>
      </p:sp>
      <p:sp>
        <p:nvSpPr>
          <p:cNvPr id="23" name="TextBox 7"/>
          <p:cNvSpPr txBox="1"/>
          <p:nvPr>
            <p:custDataLst>
              <p:tags r:id="rId18"/>
            </p:custDataLst>
          </p:nvPr>
        </p:nvSpPr>
        <p:spPr>
          <a:xfrm>
            <a:off x="7023100" y="2691765"/>
            <a:ext cx="4815205" cy="92329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>
              <a:lnSpc>
                <a:spcPts val="1600"/>
              </a:lnSpc>
              <a:defRPr sz="1200" b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>
              <a:lnSpc>
                <a:spcPts val="1800"/>
              </a:lnSpc>
              <a:defRPr/>
            </a:pPr>
            <a:r>
              <a:rPr lang="zh-CN" altLang="en-US" sz="16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问题14：</a:t>
            </a:r>
            <a:r>
              <a:rPr lang="zh-CN" altLang="en-US" sz="16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实物品牌与订单中物资编码品牌存在中英文差异</a:t>
            </a:r>
            <a:endParaRPr lang="zh-CN" altLang="en-US" sz="1600" kern="0" dirty="0">
              <a:solidFill>
                <a:schemeClr val="tx1">
                  <a:lumMod val="75000"/>
                  <a:lumOff val="25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lvl="0">
              <a:lnSpc>
                <a:spcPts val="1800"/>
              </a:lnSpc>
              <a:defRPr/>
            </a:pPr>
            <a:endParaRPr lang="zh-CN" altLang="en-US" sz="1600" kern="0" dirty="0">
              <a:solidFill>
                <a:schemeClr val="tx1">
                  <a:lumMod val="75000"/>
                  <a:lumOff val="25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lvl="0">
              <a:lnSpc>
                <a:spcPts val="1800"/>
              </a:lnSpc>
              <a:defRPr/>
            </a:pPr>
            <a:r>
              <a:rPr lang="zh-CN" altLang="en-US" sz="16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措施：正常接收</a:t>
            </a:r>
            <a:endParaRPr lang="zh-CN" altLang="en-US" sz="1600" kern="0" dirty="0">
              <a:solidFill>
                <a:schemeClr val="tx1">
                  <a:lumMod val="75000"/>
                  <a:lumOff val="25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sp>
        <p:nvSpPr>
          <p:cNvPr id="24" name="TextBox 7"/>
          <p:cNvSpPr txBox="1"/>
          <p:nvPr>
            <p:custDataLst>
              <p:tags r:id="rId19"/>
            </p:custDataLst>
          </p:nvPr>
        </p:nvSpPr>
        <p:spPr>
          <a:xfrm>
            <a:off x="7024370" y="3919220"/>
            <a:ext cx="4815205" cy="69215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>
              <a:lnSpc>
                <a:spcPts val="1600"/>
              </a:lnSpc>
              <a:defRPr sz="1200" b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>
              <a:lnSpc>
                <a:spcPts val="1800"/>
              </a:lnSpc>
              <a:defRPr/>
            </a:pPr>
            <a:r>
              <a:rPr lang="zh-CN" altLang="en-US" sz="16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问题15：</a:t>
            </a:r>
            <a:r>
              <a:rPr lang="zh-CN" altLang="en-US" sz="16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实物未标注明确尺寸，测量存在误差</a:t>
            </a:r>
            <a:endParaRPr lang="zh-CN" altLang="en-US" sz="1600" kern="0" dirty="0">
              <a:solidFill>
                <a:schemeClr val="tx1">
                  <a:lumMod val="75000"/>
                  <a:lumOff val="25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lvl="0">
              <a:lnSpc>
                <a:spcPts val="1800"/>
              </a:lnSpc>
              <a:defRPr/>
            </a:pPr>
            <a:endParaRPr lang="zh-CN" altLang="en-US" sz="1600" kern="0" dirty="0">
              <a:solidFill>
                <a:schemeClr val="tx1">
                  <a:lumMod val="75000"/>
                  <a:lumOff val="25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lvl="0">
              <a:lnSpc>
                <a:spcPts val="1800"/>
              </a:lnSpc>
              <a:defRPr/>
            </a:pPr>
            <a:r>
              <a:rPr lang="zh-CN" altLang="en-US" sz="16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措施：</a:t>
            </a:r>
            <a:r>
              <a:rPr lang="zh-CN" altLang="en-US" sz="16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测量误差在5%以内可接收</a:t>
            </a:r>
            <a:endParaRPr lang="zh-CN" altLang="en-US" sz="1600" kern="0" dirty="0">
              <a:solidFill>
                <a:schemeClr val="tx1">
                  <a:lumMod val="75000"/>
                  <a:lumOff val="25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sp>
        <p:nvSpPr>
          <p:cNvPr id="7" name="标题 6"/>
          <p:cNvSpPr>
            <a:spLocks noGrp="1"/>
          </p:cNvSpPr>
          <p:nvPr>
            <p:ph type="title"/>
            <p:custDataLst>
              <p:tags r:id="rId20"/>
            </p:custDataLst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pPr lvl="0" algn="l">
              <a:buClrTx/>
              <a:buSzTx/>
              <a:buFontTx/>
            </a:pPr>
            <a:r>
              <a:rPr lang="zh-CN" altLang="en-US">
                <a:sym typeface="+mn-ea"/>
              </a:rPr>
              <a:t>不合格类型及处理措施</a:t>
            </a:r>
            <a:endParaRPr lang="zh-CN" altLang="en-US">
              <a:sym typeface="+mn-ea"/>
            </a:endParaRPr>
          </a:p>
        </p:txBody>
      </p:sp>
    </p:spTree>
    <p:custDataLst>
      <p:tags r:id="rId2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000"/>
                            </p:stCondLst>
                            <p:childTnLst>
                              <p:par>
                                <p:cTn id="31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500"/>
                            </p:stCondLst>
                            <p:childTnLst>
                              <p:par>
                                <p:cTn id="36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2000"/>
                            </p:stCondLst>
                            <p:childTnLst>
                              <p:par>
                                <p:cTn id="41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2500"/>
                            </p:stCondLst>
                            <p:childTnLst>
                              <p:par>
                                <p:cTn id="46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3000"/>
                            </p:stCondLst>
                            <p:childTnLst>
                              <p:par>
                                <p:cTn id="5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53" presetClass="entr" presetSubtype="16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53" presetClass="entr" presetSubtype="16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3500"/>
                            </p:stCondLst>
                            <p:childTnLst>
                              <p:par>
                                <p:cTn id="67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4000"/>
                            </p:stCondLst>
                            <p:childTnLst>
                              <p:par>
                                <p:cTn id="72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4500"/>
                            </p:stCondLst>
                            <p:childTnLst>
                              <p:par>
                                <p:cTn id="77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3" grpId="0" bldLvl="0" animBg="1"/>
      <p:bldP spid="15" grpId="0" bldLvl="0" animBg="1"/>
      <p:bldP spid="16" grpId="0" bldLvl="0" animBg="1"/>
      <p:bldP spid="17" grpId="0" bldLvl="0" animBg="1"/>
      <p:bldP spid="3" grpId="0"/>
      <p:bldP spid="4" grpId="0"/>
      <p:bldP spid="5" grpId="0"/>
      <p:bldP spid="6" grpId="0"/>
      <p:bldP spid="11" grpId="0"/>
      <p:bldP spid="14" grpId="0" bldLvl="0" animBg="1"/>
      <p:bldP spid="19" grpId="0" bldLvl="0" animBg="1"/>
      <p:bldP spid="20" grpId="0" bldLvl="0" animBg="1"/>
      <p:bldP spid="23" grpId="0"/>
      <p:bldP spid="2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六边形 88"/>
          <p:cNvSpPr/>
          <p:nvPr>
            <p:custDataLst>
              <p:tags r:id="rId1"/>
            </p:custDataLst>
          </p:nvPr>
        </p:nvSpPr>
        <p:spPr>
          <a:xfrm>
            <a:off x="1132205" y="3393440"/>
            <a:ext cx="1922145" cy="1656715"/>
          </a:xfrm>
          <a:prstGeom prst="hexagon">
            <a:avLst/>
          </a:prstGeom>
          <a:solidFill>
            <a:schemeClr val="accent2"/>
          </a:solidFill>
          <a:ln w="12700" cap="flat" cmpd="sng" algn="ctr">
            <a:gradFill>
              <a:gsLst>
                <a:gs pos="89000">
                  <a:sysClr val="window" lastClr="FFFFFF">
                    <a:lumMod val="85000"/>
                  </a:sysClr>
                </a:gs>
                <a:gs pos="0">
                  <a:sysClr val="window" lastClr="FFFFFF"/>
                </a:gs>
              </a:gsLst>
              <a:lin ang="7200000" scaled="0"/>
            </a:gradFill>
            <a:prstDash val="solid"/>
            <a:miter lim="800000"/>
          </a:ln>
          <a:effectLst>
            <a:outerShdw blurRad="254000" dist="127000" dir="8160000" algn="tr" rotWithShape="0">
              <a:prstClr val="black">
                <a:alpha val="34000"/>
              </a:prstClr>
            </a:outerShdw>
          </a:effectLst>
        </p:spPr>
        <p:txBody>
          <a:bodyPr rtlCol="0" anchor="ctr"/>
          <a:lstStyle/>
          <a:p>
            <a:pPr marL="0" marR="0" lvl="0" indent="0" defTabSz="913765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30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7" name="内容占位符 6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pPr>
              <a:buNone/>
            </a:pPr>
            <a:r>
              <a:rPr lang="en-US" altLang="zh-CN"/>
              <a:t> </a:t>
            </a:r>
            <a:endParaRPr lang="en-US" altLang="zh-CN"/>
          </a:p>
        </p:txBody>
      </p:sp>
      <p:sp>
        <p:nvSpPr>
          <p:cNvPr id="92" name="六边形 91"/>
          <p:cNvSpPr/>
          <p:nvPr>
            <p:custDataLst>
              <p:tags r:id="rId3"/>
            </p:custDataLst>
          </p:nvPr>
        </p:nvSpPr>
        <p:spPr>
          <a:xfrm>
            <a:off x="8986520" y="2588895"/>
            <a:ext cx="1922145" cy="1656715"/>
          </a:xfrm>
          <a:prstGeom prst="hexagon">
            <a:avLst/>
          </a:prstGeom>
          <a:solidFill>
            <a:schemeClr val="accent1"/>
          </a:solidFill>
          <a:ln w="12700" cap="flat" cmpd="sng" algn="ctr">
            <a:gradFill>
              <a:gsLst>
                <a:gs pos="89000">
                  <a:sysClr val="window" lastClr="FFFFFF">
                    <a:lumMod val="85000"/>
                  </a:sysClr>
                </a:gs>
                <a:gs pos="0">
                  <a:sysClr val="window" lastClr="FFFFFF"/>
                </a:gs>
              </a:gsLst>
              <a:lin ang="7200000" scaled="0"/>
            </a:gradFill>
            <a:prstDash val="solid"/>
            <a:miter lim="800000"/>
          </a:ln>
          <a:effectLst>
            <a:outerShdw blurRad="254000" dist="127000" dir="8160000" algn="tr" rotWithShape="0">
              <a:prstClr val="black">
                <a:alpha val="34000"/>
              </a:prstClr>
            </a:outerShdw>
          </a:effectLst>
        </p:spPr>
        <p:txBody>
          <a:bodyPr rtlCol="0" anchor="ctr"/>
          <a:lstStyle/>
          <a:p>
            <a:pPr marL="0" marR="0" lvl="0" indent="0" defTabSz="913765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30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94" name="组合 93"/>
          <p:cNvGrpSpPr/>
          <p:nvPr>
            <p:custDataLst>
              <p:tags r:id="rId4"/>
            </p:custDataLst>
          </p:nvPr>
        </p:nvGrpSpPr>
        <p:grpSpPr>
          <a:xfrm>
            <a:off x="2702993" y="2565046"/>
            <a:ext cx="1922240" cy="1657001"/>
            <a:chOff x="2027245" y="1923783"/>
            <a:chExt cx="1441680" cy="1242751"/>
          </a:xfrm>
        </p:grpSpPr>
        <p:sp>
          <p:nvSpPr>
            <p:cNvPr id="95" name="六边形 94"/>
            <p:cNvSpPr/>
            <p:nvPr>
              <p:custDataLst>
                <p:tags r:id="rId5"/>
              </p:custDataLst>
            </p:nvPr>
          </p:nvSpPr>
          <p:spPr bwMode="auto">
            <a:xfrm>
              <a:off x="2027245" y="1923783"/>
              <a:ext cx="1441680" cy="1242751"/>
            </a:xfrm>
            <a:prstGeom prst="hexagon">
              <a:avLst/>
            </a:prstGeom>
            <a:solidFill>
              <a:schemeClr val="accent1"/>
            </a:solidFill>
            <a:ln w="12700" cap="flat" cmpd="sng" algn="ctr">
              <a:gradFill>
                <a:gsLst>
                  <a:gs pos="89000">
                    <a:sysClr val="window" lastClr="FFFFFF">
                      <a:lumMod val="85000"/>
                    </a:sysClr>
                  </a:gs>
                  <a:gs pos="0">
                    <a:sysClr val="window" lastClr="FFFFFF"/>
                  </a:gs>
                </a:gsLst>
                <a:lin ang="7200000" scaled="0"/>
              </a:gradFill>
              <a:prstDash val="solid"/>
              <a:miter lim="800000"/>
            </a:ln>
            <a:effectLst>
              <a:outerShdw blurRad="254000" dist="127000" dir="8160000" algn="tr" rotWithShape="0">
                <a:prstClr val="black">
                  <a:alpha val="34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defTabSz="913765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30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96" name="矩形 95"/>
            <p:cNvSpPr/>
            <p:nvPr>
              <p:custDataLst>
                <p:tags r:id="rId6"/>
              </p:custDataLst>
            </p:nvPr>
          </p:nvSpPr>
          <p:spPr>
            <a:xfrm>
              <a:off x="2538535" y="2372518"/>
              <a:ext cx="489585" cy="41481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l" defTabSz="913765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sz="3000" b="1" i="0" u="none" strike="noStrike" kern="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cs typeface="+mn-ea"/>
                  <a:sym typeface="+mn-lt"/>
                </a:rPr>
                <a:t>02</a:t>
              </a:r>
              <a:endParaRPr kumimoji="0" lang="en-US" sz="30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</p:grpSp>
      <p:grpSp>
        <p:nvGrpSpPr>
          <p:cNvPr id="97" name="组合 96"/>
          <p:cNvGrpSpPr/>
          <p:nvPr>
            <p:custDataLst>
              <p:tags r:id="rId7"/>
            </p:custDataLst>
          </p:nvPr>
        </p:nvGrpSpPr>
        <p:grpSpPr>
          <a:xfrm>
            <a:off x="5844143" y="2565046"/>
            <a:ext cx="1922240" cy="1657001"/>
            <a:chOff x="4383107" y="1923783"/>
            <a:chExt cx="1441680" cy="1242751"/>
          </a:xfrm>
        </p:grpSpPr>
        <p:sp>
          <p:nvSpPr>
            <p:cNvPr id="98" name="六边形 97"/>
            <p:cNvSpPr/>
            <p:nvPr>
              <p:custDataLst>
                <p:tags r:id="rId8"/>
              </p:custDataLst>
            </p:nvPr>
          </p:nvSpPr>
          <p:spPr bwMode="auto">
            <a:xfrm>
              <a:off x="4383107" y="1923783"/>
              <a:ext cx="1441680" cy="1242751"/>
            </a:xfrm>
            <a:prstGeom prst="hexagon">
              <a:avLst/>
            </a:prstGeom>
            <a:solidFill>
              <a:schemeClr val="accent1"/>
            </a:solidFill>
            <a:ln w="12700" cap="flat" cmpd="sng" algn="ctr">
              <a:gradFill>
                <a:gsLst>
                  <a:gs pos="89000">
                    <a:sysClr val="window" lastClr="FFFFFF">
                      <a:lumMod val="85000"/>
                    </a:sysClr>
                  </a:gs>
                  <a:gs pos="0">
                    <a:sysClr val="window" lastClr="FFFFFF"/>
                  </a:gs>
                </a:gsLst>
                <a:lin ang="7200000" scaled="0"/>
              </a:gradFill>
              <a:prstDash val="solid"/>
              <a:miter lim="800000"/>
            </a:ln>
            <a:effectLst>
              <a:outerShdw blurRad="254000" dist="127000" dir="8160000" algn="tr" rotWithShape="0">
                <a:prstClr val="black">
                  <a:alpha val="34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defTabSz="913765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30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99" name="矩形 98"/>
            <p:cNvSpPr/>
            <p:nvPr>
              <p:custDataLst>
                <p:tags r:id="rId9"/>
              </p:custDataLst>
            </p:nvPr>
          </p:nvSpPr>
          <p:spPr>
            <a:xfrm>
              <a:off x="4894397" y="2372518"/>
              <a:ext cx="489585" cy="41481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l" defTabSz="913765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sz="3000" b="1" i="0" u="none" strike="noStrike" kern="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cs typeface="+mn-ea"/>
                  <a:sym typeface="+mn-lt"/>
                </a:rPr>
                <a:t>04</a:t>
              </a:r>
              <a:endParaRPr kumimoji="0" lang="en-US" sz="30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</p:grpSp>
      <p:grpSp>
        <p:nvGrpSpPr>
          <p:cNvPr id="100" name="组合 99"/>
          <p:cNvGrpSpPr/>
          <p:nvPr>
            <p:custDataLst>
              <p:tags r:id="rId10"/>
            </p:custDataLst>
          </p:nvPr>
        </p:nvGrpSpPr>
        <p:grpSpPr>
          <a:xfrm>
            <a:off x="4273568" y="3393546"/>
            <a:ext cx="1922240" cy="1657001"/>
            <a:chOff x="3205176" y="2545158"/>
            <a:chExt cx="1441680" cy="1242751"/>
          </a:xfrm>
        </p:grpSpPr>
        <p:sp>
          <p:nvSpPr>
            <p:cNvPr id="101" name="六边形 100"/>
            <p:cNvSpPr/>
            <p:nvPr>
              <p:custDataLst>
                <p:tags r:id="rId11"/>
              </p:custDataLst>
            </p:nvPr>
          </p:nvSpPr>
          <p:spPr bwMode="auto">
            <a:xfrm>
              <a:off x="3205176" y="2545158"/>
              <a:ext cx="1441680" cy="1242751"/>
            </a:xfrm>
            <a:prstGeom prst="hexagon">
              <a:avLst/>
            </a:prstGeom>
            <a:solidFill>
              <a:schemeClr val="accent2"/>
            </a:solidFill>
            <a:ln w="12700" cap="flat" cmpd="sng" algn="ctr">
              <a:gradFill>
                <a:gsLst>
                  <a:gs pos="89000">
                    <a:sysClr val="window" lastClr="FFFFFF">
                      <a:lumMod val="85000"/>
                    </a:sysClr>
                  </a:gs>
                  <a:gs pos="0">
                    <a:sysClr val="window" lastClr="FFFFFF"/>
                  </a:gs>
                </a:gsLst>
                <a:lin ang="7200000" scaled="0"/>
              </a:gradFill>
              <a:prstDash val="solid"/>
              <a:miter lim="800000"/>
            </a:ln>
            <a:effectLst>
              <a:outerShdw blurRad="254000" dist="127000" dir="8160000" algn="tr" rotWithShape="0">
                <a:prstClr val="black">
                  <a:alpha val="34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defTabSz="913765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30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102" name="矩形 101"/>
            <p:cNvSpPr/>
            <p:nvPr>
              <p:custDataLst>
                <p:tags r:id="rId12"/>
              </p:custDataLst>
            </p:nvPr>
          </p:nvSpPr>
          <p:spPr>
            <a:xfrm>
              <a:off x="3681224" y="2959127"/>
              <a:ext cx="489585" cy="41481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l" defTabSz="913765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sz="3000" b="1" i="0" u="none" strike="noStrike" kern="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cs typeface="+mn-ea"/>
                  <a:sym typeface="+mn-lt"/>
                </a:rPr>
                <a:t>03</a:t>
              </a:r>
              <a:endParaRPr kumimoji="0" lang="en-US" sz="30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</p:grpSp>
      <p:grpSp>
        <p:nvGrpSpPr>
          <p:cNvPr id="103" name="组合 102"/>
          <p:cNvGrpSpPr/>
          <p:nvPr>
            <p:custDataLst>
              <p:tags r:id="rId13"/>
            </p:custDataLst>
          </p:nvPr>
        </p:nvGrpSpPr>
        <p:grpSpPr>
          <a:xfrm>
            <a:off x="7414717" y="3393546"/>
            <a:ext cx="1922240" cy="1657001"/>
            <a:chOff x="5561038" y="2545158"/>
            <a:chExt cx="1441680" cy="1242751"/>
          </a:xfrm>
        </p:grpSpPr>
        <p:sp>
          <p:nvSpPr>
            <p:cNvPr id="104" name="六边形 103"/>
            <p:cNvSpPr/>
            <p:nvPr>
              <p:custDataLst>
                <p:tags r:id="rId14"/>
              </p:custDataLst>
            </p:nvPr>
          </p:nvSpPr>
          <p:spPr bwMode="auto">
            <a:xfrm>
              <a:off x="5561038" y="2545158"/>
              <a:ext cx="1441680" cy="1242751"/>
            </a:xfrm>
            <a:prstGeom prst="hexagon">
              <a:avLst/>
            </a:prstGeom>
            <a:solidFill>
              <a:schemeClr val="accent2"/>
            </a:solidFill>
            <a:ln w="12700" cap="flat" cmpd="sng" algn="ctr">
              <a:gradFill>
                <a:gsLst>
                  <a:gs pos="89000">
                    <a:sysClr val="window" lastClr="FFFFFF">
                      <a:lumMod val="85000"/>
                    </a:sysClr>
                  </a:gs>
                  <a:gs pos="0">
                    <a:sysClr val="window" lastClr="FFFFFF"/>
                  </a:gs>
                </a:gsLst>
                <a:lin ang="7200000" scaled="0"/>
              </a:gradFill>
              <a:prstDash val="solid"/>
              <a:miter lim="800000"/>
            </a:ln>
            <a:effectLst>
              <a:outerShdw blurRad="254000" dist="127000" dir="8160000" algn="tr" rotWithShape="0">
                <a:prstClr val="black">
                  <a:alpha val="34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defTabSz="913765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30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105" name="矩形 104"/>
            <p:cNvSpPr/>
            <p:nvPr>
              <p:custDataLst>
                <p:tags r:id="rId15"/>
              </p:custDataLst>
            </p:nvPr>
          </p:nvSpPr>
          <p:spPr>
            <a:xfrm>
              <a:off x="6072328" y="2993893"/>
              <a:ext cx="489585" cy="41481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l" defTabSz="913765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sz="3000" b="1" i="0" u="none" strike="noStrike" kern="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cs typeface="+mn-ea"/>
                  <a:sym typeface="+mn-lt"/>
                </a:rPr>
                <a:t>05</a:t>
              </a:r>
              <a:endParaRPr kumimoji="0" lang="en-US" sz="30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</p:grpSp>
      <p:sp>
        <p:nvSpPr>
          <p:cNvPr id="106" name="TextBox 61"/>
          <p:cNvSpPr txBox="1"/>
          <p:nvPr>
            <p:custDataLst>
              <p:tags r:id="rId16"/>
            </p:custDataLst>
          </p:nvPr>
        </p:nvSpPr>
        <p:spPr>
          <a:xfrm>
            <a:off x="858520" y="5356225"/>
            <a:ext cx="2469515" cy="784225"/>
          </a:xfrm>
          <a:prstGeom prst="rect">
            <a:avLst/>
          </a:prstGeom>
          <a:noFill/>
        </p:spPr>
        <p:txBody>
          <a:bodyPr wrap="square" lIns="0" tIns="0" rtlCol="0" anchor="t">
            <a:spAutoFit/>
          </a:bodyPr>
          <a:lstStyle/>
          <a:p>
            <a:pPr algn="l" defTabSz="913765" fontAlgn="auto">
              <a:buClrTx/>
              <a:buSzTx/>
              <a:buNone/>
            </a:pPr>
            <a:r>
              <a:rPr lang="zh-CN" altLang="en-US" sz="1600" b="0">
                <a:solidFill>
                  <a:schemeClr val="tx1">
                    <a:lumMod val="75000"/>
                    <a:lumOff val="2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lt"/>
              </a:rPr>
              <a:t>问题1：采购订单未约定要送检，送货时提出需送检</a:t>
            </a:r>
            <a:endParaRPr lang="zh-CN" altLang="en-US" sz="1600" b="0">
              <a:solidFill>
                <a:schemeClr val="tx1">
                  <a:lumMod val="75000"/>
                  <a:lumOff val="25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lt"/>
            </a:endParaRPr>
          </a:p>
          <a:p>
            <a:pPr algn="l" defTabSz="913765" fontAlgn="auto">
              <a:buClrTx/>
              <a:buSzTx/>
              <a:buNone/>
            </a:pPr>
            <a:r>
              <a:rPr lang="zh-CN" altLang="en-US" sz="1600" b="0">
                <a:solidFill>
                  <a:schemeClr val="tx1">
                    <a:lumMod val="75000"/>
                    <a:lumOff val="2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lt"/>
              </a:rPr>
              <a:t>措施：</a:t>
            </a:r>
            <a:r>
              <a:rPr lang="zh-CN" altLang="en-US" sz="1600">
                <a:solidFill>
                  <a:schemeClr val="tx1">
                    <a:lumMod val="75000"/>
                    <a:lumOff val="2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退回供应商送检</a:t>
            </a:r>
            <a:endParaRPr lang="zh-CN" altLang="en-US" sz="1600" b="0">
              <a:solidFill>
                <a:schemeClr val="tx1">
                  <a:lumMod val="75000"/>
                  <a:lumOff val="25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sp>
        <p:nvSpPr>
          <p:cNvPr id="108" name="TextBox 73"/>
          <p:cNvSpPr txBox="1"/>
          <p:nvPr>
            <p:custDataLst>
              <p:tags r:id="rId17"/>
            </p:custDataLst>
          </p:nvPr>
        </p:nvSpPr>
        <p:spPr>
          <a:xfrm>
            <a:off x="3483610" y="5174615"/>
            <a:ext cx="3571240" cy="1316990"/>
          </a:xfrm>
          <a:prstGeom prst="rect">
            <a:avLst/>
          </a:prstGeom>
          <a:noFill/>
        </p:spPr>
        <p:txBody>
          <a:bodyPr wrap="square" lIns="0" tIns="0" rtlCol="0" anchor="t">
            <a:noAutofit/>
          </a:bodyPr>
          <a:lstStyle/>
          <a:p>
            <a:pPr algn="l" defTabSz="913765" fontAlgn="auto">
              <a:buClrTx/>
              <a:buSzTx/>
              <a:buNone/>
            </a:pPr>
            <a:r>
              <a:rPr lang="zh-CN" altLang="en-US" sz="1600">
                <a:solidFill>
                  <a:schemeClr val="tx1">
                    <a:lumMod val="75000"/>
                    <a:lumOff val="2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lt"/>
              </a:rPr>
              <a:t>问题3：</a:t>
            </a:r>
            <a:r>
              <a:rPr lang="zh-CN" altLang="en-US" sz="1600" b="0">
                <a:solidFill>
                  <a:schemeClr val="tx1">
                    <a:lumMod val="75000"/>
                    <a:lumOff val="2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lt"/>
              </a:rPr>
              <a:t>订单中物资编码的物资描述未要求材质</a:t>
            </a:r>
            <a:endParaRPr lang="zh-CN" altLang="en-US" sz="1600" b="0">
              <a:solidFill>
                <a:schemeClr val="tx1">
                  <a:lumMod val="75000"/>
                  <a:lumOff val="25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lt"/>
            </a:endParaRPr>
          </a:p>
          <a:p>
            <a:pPr algn="l" defTabSz="913765" fontAlgn="auto">
              <a:buClrTx/>
              <a:buSzTx/>
              <a:buNone/>
            </a:pPr>
            <a:r>
              <a:rPr lang="zh-CN" altLang="en-US" sz="1600">
                <a:solidFill>
                  <a:schemeClr val="tx1">
                    <a:lumMod val="75000"/>
                    <a:lumOff val="2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lt"/>
              </a:rPr>
              <a:t>措施：</a:t>
            </a:r>
            <a:r>
              <a:rPr lang="zh-CN" altLang="en-US" sz="1600" b="0">
                <a:solidFill>
                  <a:schemeClr val="tx1">
                    <a:lumMod val="75000"/>
                    <a:lumOff val="2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1.原则上要求供应商换货，采购员完善物资编码描述2.</a:t>
            </a:r>
            <a:r>
              <a:rPr lang="zh-CN" altLang="en-US" sz="1600" b="0">
                <a:solidFill>
                  <a:schemeClr val="tx1">
                    <a:lumMod val="75000"/>
                    <a:lumOff val="2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如供应商换货成本过高；协商退货，如无法退货，协商收货</a:t>
            </a:r>
            <a:endParaRPr lang="zh-CN" altLang="en-US" sz="1600" b="0">
              <a:solidFill>
                <a:schemeClr val="tx1">
                  <a:lumMod val="75000"/>
                  <a:lumOff val="25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algn="l" defTabSz="913765" fontAlgn="auto">
              <a:spcBef>
                <a:spcPct val="0"/>
              </a:spcBef>
              <a:spcAft>
                <a:spcPct val="0"/>
              </a:spcAft>
            </a:pPr>
            <a:endParaRPr lang="zh-CN" altLang="en-US" sz="1600" b="0" dirty="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ea"/>
            </a:endParaRPr>
          </a:p>
        </p:txBody>
      </p:sp>
      <p:sp>
        <p:nvSpPr>
          <p:cNvPr id="110" name="TextBox 76"/>
          <p:cNvSpPr txBox="1"/>
          <p:nvPr>
            <p:custDataLst>
              <p:tags r:id="rId18"/>
            </p:custDataLst>
          </p:nvPr>
        </p:nvSpPr>
        <p:spPr>
          <a:xfrm>
            <a:off x="7179310" y="5087620"/>
            <a:ext cx="4065270" cy="1522730"/>
          </a:xfrm>
          <a:prstGeom prst="rect">
            <a:avLst/>
          </a:prstGeom>
          <a:noFill/>
        </p:spPr>
        <p:txBody>
          <a:bodyPr wrap="square" lIns="0" tIns="0" rtlCol="0" anchor="t">
            <a:spAutoFit/>
          </a:bodyPr>
          <a:lstStyle/>
          <a:p>
            <a:pPr algn="l" defTabSz="913765" fontAlgn="auto">
              <a:buClrTx/>
              <a:buSzTx/>
              <a:buNone/>
            </a:pPr>
            <a:r>
              <a:rPr lang="zh-CN" altLang="en-US" sz="1600">
                <a:solidFill>
                  <a:schemeClr val="tx1">
                    <a:lumMod val="75000"/>
                    <a:lumOff val="2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lt"/>
              </a:rPr>
              <a:t>问题5：</a:t>
            </a:r>
            <a:r>
              <a:rPr lang="zh-CN" altLang="en-US" sz="1600" b="0">
                <a:solidFill>
                  <a:schemeClr val="tx1">
                    <a:lumMod val="75000"/>
                    <a:lumOff val="2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lt"/>
              </a:rPr>
              <a:t>订单中物资编码的物资描述未要求款式</a:t>
            </a:r>
            <a:endParaRPr lang="zh-CN" altLang="en-US" sz="1600" b="0">
              <a:solidFill>
                <a:schemeClr val="tx1">
                  <a:lumMod val="75000"/>
                  <a:lumOff val="25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lt"/>
            </a:endParaRPr>
          </a:p>
          <a:p>
            <a:pPr algn="l" defTabSz="913765">
              <a:lnSpc>
                <a:spcPct val="100000"/>
              </a:lnSpc>
              <a:buClrTx/>
              <a:buSzTx/>
              <a:buNone/>
            </a:pPr>
            <a:r>
              <a:rPr lang="zh-CN" altLang="en-US" sz="1600">
                <a:solidFill>
                  <a:schemeClr val="tx1">
                    <a:lumMod val="75000"/>
                    <a:lumOff val="2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lt"/>
              </a:rPr>
              <a:t>措施：</a:t>
            </a:r>
            <a:r>
              <a:rPr lang="zh-CN" altLang="en-US" sz="1600">
                <a:solidFill>
                  <a:schemeClr val="tx1">
                    <a:lumMod val="75000"/>
                    <a:lumOff val="2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1.原则上要求供应商换货，采购员完善物资编码描述2.如供应商换货成本过高；协商退货，如无法退货，协商收货</a:t>
            </a:r>
            <a:endParaRPr lang="zh-CN" altLang="en-US" sz="1600">
              <a:solidFill>
                <a:schemeClr val="tx1">
                  <a:lumMod val="75000"/>
                  <a:lumOff val="25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 defTabSz="913765" fontAlgn="auto">
              <a:spcBef>
                <a:spcPct val="0"/>
              </a:spcBef>
              <a:spcAft>
                <a:spcPct val="0"/>
              </a:spcAft>
            </a:pPr>
            <a:endParaRPr lang="zh-CN" altLang="en-US" sz="1600" b="0" dirty="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ea"/>
            </a:endParaRPr>
          </a:p>
        </p:txBody>
      </p:sp>
      <p:sp>
        <p:nvSpPr>
          <p:cNvPr id="112" name="TextBox 79"/>
          <p:cNvSpPr txBox="1"/>
          <p:nvPr>
            <p:custDataLst>
              <p:tags r:id="rId19"/>
            </p:custDataLst>
          </p:nvPr>
        </p:nvSpPr>
        <p:spPr>
          <a:xfrm>
            <a:off x="5391785" y="810895"/>
            <a:ext cx="2960370" cy="1522730"/>
          </a:xfrm>
          <a:prstGeom prst="rect">
            <a:avLst/>
          </a:prstGeom>
          <a:noFill/>
        </p:spPr>
        <p:txBody>
          <a:bodyPr wrap="square" lIns="0" tIns="0" rtlCol="0" anchor="t">
            <a:spAutoFit/>
          </a:bodyPr>
          <a:lstStyle/>
          <a:p>
            <a:pPr algn="l" defTabSz="913765" fontAlgn="auto">
              <a:buClrTx/>
              <a:buSzTx/>
              <a:buNone/>
            </a:pPr>
            <a:r>
              <a:rPr lang="zh-CN" altLang="en-US" sz="1600">
                <a:solidFill>
                  <a:schemeClr val="tx1">
                    <a:lumMod val="75000"/>
                    <a:lumOff val="2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lt"/>
              </a:rPr>
              <a:t>问题4：</a:t>
            </a:r>
            <a:r>
              <a:rPr lang="zh-CN" altLang="en-US" sz="1600" b="0">
                <a:solidFill>
                  <a:schemeClr val="tx1">
                    <a:lumMod val="75000"/>
                    <a:lumOff val="2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lt"/>
              </a:rPr>
              <a:t>订单中物资编码的物资描述未要求尺寸</a:t>
            </a:r>
            <a:endParaRPr lang="zh-CN" altLang="en-US" sz="1600" b="0">
              <a:solidFill>
                <a:schemeClr val="tx1">
                  <a:lumMod val="75000"/>
                  <a:lumOff val="25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lt"/>
            </a:endParaRPr>
          </a:p>
          <a:p>
            <a:pPr algn="l" defTabSz="913765">
              <a:lnSpc>
                <a:spcPct val="100000"/>
              </a:lnSpc>
              <a:buClrTx/>
              <a:buSzTx/>
              <a:buNone/>
            </a:pPr>
            <a:r>
              <a:rPr lang="zh-CN" altLang="en-US" sz="1600">
                <a:solidFill>
                  <a:schemeClr val="tx1">
                    <a:lumMod val="75000"/>
                    <a:lumOff val="2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lt"/>
              </a:rPr>
              <a:t>措施：</a:t>
            </a:r>
            <a:r>
              <a:rPr lang="zh-CN" altLang="en-US" sz="1600">
                <a:solidFill>
                  <a:schemeClr val="tx1">
                    <a:lumMod val="75000"/>
                    <a:lumOff val="2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1.原则上要求供应商换货，采购员完善物资编码描述2.如供应商换货成本过高；协商退货，如无法退货，协商收货</a:t>
            </a:r>
            <a:endParaRPr lang="zh-CN" altLang="en-US" sz="1600" b="0">
              <a:solidFill>
                <a:schemeClr val="tx1">
                  <a:lumMod val="75000"/>
                  <a:lumOff val="25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sp>
        <p:nvSpPr>
          <p:cNvPr id="114" name="TextBox 84"/>
          <p:cNvSpPr txBox="1"/>
          <p:nvPr>
            <p:custDataLst>
              <p:tags r:id="rId20"/>
            </p:custDataLst>
          </p:nvPr>
        </p:nvSpPr>
        <p:spPr>
          <a:xfrm>
            <a:off x="2168525" y="1536700"/>
            <a:ext cx="2849245" cy="1030605"/>
          </a:xfrm>
          <a:prstGeom prst="rect">
            <a:avLst/>
          </a:prstGeom>
          <a:noFill/>
        </p:spPr>
        <p:txBody>
          <a:bodyPr wrap="square" lIns="0" tIns="0" rtlCol="0" anchor="t">
            <a:spAutoFit/>
          </a:bodyPr>
          <a:lstStyle/>
          <a:p>
            <a:pPr algn="l" defTabSz="913765" fontAlgn="auto">
              <a:spcBef>
                <a:spcPct val="0"/>
              </a:spcBef>
              <a:spcAft>
                <a:spcPct val="0"/>
              </a:spcAft>
            </a:pPr>
            <a:r>
              <a:rPr lang="zh-CN" altLang="en-US" sz="1600">
                <a:solidFill>
                  <a:schemeClr val="tx1">
                    <a:lumMod val="75000"/>
                    <a:lumOff val="2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lt"/>
              </a:rPr>
              <a:t>问题</a:t>
            </a:r>
            <a:r>
              <a:rPr lang="en-US" altLang="zh-CN" sz="1600">
                <a:solidFill>
                  <a:schemeClr val="tx1">
                    <a:lumMod val="75000"/>
                    <a:lumOff val="2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lt"/>
              </a:rPr>
              <a:t>2</a:t>
            </a:r>
            <a:r>
              <a:rPr lang="zh-CN" altLang="en-US" sz="1600">
                <a:solidFill>
                  <a:schemeClr val="tx1">
                    <a:lumMod val="75000"/>
                    <a:lumOff val="2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lt"/>
              </a:rPr>
              <a:t>：</a:t>
            </a:r>
            <a:r>
              <a:rPr lang="zh-CN" altLang="en-US" sz="1600" b="0">
                <a:solidFill>
                  <a:schemeClr val="tx1">
                    <a:lumMod val="75000"/>
                    <a:lumOff val="2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lt"/>
              </a:rPr>
              <a:t>订单中物资编码的物资描述为</a:t>
            </a:r>
            <a:r>
              <a:rPr lang="en-US" altLang="zh-CN" sz="1600" b="0">
                <a:solidFill>
                  <a:schemeClr val="tx1">
                    <a:lumMod val="75000"/>
                    <a:lumOff val="2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lt"/>
              </a:rPr>
              <a:t>“</a:t>
            </a:r>
            <a:r>
              <a:rPr lang="zh-CN" altLang="en-US" sz="1600" b="0">
                <a:solidFill>
                  <a:schemeClr val="tx1">
                    <a:lumMod val="75000"/>
                    <a:lumOff val="2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lt"/>
              </a:rPr>
              <a:t>适用于</a:t>
            </a:r>
            <a:r>
              <a:rPr lang="en-US" altLang="zh-CN" sz="1600" b="0">
                <a:solidFill>
                  <a:schemeClr val="tx1">
                    <a:lumMod val="75000"/>
                    <a:lumOff val="2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lt"/>
              </a:rPr>
              <a:t>***”</a:t>
            </a:r>
            <a:endParaRPr lang="en-US" altLang="zh-CN" sz="1600" b="0">
              <a:solidFill>
                <a:schemeClr val="tx1">
                  <a:lumMod val="75000"/>
                  <a:lumOff val="25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lt"/>
            </a:endParaRPr>
          </a:p>
          <a:p>
            <a:pPr algn="l" defTabSz="913765" fontAlgn="auto">
              <a:spcBef>
                <a:spcPct val="0"/>
              </a:spcBef>
              <a:spcAft>
                <a:spcPct val="0"/>
              </a:spcAft>
            </a:pPr>
            <a:r>
              <a:rPr lang="zh-CN" altLang="en-US" sz="1600">
                <a:solidFill>
                  <a:schemeClr val="accent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lt"/>
              </a:rPr>
              <a:t>措施</a:t>
            </a:r>
            <a:r>
              <a:rPr lang="zh-CN" altLang="en-US" sz="1600">
                <a:solidFill>
                  <a:schemeClr val="tx1">
                    <a:lumMod val="75000"/>
                    <a:lumOff val="2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lt"/>
              </a:rPr>
              <a:t>：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正常接收，供应商出具适用性说明</a:t>
            </a:r>
            <a:endParaRPr lang="zh-CN" altLang="en-US" sz="1600" b="0" dirty="0">
              <a:solidFill>
                <a:schemeClr val="tx1">
                  <a:lumMod val="85000"/>
                  <a:lumOff val="15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sp>
        <p:nvSpPr>
          <p:cNvPr id="116" name="TextBox 82"/>
          <p:cNvSpPr txBox="1"/>
          <p:nvPr>
            <p:custDataLst>
              <p:tags r:id="rId21"/>
            </p:custDataLst>
          </p:nvPr>
        </p:nvSpPr>
        <p:spPr>
          <a:xfrm>
            <a:off x="8592820" y="838835"/>
            <a:ext cx="3453130" cy="1522730"/>
          </a:xfrm>
          <a:prstGeom prst="rect">
            <a:avLst/>
          </a:prstGeom>
          <a:noFill/>
        </p:spPr>
        <p:txBody>
          <a:bodyPr wrap="square" lIns="0" tIns="0" rtlCol="0" anchor="t">
            <a:spAutoFit/>
          </a:bodyPr>
          <a:lstStyle/>
          <a:p>
            <a:pPr algn="l" defTabSz="913765" fontAlgn="auto">
              <a:buClrTx/>
              <a:buSzTx/>
              <a:buNone/>
            </a:pPr>
            <a:r>
              <a:rPr lang="zh-CN" altLang="en-US" sz="1600">
                <a:solidFill>
                  <a:schemeClr val="tx1">
                    <a:lumMod val="75000"/>
                    <a:lumOff val="2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lt"/>
              </a:rPr>
              <a:t>问题6：</a:t>
            </a:r>
            <a:r>
              <a:rPr lang="zh-CN" altLang="en-US" sz="1600" b="0">
                <a:solidFill>
                  <a:schemeClr val="tx1">
                    <a:lumMod val="75000"/>
                    <a:lumOff val="2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lt"/>
              </a:rPr>
              <a:t>合同未要求提供配件，送货时提出需提供</a:t>
            </a:r>
            <a:endParaRPr lang="zh-CN" altLang="en-US" sz="1600" b="0">
              <a:solidFill>
                <a:schemeClr val="tx1">
                  <a:lumMod val="75000"/>
                  <a:lumOff val="25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lt"/>
            </a:endParaRPr>
          </a:p>
          <a:p>
            <a:pPr algn="l" defTabSz="913765">
              <a:lnSpc>
                <a:spcPct val="100000"/>
              </a:lnSpc>
              <a:buClrTx/>
              <a:buSzTx/>
              <a:buNone/>
            </a:pPr>
            <a:r>
              <a:rPr lang="zh-CN" altLang="en-US" sz="1600">
                <a:solidFill>
                  <a:schemeClr val="tx1">
                    <a:lumMod val="75000"/>
                    <a:lumOff val="2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lt"/>
              </a:rPr>
              <a:t>措施：</a:t>
            </a:r>
            <a:r>
              <a:rPr lang="zh-CN" altLang="en-US" sz="1600">
                <a:solidFill>
                  <a:schemeClr val="tx1">
                    <a:lumMod val="75000"/>
                    <a:lumOff val="2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1.原则上要求供应商补充配件，采购员完善物资编码描述2.如供应商成本过高；协商退货，如无法退货，协商收货</a:t>
            </a:r>
            <a:endParaRPr lang="zh-CN" altLang="en-US" sz="1600" b="0">
              <a:solidFill>
                <a:schemeClr val="tx1">
                  <a:lumMod val="75000"/>
                  <a:lumOff val="25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sp>
        <p:nvSpPr>
          <p:cNvPr id="8" name="矩形 7"/>
          <p:cNvSpPr/>
          <p:nvPr>
            <p:custDataLst>
              <p:tags r:id="rId22"/>
            </p:custDataLst>
          </p:nvPr>
        </p:nvSpPr>
        <p:spPr>
          <a:xfrm>
            <a:off x="1766888" y="3945255"/>
            <a:ext cx="737870" cy="55308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3765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30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ea"/>
                <a:sym typeface="+mn-lt"/>
              </a:rPr>
              <a:t>01</a:t>
            </a:r>
            <a:endParaRPr kumimoji="0" lang="en-US" sz="30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9" name="矩形 8"/>
          <p:cNvSpPr/>
          <p:nvPr>
            <p:custDataLst>
              <p:tags r:id="rId23"/>
            </p:custDataLst>
          </p:nvPr>
        </p:nvSpPr>
        <p:spPr>
          <a:xfrm>
            <a:off x="9668193" y="3187065"/>
            <a:ext cx="737870" cy="55308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3765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30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ea"/>
                <a:sym typeface="+mn-lt"/>
              </a:rPr>
              <a:t>06</a:t>
            </a:r>
            <a:endParaRPr kumimoji="0" lang="en-US" sz="30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grpSp>
        <p:nvGrpSpPr>
          <p:cNvPr id="78" name="Group 25"/>
          <p:cNvGrpSpPr/>
          <p:nvPr/>
        </p:nvGrpSpPr>
        <p:grpSpPr>
          <a:xfrm>
            <a:off x="2439000" y="6672336"/>
            <a:ext cx="9753600" cy="194200"/>
            <a:chOff x="2052320" y="3474720"/>
            <a:chExt cx="8209280" cy="71120"/>
          </a:xfrm>
          <a:solidFill>
            <a:schemeClr val="accent1"/>
          </a:solidFill>
        </p:grpSpPr>
        <p:sp>
          <p:nvSpPr>
            <p:cNvPr id="86" name="Rectangle 27"/>
            <p:cNvSpPr/>
            <p:nvPr>
              <p:custDataLst>
                <p:tags r:id="rId24"/>
              </p:custDataLst>
            </p:nvPr>
          </p:nvSpPr>
          <p:spPr>
            <a:xfrm>
              <a:off x="2052320" y="3474720"/>
              <a:ext cx="2052320" cy="71120"/>
            </a:xfrm>
            <a:prstGeom prst="rect">
              <a:avLst/>
            </a:prstGeom>
            <a:grp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>
                <a:solidFill>
                  <a:schemeClr val="accent5">
                    <a:lumMod val="20000"/>
                    <a:lumOff val="80000"/>
                    <a:hueOff val="10800000"/>
                  </a:schemeClr>
                </a:solidFill>
              </a:endParaRPr>
            </a:p>
          </p:txBody>
        </p:sp>
        <p:sp>
          <p:nvSpPr>
            <p:cNvPr id="87" name="Rectangle 28"/>
            <p:cNvSpPr/>
            <p:nvPr>
              <p:custDataLst>
                <p:tags r:id="rId25"/>
              </p:custDataLst>
            </p:nvPr>
          </p:nvSpPr>
          <p:spPr>
            <a:xfrm>
              <a:off x="4104640" y="3474720"/>
              <a:ext cx="2052320" cy="71120"/>
            </a:xfrm>
            <a:prstGeom prst="rect">
              <a:avLst/>
            </a:prstGeom>
            <a:grp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>
                <a:solidFill>
                  <a:schemeClr val="accent5">
                    <a:lumMod val="20000"/>
                    <a:lumOff val="80000"/>
                    <a:hueOff val="10800000"/>
                  </a:schemeClr>
                </a:solidFill>
              </a:endParaRPr>
            </a:p>
          </p:txBody>
        </p:sp>
        <p:sp>
          <p:nvSpPr>
            <p:cNvPr id="88" name="Rectangle 29"/>
            <p:cNvSpPr/>
            <p:nvPr>
              <p:custDataLst>
                <p:tags r:id="rId26"/>
              </p:custDataLst>
            </p:nvPr>
          </p:nvSpPr>
          <p:spPr>
            <a:xfrm>
              <a:off x="6156960" y="3474720"/>
              <a:ext cx="2052320" cy="71120"/>
            </a:xfrm>
            <a:prstGeom prst="rect">
              <a:avLst/>
            </a:prstGeom>
            <a:grp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>
                <a:solidFill>
                  <a:schemeClr val="accent5">
                    <a:lumMod val="20000"/>
                    <a:lumOff val="80000"/>
                    <a:hueOff val="10800000"/>
                  </a:schemeClr>
                </a:solidFill>
              </a:endParaRPr>
            </a:p>
          </p:txBody>
        </p:sp>
        <p:sp>
          <p:nvSpPr>
            <p:cNvPr id="10" name="Rectangle 30"/>
            <p:cNvSpPr/>
            <p:nvPr>
              <p:custDataLst>
                <p:tags r:id="rId27"/>
              </p:custDataLst>
            </p:nvPr>
          </p:nvSpPr>
          <p:spPr>
            <a:xfrm>
              <a:off x="8209280" y="3474720"/>
              <a:ext cx="2052320" cy="71120"/>
            </a:xfrm>
            <a:prstGeom prst="rect">
              <a:avLst/>
            </a:prstGeom>
            <a:grp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>
                <a:solidFill>
                  <a:schemeClr val="accent5">
                    <a:lumMod val="20000"/>
                    <a:lumOff val="80000"/>
                    <a:hueOff val="10800000"/>
                  </a:schemeClr>
                </a:solidFill>
              </a:endParaRPr>
            </a:p>
          </p:txBody>
        </p:sp>
      </p:grpSp>
      <p:sp>
        <p:nvSpPr>
          <p:cNvPr id="3" name="TextBox 7"/>
          <p:cNvSpPr txBox="1"/>
          <p:nvPr>
            <p:custDataLst>
              <p:tags r:id="rId28"/>
            </p:custDataLst>
          </p:nvPr>
        </p:nvSpPr>
        <p:spPr>
          <a:xfrm>
            <a:off x="431165" y="854075"/>
            <a:ext cx="6466205" cy="23050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>
              <a:lnSpc>
                <a:spcPts val="1600"/>
              </a:lnSpc>
              <a:defRPr sz="1200" b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>
              <a:lnSpc>
                <a:spcPts val="1800"/>
              </a:lnSpc>
              <a:defRPr/>
            </a:pPr>
            <a:r>
              <a:rPr lang="zh-CN" altLang="en-US" sz="2000" b="1" kern="0">
                <a:solidFill>
                  <a:schemeClr val="tx1"/>
                </a:solidFill>
                <a:latin typeface="+mn-lt"/>
                <a:ea typeface="+mn-ea"/>
              </a:rPr>
              <a:t>类型</a:t>
            </a:r>
            <a:r>
              <a:rPr lang="en-US" altLang="zh-CN" sz="2000" b="1" kern="0">
                <a:solidFill>
                  <a:schemeClr val="tx1"/>
                </a:solidFill>
                <a:latin typeface="+mn-lt"/>
                <a:ea typeface="+mn-ea"/>
              </a:rPr>
              <a:t>2</a:t>
            </a:r>
            <a:r>
              <a:rPr lang="zh-CN" altLang="en-US" sz="2000" b="1" kern="0">
                <a:solidFill>
                  <a:schemeClr val="tx1"/>
                </a:solidFill>
                <a:latin typeface="+mn-lt"/>
                <a:ea typeface="+mn-ea"/>
              </a:rPr>
              <a:t>：实物与合同中物资描述一致</a:t>
            </a:r>
            <a:endParaRPr lang="zh-CN" altLang="en-US" sz="2000" b="1" kern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5" name="标题 4"/>
          <p:cNvSpPr>
            <a:spLocks noGrp="1"/>
          </p:cNvSpPr>
          <p:nvPr>
            <p:ph type="title"/>
            <p:custDataLst>
              <p:tags r:id="rId29"/>
            </p:custDataLst>
          </p:nvPr>
        </p:nvSpPr>
        <p:spPr>
          <a:xfrm>
            <a:off x="695960" y="133940"/>
            <a:ext cx="10800000" cy="720000"/>
          </a:xfrm>
        </p:spPr>
        <p:txBody>
          <a:bodyPr vert="horz" wrap="square" lIns="91440" tIns="45720" rIns="91440" bIns="45720" rtlCol="0" anchor="ctr">
            <a:normAutofit/>
          </a:bodyPr>
          <a:lstStyle/>
          <a:p>
            <a:pPr lvl="0" algn="l">
              <a:buClrTx/>
              <a:buSzTx/>
              <a:buFontTx/>
            </a:pPr>
            <a:r>
              <a:rPr lang="zh-CN" altLang="en-US" dirty="0">
                <a:sym typeface="+mn-ea"/>
              </a:rPr>
              <a:t>不合格类型及处理措施</a:t>
            </a:r>
            <a:endParaRPr lang="zh-CN" altLang="en-US" dirty="0">
              <a:sym typeface="+mn-ea"/>
            </a:endParaRPr>
          </a:p>
        </p:txBody>
      </p:sp>
    </p:spTree>
    <p:custDataLst>
      <p:tags r:id="rId30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0" name="MH_Other_6"/>
          <p:cNvCxnSpPr>
            <a:cxnSpLocks noChangeShapeType="1"/>
          </p:cNvCxnSpPr>
          <p:nvPr>
            <p:custDataLst>
              <p:tags r:id="rId1"/>
            </p:custDataLst>
          </p:nvPr>
        </p:nvCxnSpPr>
        <p:spPr bwMode="auto">
          <a:xfrm>
            <a:off x="4090375" y="2283232"/>
            <a:ext cx="965132" cy="404981"/>
          </a:xfrm>
          <a:prstGeom prst="line">
            <a:avLst/>
          </a:prstGeom>
          <a:noFill/>
          <a:ln w="38100" algn="ctr">
            <a:solidFill>
              <a:srgbClr val="BFBFBF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2" name="内容占位符 11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pPr>
              <a:buNone/>
            </a:pPr>
            <a:r>
              <a:rPr lang="en-US" altLang="zh-CN"/>
              <a:t> </a:t>
            </a:r>
            <a:endParaRPr lang="en-US" altLang="zh-CN"/>
          </a:p>
        </p:txBody>
      </p:sp>
      <p:cxnSp>
        <p:nvCxnSpPr>
          <p:cNvPr id="31" name="MH_Other_8"/>
          <p:cNvCxnSpPr>
            <a:cxnSpLocks noChangeShapeType="1"/>
            <a:stCxn id="44" idx="3"/>
          </p:cNvCxnSpPr>
          <p:nvPr>
            <p:custDataLst>
              <p:tags r:id="rId3"/>
            </p:custDataLst>
          </p:nvPr>
        </p:nvCxnSpPr>
        <p:spPr bwMode="auto">
          <a:xfrm flipH="1">
            <a:off x="6987215" y="1395983"/>
            <a:ext cx="1020445" cy="1101090"/>
          </a:xfrm>
          <a:prstGeom prst="line">
            <a:avLst/>
          </a:prstGeom>
          <a:noFill/>
          <a:ln w="38100" algn="ctr">
            <a:solidFill>
              <a:srgbClr val="BFBFBF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3" name="MH_Other_10"/>
          <p:cNvCxnSpPr>
            <a:cxnSpLocks noChangeShapeType="1"/>
            <a:stCxn id="53" idx="6"/>
          </p:cNvCxnSpPr>
          <p:nvPr>
            <p:custDataLst>
              <p:tags r:id="rId4"/>
            </p:custDataLst>
          </p:nvPr>
        </p:nvCxnSpPr>
        <p:spPr bwMode="auto">
          <a:xfrm flipV="1">
            <a:off x="4471076" y="4333072"/>
            <a:ext cx="1164590" cy="346710"/>
          </a:xfrm>
          <a:prstGeom prst="line">
            <a:avLst/>
          </a:prstGeom>
          <a:noFill/>
          <a:ln w="38100" algn="ctr">
            <a:solidFill>
              <a:srgbClr val="BFBFBF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4" name="MH_Other_12"/>
          <p:cNvCxnSpPr>
            <a:cxnSpLocks noChangeShapeType="1"/>
          </p:cNvCxnSpPr>
          <p:nvPr>
            <p:custDataLst>
              <p:tags r:id="rId5"/>
            </p:custDataLst>
          </p:nvPr>
        </p:nvCxnSpPr>
        <p:spPr bwMode="auto">
          <a:xfrm flipH="1" flipV="1">
            <a:off x="6675774" y="4332917"/>
            <a:ext cx="871407" cy="694635"/>
          </a:xfrm>
          <a:prstGeom prst="line">
            <a:avLst/>
          </a:prstGeom>
          <a:noFill/>
          <a:ln w="38100" algn="ctr">
            <a:solidFill>
              <a:srgbClr val="BFBFBF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6" name="MH_Text_1"/>
          <p:cNvSpPr/>
          <p:nvPr>
            <p:custDataLst>
              <p:tags r:id="rId6"/>
            </p:custDataLst>
          </p:nvPr>
        </p:nvSpPr>
        <p:spPr>
          <a:xfrm>
            <a:off x="330999" y="2687678"/>
            <a:ext cx="2958200" cy="7485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78140" tIns="0" rIns="178140" bIns="0" rtlCol="0" anchor="t">
            <a:normAutofit/>
          </a:bodyPr>
          <a:lstStyle/>
          <a:p>
            <a:pPr indent="0">
              <a:buClr>
                <a:srgbClr val="4F96F5"/>
              </a:buClr>
              <a:buFont typeface="Wingdings" panose="05000000000000000000" charset="0"/>
              <a:buNone/>
            </a:pPr>
            <a:r>
              <a:rPr lang="zh-CN" altLang="en-US" sz="1600">
                <a:solidFill>
                  <a:schemeClr val="accent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+mn-ea"/>
                <a:sym typeface="+mn-lt"/>
              </a:rPr>
              <a:t>措施</a:t>
            </a:r>
            <a:r>
              <a:rPr lang="zh-CN" altLang="en-US" sz="1600">
                <a:solidFill>
                  <a:schemeClr val="tx1">
                    <a:lumMod val="75000"/>
                    <a:lumOff val="2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+mn-ea"/>
                <a:sym typeface="+mn-lt"/>
              </a:rPr>
              <a:t>：补充资料</a:t>
            </a:r>
            <a:endParaRPr lang="zh-CN" altLang="en-US" sz="1600">
              <a:solidFill>
                <a:schemeClr val="tx1">
                  <a:lumMod val="75000"/>
                  <a:lumOff val="25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  <a:cs typeface="+mn-ea"/>
              <a:sym typeface="+mn-lt"/>
            </a:endParaRPr>
          </a:p>
        </p:txBody>
      </p:sp>
      <p:sp>
        <p:nvSpPr>
          <p:cNvPr id="38" name="MH_Text_1"/>
          <p:cNvSpPr/>
          <p:nvPr>
            <p:custDataLst>
              <p:tags r:id="rId7"/>
            </p:custDataLst>
          </p:nvPr>
        </p:nvSpPr>
        <p:spPr>
          <a:xfrm>
            <a:off x="385484" y="5112212"/>
            <a:ext cx="2958200" cy="7485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78140" tIns="0" rIns="178140" bIns="0" rtlCol="0" anchor="t">
            <a:normAutofit/>
          </a:bodyPr>
          <a:lstStyle/>
          <a:p>
            <a:pPr indent="0">
              <a:buClr>
                <a:srgbClr val="4F96F5"/>
              </a:buClr>
              <a:buFont typeface="Wingdings" panose="05000000000000000000" charset="0"/>
              <a:buNone/>
            </a:pPr>
            <a:r>
              <a:rPr lang="zh-CN" altLang="en-US" sz="1600">
                <a:solidFill>
                  <a:schemeClr val="accent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+mn-ea"/>
                <a:sym typeface="+mn-lt"/>
              </a:rPr>
              <a:t>措施</a:t>
            </a:r>
            <a:r>
              <a:rPr lang="zh-CN" altLang="en-US" sz="1600">
                <a:solidFill>
                  <a:schemeClr val="tx1">
                    <a:lumMod val="75000"/>
                    <a:lumOff val="2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+mn-ea"/>
                <a:sym typeface="+mn-lt"/>
              </a:rPr>
              <a:t>：换货</a:t>
            </a:r>
            <a:endParaRPr lang="zh-CN" altLang="en-US" sz="1600">
              <a:solidFill>
                <a:schemeClr val="tx1">
                  <a:lumMod val="75000"/>
                  <a:lumOff val="25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  <a:cs typeface="+mn-ea"/>
              <a:sym typeface="+mn-lt"/>
            </a:endParaRPr>
          </a:p>
        </p:txBody>
      </p:sp>
      <p:sp>
        <p:nvSpPr>
          <p:cNvPr id="40" name="MH_Text_1"/>
          <p:cNvSpPr/>
          <p:nvPr>
            <p:custDataLst>
              <p:tags r:id="rId8"/>
            </p:custDataLst>
          </p:nvPr>
        </p:nvSpPr>
        <p:spPr>
          <a:xfrm>
            <a:off x="8256246" y="5421457"/>
            <a:ext cx="2958200" cy="7485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78140" tIns="0" rIns="178140" bIns="0" rtlCol="0" anchor="t">
            <a:normAutofit/>
          </a:bodyPr>
          <a:lstStyle/>
          <a:p>
            <a:pPr indent="0">
              <a:buClr>
                <a:srgbClr val="4F96F5"/>
              </a:buClr>
              <a:buFont typeface="Wingdings" panose="05000000000000000000" charset="0"/>
              <a:buNone/>
            </a:pPr>
            <a:r>
              <a:rPr lang="zh-CN" altLang="en-US" sz="1600">
                <a:solidFill>
                  <a:schemeClr val="accent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lt"/>
              </a:rPr>
              <a:t>措施</a:t>
            </a:r>
            <a:r>
              <a:rPr lang="zh-CN" altLang="en-US" sz="1600">
                <a:solidFill>
                  <a:schemeClr val="tx1">
                    <a:lumMod val="75000"/>
                    <a:lumOff val="2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lt"/>
              </a:rPr>
              <a:t>：换货</a:t>
            </a:r>
            <a:r>
              <a:rPr lang="zh-CN" altLang="en-US">
                <a:solidFill>
                  <a:schemeClr val="tx1">
                    <a:lumMod val="75000"/>
                    <a:lumOff val="2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lt"/>
              </a:rPr>
              <a:t> </a:t>
            </a:r>
            <a:endParaRPr lang="zh-CN" altLang="en-US">
              <a:solidFill>
                <a:schemeClr val="tx1">
                  <a:lumMod val="75000"/>
                  <a:lumOff val="25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lt"/>
            </a:endParaRPr>
          </a:p>
        </p:txBody>
      </p:sp>
      <p:sp>
        <p:nvSpPr>
          <p:cNvPr id="42" name="MH_Text_1"/>
          <p:cNvSpPr/>
          <p:nvPr>
            <p:custDataLst>
              <p:tags r:id="rId9"/>
            </p:custDataLst>
          </p:nvPr>
        </p:nvSpPr>
        <p:spPr>
          <a:xfrm>
            <a:off x="8634095" y="1297305"/>
            <a:ext cx="3342005" cy="74866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78140" tIns="0" rIns="178140" bIns="0" rtlCol="0" anchor="t">
            <a:noAutofit/>
          </a:bodyPr>
          <a:lstStyle/>
          <a:p>
            <a:pPr algn="l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>
                <a:solidFill>
                  <a:schemeClr val="accent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lt"/>
              </a:rPr>
              <a:t>措施</a:t>
            </a:r>
            <a:r>
              <a:rPr lang="zh-CN" altLang="en-US" sz="1600">
                <a:solidFill>
                  <a:schemeClr val="tx1">
                    <a:lumMod val="75000"/>
                    <a:lumOff val="2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lt"/>
              </a:rPr>
              <a:t>：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1.送货数量小于等于采购订单数量时，送货数量大于送货单数量，再提交预约送货数量2.送货数量小于等于采购订单数量时，送货数量小于送货单数量，仓储室按实际送货数量接收3.送货数量大于采购订单数量时，退回超出采购订单的部分</a:t>
            </a:r>
            <a:endParaRPr lang="zh-CN" altLang="en-US" sz="1600">
              <a:solidFill>
                <a:schemeClr val="tx1">
                  <a:lumMod val="65000"/>
                  <a:lumOff val="35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grpSp>
        <p:nvGrpSpPr>
          <p:cNvPr id="43" name="组合 42"/>
          <p:cNvGrpSpPr/>
          <p:nvPr/>
        </p:nvGrpSpPr>
        <p:grpSpPr>
          <a:xfrm>
            <a:off x="7880771" y="657546"/>
            <a:ext cx="864000" cy="864000"/>
            <a:chOff x="4229236" y="3968984"/>
            <a:chExt cx="792000" cy="792000"/>
          </a:xfrm>
        </p:grpSpPr>
        <p:sp>
          <p:nvSpPr>
            <p:cNvPr id="44" name="MH_Other_2"/>
            <p:cNvSpPr/>
            <p:nvPr>
              <p:custDataLst>
                <p:tags r:id="rId10"/>
              </p:custDataLst>
            </p:nvPr>
          </p:nvSpPr>
          <p:spPr>
            <a:xfrm>
              <a:off x="4229236" y="3968984"/>
              <a:ext cx="792000" cy="792000"/>
            </a:xfrm>
            <a:prstGeom prst="ellipse">
              <a:avLst/>
            </a:prstGeom>
            <a:gradFill flip="none" rotWithShape="1">
              <a:gsLst>
                <a:gs pos="100000">
                  <a:schemeClr val="bg1"/>
                </a:gs>
                <a:gs pos="0">
                  <a:srgbClr val="E0E0E0"/>
                </a:gs>
              </a:gsLst>
              <a:lin ang="8100000" scaled="0"/>
            </a:gradFill>
            <a:ln w="34925">
              <a:gradFill>
                <a:gsLst>
                  <a:gs pos="100000">
                    <a:schemeClr val="bg1">
                      <a:lumMod val="85000"/>
                    </a:schemeClr>
                  </a:gs>
                  <a:gs pos="0">
                    <a:schemeClr val="bg1"/>
                  </a:gs>
                </a:gsLst>
                <a:lin ang="8100000" scaled="0"/>
              </a:gradFill>
            </a:ln>
            <a:effectLst>
              <a:outerShdw blurRad="203200" dist="1778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lang="zh-CN" altLang="en-US" sz="2400">
                <a:solidFill>
                  <a:schemeClr val="tx1"/>
                </a:solidFill>
              </a:endParaRPr>
            </a:p>
          </p:txBody>
        </p:sp>
        <p:sp>
          <p:nvSpPr>
            <p:cNvPr id="45" name="MH_Title_1"/>
            <p:cNvSpPr/>
            <p:nvPr>
              <p:custDataLst>
                <p:tags r:id="rId11"/>
              </p:custDataLst>
            </p:nvPr>
          </p:nvSpPr>
          <p:spPr>
            <a:xfrm>
              <a:off x="4355236" y="4094984"/>
              <a:ext cx="540000" cy="540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>
              <a:innerShdw blurRad="63500" dist="50800" dir="18900000">
                <a:prstClr val="black">
                  <a:alpha val="3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anchor="ctr">
              <a:normAutofit/>
            </a:bodyPr>
            <a:lstStyle/>
            <a:p>
              <a:pPr algn="ctr"/>
              <a:r>
                <a:rPr lang="en-US" altLang="zh-CN" sz="2400">
                  <a:solidFill>
                    <a:schemeClr val="tx1"/>
                  </a:solidFill>
                  <a:latin typeface="方正粗宋简体" panose="03000509000000000000" charset="-122"/>
                  <a:ea typeface="方正粗宋简体" panose="03000509000000000000" charset="-122"/>
                </a:rPr>
                <a:t>4</a:t>
              </a:r>
              <a:endParaRPr lang="en-US" altLang="zh-CN" sz="2400">
                <a:solidFill>
                  <a:schemeClr val="tx1"/>
                </a:solidFill>
                <a:latin typeface="方正粗宋简体" panose="03000509000000000000" charset="-122"/>
                <a:ea typeface="方正粗宋简体" panose="03000509000000000000" charset="-122"/>
              </a:endParaRPr>
            </a:p>
          </p:txBody>
        </p:sp>
      </p:grpSp>
      <p:grpSp>
        <p:nvGrpSpPr>
          <p:cNvPr id="46" name="组合 45"/>
          <p:cNvGrpSpPr/>
          <p:nvPr/>
        </p:nvGrpSpPr>
        <p:grpSpPr>
          <a:xfrm>
            <a:off x="7444342" y="4830368"/>
            <a:ext cx="864000" cy="864000"/>
            <a:chOff x="4229236" y="3968984"/>
            <a:chExt cx="792000" cy="792000"/>
          </a:xfrm>
        </p:grpSpPr>
        <p:sp>
          <p:nvSpPr>
            <p:cNvPr id="47" name="MH_Other_2"/>
            <p:cNvSpPr/>
            <p:nvPr>
              <p:custDataLst>
                <p:tags r:id="rId12"/>
              </p:custDataLst>
            </p:nvPr>
          </p:nvSpPr>
          <p:spPr>
            <a:xfrm>
              <a:off x="4229236" y="3968984"/>
              <a:ext cx="792000" cy="792000"/>
            </a:xfrm>
            <a:prstGeom prst="ellipse">
              <a:avLst/>
            </a:prstGeom>
            <a:gradFill flip="none" rotWithShape="1">
              <a:gsLst>
                <a:gs pos="100000">
                  <a:schemeClr val="bg1"/>
                </a:gs>
                <a:gs pos="0">
                  <a:srgbClr val="E0E0E0"/>
                </a:gs>
              </a:gsLst>
              <a:lin ang="8100000" scaled="0"/>
            </a:gradFill>
            <a:ln w="34925">
              <a:gradFill>
                <a:gsLst>
                  <a:gs pos="100000">
                    <a:schemeClr val="bg1">
                      <a:lumMod val="85000"/>
                    </a:schemeClr>
                  </a:gs>
                  <a:gs pos="0">
                    <a:schemeClr val="bg1"/>
                  </a:gs>
                </a:gsLst>
                <a:lin ang="8100000" scaled="0"/>
              </a:gradFill>
            </a:ln>
            <a:effectLst>
              <a:outerShdw blurRad="203200" dist="1778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lang="zh-CN" altLang="en-US" sz="2400">
                <a:solidFill>
                  <a:schemeClr val="tx1"/>
                </a:solidFill>
              </a:endParaRPr>
            </a:p>
          </p:txBody>
        </p:sp>
        <p:sp>
          <p:nvSpPr>
            <p:cNvPr id="48" name="MH_Title_1"/>
            <p:cNvSpPr/>
            <p:nvPr>
              <p:custDataLst>
                <p:tags r:id="rId13"/>
              </p:custDataLst>
            </p:nvPr>
          </p:nvSpPr>
          <p:spPr>
            <a:xfrm>
              <a:off x="4355236" y="4094984"/>
              <a:ext cx="540000" cy="540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innerShdw blurRad="63500" dist="50800" dir="18900000">
                <a:prstClr val="black">
                  <a:alpha val="3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anchor="ctr">
              <a:normAutofit/>
            </a:bodyPr>
            <a:lstStyle/>
            <a:p>
              <a:pPr algn="ctr"/>
              <a:r>
                <a:rPr lang="en-US" altLang="zh-CN" sz="2400">
                  <a:solidFill>
                    <a:schemeClr val="tx1"/>
                  </a:solidFill>
                  <a:latin typeface="方正粗宋简体" panose="03000509000000000000" charset="-122"/>
                  <a:ea typeface="方正粗宋简体" panose="03000509000000000000" charset="-122"/>
                </a:rPr>
                <a:t>6</a:t>
              </a:r>
              <a:endParaRPr lang="en-US" altLang="zh-CN" sz="2400">
                <a:solidFill>
                  <a:schemeClr val="tx1"/>
                </a:solidFill>
                <a:latin typeface="方正粗宋简体" panose="03000509000000000000" charset="-122"/>
                <a:ea typeface="方正粗宋简体" panose="03000509000000000000" charset="-122"/>
              </a:endParaRPr>
            </a:p>
          </p:txBody>
        </p:sp>
      </p:grpSp>
      <p:grpSp>
        <p:nvGrpSpPr>
          <p:cNvPr id="49" name="组合 48"/>
          <p:cNvGrpSpPr/>
          <p:nvPr/>
        </p:nvGrpSpPr>
        <p:grpSpPr>
          <a:xfrm>
            <a:off x="3316674" y="1713551"/>
            <a:ext cx="864000" cy="864000"/>
            <a:chOff x="4229236" y="3968984"/>
            <a:chExt cx="792000" cy="792000"/>
          </a:xfrm>
        </p:grpSpPr>
        <p:sp>
          <p:nvSpPr>
            <p:cNvPr id="50" name="MH_Other_2"/>
            <p:cNvSpPr/>
            <p:nvPr>
              <p:custDataLst>
                <p:tags r:id="rId14"/>
              </p:custDataLst>
            </p:nvPr>
          </p:nvSpPr>
          <p:spPr>
            <a:xfrm>
              <a:off x="4229236" y="3968984"/>
              <a:ext cx="792000" cy="792000"/>
            </a:xfrm>
            <a:prstGeom prst="ellipse">
              <a:avLst/>
            </a:prstGeom>
            <a:gradFill flip="none" rotWithShape="1">
              <a:gsLst>
                <a:gs pos="100000">
                  <a:schemeClr val="bg1"/>
                </a:gs>
                <a:gs pos="0">
                  <a:srgbClr val="E0E0E0"/>
                </a:gs>
              </a:gsLst>
              <a:lin ang="8100000" scaled="0"/>
            </a:gradFill>
            <a:ln w="34925">
              <a:gradFill>
                <a:gsLst>
                  <a:gs pos="100000">
                    <a:schemeClr val="bg1">
                      <a:lumMod val="85000"/>
                    </a:schemeClr>
                  </a:gs>
                  <a:gs pos="0">
                    <a:schemeClr val="bg1"/>
                  </a:gs>
                </a:gsLst>
                <a:lin ang="8100000" scaled="0"/>
              </a:gradFill>
            </a:ln>
            <a:effectLst>
              <a:outerShdw blurRad="203200" dist="1778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lang="zh-CN" altLang="en-US" sz="2400">
                <a:solidFill>
                  <a:schemeClr val="tx1"/>
                </a:solidFill>
              </a:endParaRPr>
            </a:p>
          </p:txBody>
        </p:sp>
        <p:sp>
          <p:nvSpPr>
            <p:cNvPr id="51" name="MH_Title_1"/>
            <p:cNvSpPr/>
            <p:nvPr>
              <p:custDataLst>
                <p:tags r:id="rId15"/>
              </p:custDataLst>
            </p:nvPr>
          </p:nvSpPr>
          <p:spPr>
            <a:xfrm>
              <a:off x="4355238" y="4094984"/>
              <a:ext cx="540000" cy="540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innerShdw blurRad="63500" dist="50800" dir="18900000">
                <a:prstClr val="black">
                  <a:alpha val="3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anchor="ctr">
              <a:normAutofit/>
            </a:bodyPr>
            <a:lstStyle/>
            <a:p>
              <a:pPr algn="ctr"/>
              <a:r>
                <a:rPr lang="en-US" altLang="zh-CN" sz="2400">
                  <a:solidFill>
                    <a:schemeClr val="tx1"/>
                  </a:solidFill>
                  <a:latin typeface="方正粗宋简体" panose="03000509000000000000" charset="-122"/>
                  <a:ea typeface="方正粗宋简体" panose="03000509000000000000" charset="-122"/>
                </a:rPr>
                <a:t>3</a:t>
              </a:r>
              <a:endParaRPr lang="en-US" altLang="zh-CN" sz="2400">
                <a:solidFill>
                  <a:schemeClr val="tx1"/>
                </a:solidFill>
                <a:latin typeface="方正粗宋简体" panose="03000509000000000000" charset="-122"/>
                <a:ea typeface="方正粗宋简体" panose="03000509000000000000" charset="-122"/>
              </a:endParaRPr>
            </a:p>
          </p:txBody>
        </p:sp>
      </p:grpSp>
      <p:grpSp>
        <p:nvGrpSpPr>
          <p:cNvPr id="52" name="组合 51"/>
          <p:cNvGrpSpPr/>
          <p:nvPr/>
        </p:nvGrpSpPr>
        <p:grpSpPr>
          <a:xfrm>
            <a:off x="3606637" y="4248073"/>
            <a:ext cx="864000" cy="864000"/>
            <a:chOff x="4229236" y="3968984"/>
            <a:chExt cx="792000" cy="792000"/>
          </a:xfrm>
        </p:grpSpPr>
        <p:sp>
          <p:nvSpPr>
            <p:cNvPr id="53" name="MH_Other_2"/>
            <p:cNvSpPr/>
            <p:nvPr>
              <p:custDataLst>
                <p:tags r:id="rId16"/>
              </p:custDataLst>
            </p:nvPr>
          </p:nvSpPr>
          <p:spPr>
            <a:xfrm>
              <a:off x="4229236" y="3968984"/>
              <a:ext cx="792000" cy="792000"/>
            </a:xfrm>
            <a:prstGeom prst="ellipse">
              <a:avLst/>
            </a:prstGeom>
            <a:gradFill flip="none" rotWithShape="1">
              <a:gsLst>
                <a:gs pos="100000">
                  <a:schemeClr val="bg1"/>
                </a:gs>
                <a:gs pos="0">
                  <a:srgbClr val="E0E0E0"/>
                </a:gs>
              </a:gsLst>
              <a:lin ang="8100000" scaled="0"/>
            </a:gradFill>
            <a:ln w="34925">
              <a:gradFill>
                <a:gsLst>
                  <a:gs pos="100000">
                    <a:schemeClr val="bg1">
                      <a:lumMod val="85000"/>
                    </a:schemeClr>
                  </a:gs>
                  <a:gs pos="0">
                    <a:schemeClr val="bg1"/>
                  </a:gs>
                </a:gsLst>
                <a:lin ang="8100000" scaled="0"/>
              </a:gradFill>
            </a:ln>
            <a:effectLst>
              <a:outerShdw blurRad="203200" dist="1778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lang="zh-CN" altLang="en-US" sz="2400">
                <a:solidFill>
                  <a:schemeClr val="tx1"/>
                </a:solidFill>
              </a:endParaRPr>
            </a:p>
          </p:txBody>
        </p:sp>
        <p:sp>
          <p:nvSpPr>
            <p:cNvPr id="54" name="MH_Title_1"/>
            <p:cNvSpPr/>
            <p:nvPr>
              <p:custDataLst>
                <p:tags r:id="rId17"/>
              </p:custDataLst>
            </p:nvPr>
          </p:nvSpPr>
          <p:spPr>
            <a:xfrm>
              <a:off x="4355236" y="4094984"/>
              <a:ext cx="540000" cy="540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>
              <a:innerShdw blurRad="63500" dist="50800" dir="18900000">
                <a:prstClr val="black">
                  <a:alpha val="3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anchor="ctr">
              <a:normAutofit/>
            </a:bodyPr>
            <a:lstStyle/>
            <a:p>
              <a:pPr algn="ctr"/>
              <a:r>
                <a:rPr lang="en-US" altLang="zh-CN" sz="2400">
                  <a:solidFill>
                    <a:schemeClr val="tx1"/>
                  </a:solidFill>
                  <a:latin typeface="方正粗宋简体" panose="03000509000000000000" charset="-122"/>
                  <a:ea typeface="方正粗宋简体" panose="03000509000000000000" charset="-122"/>
                </a:rPr>
                <a:t>5</a:t>
              </a:r>
              <a:endParaRPr lang="en-US" altLang="zh-CN" sz="2400">
                <a:solidFill>
                  <a:schemeClr val="tx1"/>
                </a:solidFill>
                <a:latin typeface="方正粗宋简体" panose="03000509000000000000" charset="-122"/>
                <a:ea typeface="方正粗宋简体" panose="03000509000000000000" charset="-122"/>
              </a:endParaRPr>
            </a:p>
          </p:txBody>
        </p:sp>
      </p:grpSp>
      <p:grpSp>
        <p:nvGrpSpPr>
          <p:cNvPr id="55" name="组合 54"/>
          <p:cNvGrpSpPr/>
          <p:nvPr/>
        </p:nvGrpSpPr>
        <p:grpSpPr>
          <a:xfrm>
            <a:off x="5033819" y="1984988"/>
            <a:ext cx="2224413" cy="3819727"/>
            <a:chOff x="3753648" y="1314883"/>
            <a:chExt cx="1668310" cy="2864794"/>
          </a:xfrm>
          <a:effectLst>
            <a:outerShdw blurRad="279400" dist="228600" dir="8100000" algn="tr" rotWithShape="0">
              <a:prstClr val="black">
                <a:alpha val="30000"/>
              </a:prstClr>
            </a:outerShdw>
          </a:effectLst>
        </p:grpSpPr>
        <p:sp>
          <p:nvSpPr>
            <p:cNvPr id="56" name="MH_Other_1"/>
            <p:cNvSpPr/>
            <p:nvPr>
              <p:custDataLst>
                <p:tags r:id="rId18"/>
              </p:custDataLst>
            </p:nvPr>
          </p:nvSpPr>
          <p:spPr>
            <a:xfrm>
              <a:off x="4204973" y="3372803"/>
              <a:ext cx="780082" cy="158544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 w="34925">
              <a:gradFill>
                <a:gsLst>
                  <a:gs pos="100000">
                    <a:schemeClr val="bg1">
                      <a:lumMod val="85000"/>
                    </a:schemeClr>
                  </a:gs>
                  <a:gs pos="0">
                    <a:schemeClr val="bg1"/>
                  </a:gs>
                </a:gsLst>
                <a:lin ang="8100000" scaled="0"/>
              </a:gradFill>
            </a:ln>
            <a:effectLst>
              <a:outerShdw blurRad="203200" dist="1778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lang="en-US" sz="2400">
                <a:solidFill>
                  <a:schemeClr val="tx1"/>
                </a:solidFill>
              </a:endParaRPr>
            </a:p>
          </p:txBody>
        </p:sp>
        <p:sp>
          <p:nvSpPr>
            <p:cNvPr id="57" name="MH_Other_2"/>
            <p:cNvSpPr/>
            <p:nvPr>
              <p:custDataLst>
                <p:tags r:id="rId19"/>
              </p:custDataLst>
            </p:nvPr>
          </p:nvSpPr>
          <p:spPr>
            <a:xfrm>
              <a:off x="4272743" y="3608661"/>
              <a:ext cx="644542" cy="1440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 w="34925">
              <a:gradFill>
                <a:gsLst>
                  <a:gs pos="100000">
                    <a:schemeClr val="bg1">
                      <a:lumMod val="85000"/>
                    </a:schemeClr>
                  </a:gs>
                  <a:gs pos="0">
                    <a:schemeClr val="bg1"/>
                  </a:gs>
                </a:gsLst>
                <a:lin ang="8100000" scaled="0"/>
              </a:gradFill>
            </a:ln>
            <a:effectLst>
              <a:outerShdw blurRad="203200" dist="1778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lang="en-US" sz="2400">
                <a:solidFill>
                  <a:schemeClr val="tx1"/>
                </a:solidFill>
              </a:endParaRPr>
            </a:p>
          </p:txBody>
        </p:sp>
        <p:sp>
          <p:nvSpPr>
            <p:cNvPr id="58" name="MH_Other_3"/>
            <p:cNvSpPr/>
            <p:nvPr>
              <p:custDataLst>
                <p:tags r:id="rId20"/>
              </p:custDataLst>
            </p:nvPr>
          </p:nvSpPr>
          <p:spPr>
            <a:xfrm>
              <a:off x="4204973" y="3830032"/>
              <a:ext cx="780082" cy="158544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 w="34925">
              <a:gradFill>
                <a:gsLst>
                  <a:gs pos="100000">
                    <a:schemeClr val="bg1">
                      <a:lumMod val="85000"/>
                    </a:schemeClr>
                  </a:gs>
                  <a:gs pos="0">
                    <a:schemeClr val="bg1"/>
                  </a:gs>
                </a:gsLst>
                <a:lin ang="8100000" scaled="0"/>
              </a:gradFill>
            </a:ln>
            <a:effectLst>
              <a:outerShdw blurRad="203200" dist="1778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lang="en-US" sz="2400">
                <a:solidFill>
                  <a:schemeClr val="tx1"/>
                </a:solidFill>
              </a:endParaRPr>
            </a:p>
          </p:txBody>
        </p:sp>
        <p:sp>
          <p:nvSpPr>
            <p:cNvPr id="59" name="MH_Other_4"/>
            <p:cNvSpPr/>
            <p:nvPr>
              <p:custDataLst>
                <p:tags r:id="rId21"/>
              </p:custDataLst>
            </p:nvPr>
          </p:nvSpPr>
          <p:spPr>
            <a:xfrm>
              <a:off x="4349167" y="4059354"/>
              <a:ext cx="491697" cy="120323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 w="34925">
              <a:gradFill>
                <a:gsLst>
                  <a:gs pos="100000">
                    <a:schemeClr val="bg1">
                      <a:lumMod val="85000"/>
                    </a:schemeClr>
                  </a:gs>
                  <a:gs pos="0">
                    <a:schemeClr val="bg1"/>
                  </a:gs>
                </a:gsLst>
                <a:lin ang="8100000" scaled="0"/>
              </a:gradFill>
            </a:ln>
            <a:effectLst>
              <a:outerShdw blurRad="203200" dist="1778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lang="en-US" sz="2400">
                <a:solidFill>
                  <a:schemeClr val="tx1"/>
                </a:solidFill>
              </a:endParaRPr>
            </a:p>
          </p:txBody>
        </p:sp>
        <p:sp>
          <p:nvSpPr>
            <p:cNvPr id="60" name="MH_Title_1"/>
            <p:cNvSpPr/>
            <p:nvPr>
              <p:custDataLst>
                <p:tags r:id="rId22"/>
              </p:custDataLst>
            </p:nvPr>
          </p:nvSpPr>
          <p:spPr>
            <a:xfrm>
              <a:off x="3753648" y="1314883"/>
              <a:ext cx="1668310" cy="1899692"/>
            </a:xfrm>
            <a:custGeom>
              <a:avLst/>
              <a:gdLst/>
              <a:ahLst/>
              <a:cxnLst/>
              <a:rect l="l" t="t" r="r" b="b"/>
              <a:pathLst>
                <a:path w="3240360" h="3757972">
                  <a:moveTo>
                    <a:pt x="1620180" y="0"/>
                  </a:moveTo>
                  <a:cubicBezTo>
                    <a:pt x="2514981" y="0"/>
                    <a:pt x="3240360" y="725379"/>
                    <a:pt x="3240360" y="1620180"/>
                  </a:cubicBezTo>
                  <a:cubicBezTo>
                    <a:pt x="3240360" y="2212023"/>
                    <a:pt x="2923020" y="2729746"/>
                    <a:pt x="2448272" y="3010903"/>
                  </a:cubicBezTo>
                  <a:lnTo>
                    <a:pt x="2448272" y="3511913"/>
                  </a:lnTo>
                  <a:cubicBezTo>
                    <a:pt x="2448272" y="3647808"/>
                    <a:pt x="2338108" y="3757972"/>
                    <a:pt x="2202213" y="3757972"/>
                  </a:cubicBezTo>
                  <a:lnTo>
                    <a:pt x="1038147" y="3757972"/>
                  </a:lnTo>
                  <a:cubicBezTo>
                    <a:pt x="902252" y="3757972"/>
                    <a:pt x="792088" y="3647808"/>
                    <a:pt x="792088" y="3511913"/>
                  </a:cubicBezTo>
                  <a:lnTo>
                    <a:pt x="792088" y="3010903"/>
                  </a:lnTo>
                  <a:cubicBezTo>
                    <a:pt x="317340" y="2729746"/>
                    <a:pt x="0" y="2212023"/>
                    <a:pt x="0" y="1620180"/>
                  </a:cubicBezTo>
                  <a:cubicBezTo>
                    <a:pt x="0" y="725379"/>
                    <a:pt x="725379" y="0"/>
                    <a:pt x="1620180" y="0"/>
                  </a:cubicBezTo>
                  <a:close/>
                </a:path>
              </a:pathLst>
            </a:custGeom>
            <a:gradFill flip="none" rotWithShape="1">
              <a:gsLst>
                <a:gs pos="100000">
                  <a:schemeClr val="bg1"/>
                </a:gs>
                <a:gs pos="0">
                  <a:srgbClr val="E0E0E0"/>
                </a:gs>
              </a:gsLst>
              <a:lin ang="8100000" scaled="0"/>
            </a:gradFill>
            <a:ln w="34925">
              <a:gradFill>
                <a:gsLst>
                  <a:gs pos="100000">
                    <a:schemeClr val="bg1">
                      <a:lumMod val="85000"/>
                    </a:schemeClr>
                  </a:gs>
                  <a:gs pos="0">
                    <a:schemeClr val="bg1"/>
                  </a:gs>
                </a:gsLst>
                <a:lin ang="8100000" scaled="0"/>
              </a:gradFill>
            </a:ln>
            <a:effectLst>
              <a:outerShdw blurRad="203200" dist="1778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lang="en-US" sz="3065" b="1">
                <a:solidFill>
                  <a:schemeClr val="accent1"/>
                </a:solidFill>
              </a:endParaRPr>
            </a:p>
          </p:txBody>
        </p:sp>
      </p:grpSp>
      <p:sp>
        <p:nvSpPr>
          <p:cNvPr id="61" name="MH_Other_9"/>
          <p:cNvSpPr/>
          <p:nvPr>
            <p:custDataLst>
              <p:tags r:id="rId23"/>
            </p:custDataLst>
          </p:nvPr>
        </p:nvSpPr>
        <p:spPr>
          <a:xfrm>
            <a:off x="5541226" y="2487940"/>
            <a:ext cx="1209600" cy="1211677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>
            <a:innerShdw blurRad="101600" dist="101600" dir="18900000">
              <a:prstClr val="black">
                <a:alpha val="3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>
              <a:defRPr/>
            </a:pPr>
            <a:r>
              <a:rPr lang="zh-CN" altLang="en-US" sz="1600" b="1">
                <a:solidFill>
                  <a:srgbClr val="FF0000"/>
                </a:solidFill>
                <a:latin typeface="方正粗宋简体" panose="03000509000000000000" charset="-122"/>
                <a:ea typeface="方正粗宋简体" panose="03000509000000000000" charset="-122"/>
              </a:rPr>
              <a:t>其它类型</a:t>
            </a:r>
            <a:endParaRPr lang="zh-CN" altLang="en-US" sz="1600" b="1">
              <a:solidFill>
                <a:srgbClr val="FF0000"/>
              </a:solidFill>
              <a:latin typeface="方正粗宋简体" panose="03000509000000000000" charset="-122"/>
              <a:ea typeface="方正粗宋简体" panose="03000509000000000000" charset="-122"/>
            </a:endParaRPr>
          </a:p>
        </p:txBody>
      </p:sp>
      <p:grpSp>
        <p:nvGrpSpPr>
          <p:cNvPr id="78" name="Group 25"/>
          <p:cNvGrpSpPr/>
          <p:nvPr/>
        </p:nvGrpSpPr>
        <p:grpSpPr>
          <a:xfrm>
            <a:off x="2439000" y="6672336"/>
            <a:ext cx="9753600" cy="194200"/>
            <a:chOff x="2052320" y="3474720"/>
            <a:chExt cx="8209280" cy="71120"/>
          </a:xfrm>
          <a:solidFill>
            <a:schemeClr val="accent1"/>
          </a:solidFill>
        </p:grpSpPr>
        <p:sp>
          <p:nvSpPr>
            <p:cNvPr id="86" name="Rectangle 27"/>
            <p:cNvSpPr/>
            <p:nvPr>
              <p:custDataLst>
                <p:tags r:id="rId24"/>
              </p:custDataLst>
            </p:nvPr>
          </p:nvSpPr>
          <p:spPr>
            <a:xfrm>
              <a:off x="2052320" y="3474720"/>
              <a:ext cx="2052320" cy="71120"/>
            </a:xfrm>
            <a:prstGeom prst="rect">
              <a:avLst/>
            </a:prstGeom>
            <a:grp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>
                <a:solidFill>
                  <a:schemeClr val="accent5">
                    <a:lumMod val="20000"/>
                    <a:lumOff val="80000"/>
                    <a:hueOff val="10800000"/>
                  </a:schemeClr>
                </a:solidFill>
              </a:endParaRPr>
            </a:p>
          </p:txBody>
        </p:sp>
        <p:sp>
          <p:nvSpPr>
            <p:cNvPr id="87" name="Rectangle 28"/>
            <p:cNvSpPr/>
            <p:nvPr>
              <p:custDataLst>
                <p:tags r:id="rId25"/>
              </p:custDataLst>
            </p:nvPr>
          </p:nvSpPr>
          <p:spPr>
            <a:xfrm>
              <a:off x="4104640" y="3474720"/>
              <a:ext cx="2052320" cy="71120"/>
            </a:xfrm>
            <a:prstGeom prst="rect">
              <a:avLst/>
            </a:prstGeom>
            <a:grp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>
                <a:solidFill>
                  <a:schemeClr val="accent5">
                    <a:lumMod val="20000"/>
                    <a:lumOff val="80000"/>
                    <a:hueOff val="10800000"/>
                  </a:schemeClr>
                </a:solidFill>
              </a:endParaRPr>
            </a:p>
          </p:txBody>
        </p:sp>
        <p:sp>
          <p:nvSpPr>
            <p:cNvPr id="88" name="Rectangle 29"/>
            <p:cNvSpPr/>
            <p:nvPr>
              <p:custDataLst>
                <p:tags r:id="rId26"/>
              </p:custDataLst>
            </p:nvPr>
          </p:nvSpPr>
          <p:spPr>
            <a:xfrm>
              <a:off x="6156960" y="3474720"/>
              <a:ext cx="2052320" cy="71120"/>
            </a:xfrm>
            <a:prstGeom prst="rect">
              <a:avLst/>
            </a:prstGeom>
            <a:grp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>
                <a:solidFill>
                  <a:schemeClr val="accent5">
                    <a:lumMod val="20000"/>
                    <a:lumOff val="80000"/>
                    <a:hueOff val="10800000"/>
                  </a:schemeClr>
                </a:solidFill>
              </a:endParaRPr>
            </a:p>
          </p:txBody>
        </p:sp>
        <p:sp>
          <p:nvSpPr>
            <p:cNvPr id="89" name="Rectangle 30"/>
            <p:cNvSpPr/>
            <p:nvPr>
              <p:custDataLst>
                <p:tags r:id="rId27"/>
              </p:custDataLst>
            </p:nvPr>
          </p:nvSpPr>
          <p:spPr>
            <a:xfrm>
              <a:off x="8209280" y="3474720"/>
              <a:ext cx="2052320" cy="71120"/>
            </a:xfrm>
            <a:prstGeom prst="rect">
              <a:avLst/>
            </a:prstGeom>
            <a:grp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>
                <a:solidFill>
                  <a:schemeClr val="accent5">
                    <a:lumMod val="20000"/>
                    <a:lumOff val="80000"/>
                    <a:hueOff val="10800000"/>
                  </a:schemeClr>
                </a:solidFill>
              </a:endParaRPr>
            </a:p>
          </p:txBody>
        </p:sp>
      </p:grpSp>
      <p:sp>
        <p:nvSpPr>
          <p:cNvPr id="3" name="TextBox 7"/>
          <p:cNvSpPr txBox="1"/>
          <p:nvPr>
            <p:custDataLst>
              <p:tags r:id="rId28"/>
            </p:custDataLst>
          </p:nvPr>
        </p:nvSpPr>
        <p:spPr>
          <a:xfrm>
            <a:off x="467995" y="1851025"/>
            <a:ext cx="2725420" cy="24638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>
            <a:defPPr>
              <a:defRPr lang="zh-CN"/>
            </a:defPPr>
            <a:lvl1pPr>
              <a:lnSpc>
                <a:spcPts val="1600"/>
              </a:lnSpc>
              <a:defRPr sz="1200" b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 indent="0" fontAlgn="auto">
              <a:lnSpc>
                <a:spcPts val="2100"/>
              </a:lnSpc>
              <a:defRPr/>
            </a:pPr>
            <a:r>
              <a:rPr lang="zh-CN" altLang="en-US" sz="2000" b="1" kern="0">
                <a:solidFill>
                  <a:schemeClr val="accent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类型</a:t>
            </a:r>
            <a:r>
              <a:rPr lang="en-US" altLang="zh-CN" sz="2000" b="1" kern="0">
                <a:solidFill>
                  <a:schemeClr val="accent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</a:t>
            </a:r>
            <a:r>
              <a:rPr lang="zh-CN" altLang="en-US" sz="2000" b="1" kern="0">
                <a:solidFill>
                  <a:schemeClr val="accent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：缺少合格证明、检测报告、</a:t>
            </a:r>
            <a:r>
              <a:rPr lang="en-US" altLang="zh-CN" sz="2000" b="1" kern="0">
                <a:solidFill>
                  <a:schemeClr val="accent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MSDS</a:t>
            </a:r>
            <a:r>
              <a:rPr lang="zh-CN" altLang="en-US" sz="2000" b="1" kern="0">
                <a:solidFill>
                  <a:schemeClr val="accent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，批次证明</a:t>
            </a:r>
            <a:endParaRPr lang="zh-CN" altLang="en-US" sz="2000" b="1" kern="0">
              <a:solidFill>
                <a:schemeClr val="accent1">
                  <a:lumMod val="5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" name="TextBox 7"/>
          <p:cNvSpPr txBox="1"/>
          <p:nvPr>
            <p:custDataLst>
              <p:tags r:id="rId29"/>
            </p:custDataLst>
          </p:nvPr>
        </p:nvSpPr>
        <p:spPr>
          <a:xfrm>
            <a:off x="8744585" y="793115"/>
            <a:ext cx="2919730" cy="24638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>
            <a:defPPr>
              <a:defRPr lang="zh-CN"/>
            </a:defPPr>
            <a:lvl1pPr>
              <a:lnSpc>
                <a:spcPts val="1600"/>
              </a:lnSpc>
              <a:defRPr sz="1200" b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 indent="0" fontAlgn="auto">
              <a:lnSpc>
                <a:spcPts val="2100"/>
              </a:lnSpc>
              <a:defRPr/>
            </a:pPr>
            <a:r>
              <a:rPr lang="zh-CN" altLang="en-US" sz="2000" b="1" kern="0">
                <a:solidFill>
                  <a:schemeClr val="accent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类型</a:t>
            </a:r>
            <a:r>
              <a:rPr lang="en-US" altLang="zh-CN" sz="2000" b="1" kern="0">
                <a:solidFill>
                  <a:schemeClr val="accent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4</a:t>
            </a:r>
            <a:r>
              <a:rPr lang="zh-CN" altLang="en-US" sz="2000" b="1" kern="0">
                <a:solidFill>
                  <a:schemeClr val="accent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：送货数量与送货单差异</a:t>
            </a:r>
            <a:endParaRPr lang="zh-CN" altLang="en-US" sz="2000" b="1" kern="0">
              <a:solidFill>
                <a:schemeClr val="accent1">
                  <a:lumMod val="5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" name="TextBox 7"/>
          <p:cNvSpPr txBox="1"/>
          <p:nvPr>
            <p:custDataLst>
              <p:tags r:id="rId30"/>
            </p:custDataLst>
          </p:nvPr>
        </p:nvSpPr>
        <p:spPr>
          <a:xfrm>
            <a:off x="534670" y="4403725"/>
            <a:ext cx="2919730" cy="24638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>
            <a:defPPr>
              <a:defRPr lang="zh-CN"/>
            </a:defPPr>
            <a:lvl1pPr>
              <a:lnSpc>
                <a:spcPts val="1600"/>
              </a:lnSpc>
              <a:defRPr sz="1200" b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 indent="0" fontAlgn="auto">
              <a:lnSpc>
                <a:spcPts val="2100"/>
              </a:lnSpc>
              <a:defRPr/>
            </a:pPr>
            <a:r>
              <a:rPr lang="zh-CN" altLang="en-US" sz="2000" b="1" kern="0">
                <a:solidFill>
                  <a:schemeClr val="accent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类型</a:t>
            </a:r>
            <a:r>
              <a:rPr lang="en-US" altLang="zh-CN" sz="2000" b="1" kern="0">
                <a:solidFill>
                  <a:schemeClr val="accent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5</a:t>
            </a:r>
            <a:r>
              <a:rPr lang="zh-CN" altLang="en-US" sz="2000" b="1" kern="0">
                <a:solidFill>
                  <a:schemeClr val="accent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：效期不满足验收要求</a:t>
            </a:r>
            <a:endParaRPr lang="zh-CN" altLang="en-US" sz="2000" b="1" kern="0">
              <a:solidFill>
                <a:schemeClr val="accent1">
                  <a:lumMod val="5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" name="TextBox 7"/>
          <p:cNvSpPr txBox="1"/>
          <p:nvPr>
            <p:custDataLst>
              <p:tags r:id="rId31"/>
            </p:custDataLst>
          </p:nvPr>
        </p:nvSpPr>
        <p:spPr>
          <a:xfrm>
            <a:off x="8388350" y="4929505"/>
            <a:ext cx="2919730" cy="24638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>
            <a:defPPr>
              <a:defRPr lang="zh-CN"/>
            </a:defPPr>
            <a:lvl1pPr>
              <a:lnSpc>
                <a:spcPts val="1600"/>
              </a:lnSpc>
              <a:defRPr sz="1200" b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>
              <a:lnSpc>
                <a:spcPts val="1800"/>
              </a:lnSpc>
              <a:defRPr/>
            </a:pPr>
            <a:r>
              <a:rPr lang="zh-CN" altLang="en-US" sz="2000" b="1" kern="0">
                <a:solidFill>
                  <a:schemeClr val="accent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类型</a:t>
            </a:r>
            <a:r>
              <a:rPr lang="en-US" altLang="zh-CN" sz="2000" b="1" kern="0">
                <a:solidFill>
                  <a:schemeClr val="accent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6</a:t>
            </a:r>
            <a:r>
              <a:rPr lang="zh-CN" altLang="en-US" sz="2000" b="1" kern="0">
                <a:solidFill>
                  <a:schemeClr val="accent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：质量不合格</a:t>
            </a:r>
            <a:endParaRPr lang="zh-CN" altLang="en-US" sz="2000" b="1" kern="0">
              <a:solidFill>
                <a:schemeClr val="accent1">
                  <a:lumMod val="5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0" name="标题 9"/>
          <p:cNvSpPr>
            <a:spLocks noGrp="1"/>
          </p:cNvSpPr>
          <p:nvPr>
            <p:ph type="title"/>
            <p:custDataLst>
              <p:tags r:id="rId32"/>
            </p:custDataLst>
          </p:nvPr>
        </p:nvSpPr>
        <p:spPr/>
        <p:txBody>
          <a:bodyPr vert="horz" wrap="square" lIns="91440" tIns="45720" rIns="91440" bIns="45720" rtlCol="0" anchor="ctr">
            <a:normAutofit/>
          </a:bodyPr>
          <a:lstStyle/>
          <a:p>
            <a:pPr lvl="0" algn="l">
              <a:buClrTx/>
              <a:buSzTx/>
              <a:buFontTx/>
            </a:pP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不合格类型及处理措施</a:t>
            </a:r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</p:spTree>
    <p:custDataLst>
      <p:tags r:id="rId3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10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1000"/>
                            </p:stCondLst>
                            <p:childTnLst>
                              <p:par>
                                <p:cTn id="76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1500"/>
                            </p:stCondLst>
                            <p:childTnLst>
                              <p:par>
                                <p:cTn id="81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2000"/>
                            </p:stCondLst>
                            <p:childTnLst>
                              <p:par>
                                <p:cTn id="86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2500"/>
                            </p:stCondLst>
                            <p:childTnLst>
                              <p:par>
                                <p:cTn id="91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 bldLvl="0" animBg="1"/>
      <p:bldP spid="38" grpId="0" bldLvl="0" animBg="1"/>
      <p:bldP spid="40" grpId="0" bldLvl="0" animBg="1"/>
      <p:bldP spid="42" grpId="0" bldLvl="0" animBg="1"/>
      <p:bldP spid="61" grpId="0" bldLvl="0" animBg="1"/>
      <p:bldP spid="3" grpId="0"/>
      <p:bldP spid="2" grpId="0"/>
      <p:bldP spid="4" grpId="0"/>
      <p:bldP spid="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00000"/>
            </a:pPr>
            <a:r>
              <a:rPr lang="zh-CN" altLang="en-US" sz="5400" dirty="0">
                <a:sym typeface="微软雅黑" panose="020B0503020204020204" pitchFamily="34" charset="-122"/>
              </a:rPr>
              <a:t>处理结果</a:t>
            </a:r>
            <a:endParaRPr lang="zh-CN" altLang="en-US" sz="5400" dirty="0">
              <a:sym typeface="微软雅黑" panose="020B0503020204020204" pitchFamily="34" charset="-122"/>
            </a:endParaRPr>
          </a:p>
        </p:txBody>
      </p:sp>
      <p:sp>
        <p:nvSpPr>
          <p:cNvPr id="8" name="文本占位符 7"/>
          <p:cNvSpPr>
            <a:spLocks noGrp="1"/>
          </p:cNvSpPr>
          <p:nvPr>
            <p:ph type="body" idx="13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en-US" altLang="zh-CN"/>
              <a:t>03</a:t>
            </a:r>
            <a:endParaRPr lang="en-US" altLang="zh-CN"/>
          </a:p>
        </p:txBody>
      </p:sp>
    </p:spTree>
    <p:custDataLst>
      <p:tags r:id="rId3"/>
    </p:custDataLst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椭圆 1"/>
          <p:cNvSpPr/>
          <p:nvPr/>
        </p:nvSpPr>
        <p:spPr>
          <a:xfrm>
            <a:off x="697287" y="1412776"/>
            <a:ext cx="2094105" cy="3490175"/>
          </a:xfrm>
          <a:custGeom>
            <a:avLst/>
            <a:gdLst/>
            <a:ahLst/>
            <a:cxnLst/>
            <a:rect l="l" t="t" r="r" b="b"/>
            <a:pathLst>
              <a:path w="1728192" h="2880320">
                <a:moveTo>
                  <a:pt x="1440160" y="0"/>
                </a:moveTo>
                <a:cubicBezTo>
                  <a:pt x="1538809" y="0"/>
                  <a:pt x="1635141" y="9919"/>
                  <a:pt x="1728192" y="28922"/>
                </a:cubicBezTo>
                <a:lnTo>
                  <a:pt x="1728192" y="474350"/>
                </a:lnTo>
                <a:cubicBezTo>
                  <a:pt x="1637035" y="446650"/>
                  <a:pt x="1540303" y="432048"/>
                  <a:pt x="1440160" y="432048"/>
                </a:cubicBezTo>
                <a:cubicBezTo>
                  <a:pt x="883395" y="432048"/>
                  <a:pt x="432048" y="883395"/>
                  <a:pt x="432048" y="1440160"/>
                </a:cubicBezTo>
                <a:cubicBezTo>
                  <a:pt x="432048" y="1996925"/>
                  <a:pt x="883395" y="2448272"/>
                  <a:pt x="1440160" y="2448272"/>
                </a:cubicBezTo>
                <a:cubicBezTo>
                  <a:pt x="1540303" y="2448272"/>
                  <a:pt x="1637035" y="2433671"/>
                  <a:pt x="1728192" y="2405971"/>
                </a:cubicBezTo>
                <a:lnTo>
                  <a:pt x="1728192" y="2851399"/>
                </a:lnTo>
                <a:cubicBezTo>
                  <a:pt x="1635141" y="2870402"/>
                  <a:pt x="1538809" y="2880320"/>
                  <a:pt x="1440160" y="2880320"/>
                </a:cubicBezTo>
                <a:cubicBezTo>
                  <a:pt x="644782" y="2880320"/>
                  <a:pt x="0" y="2235538"/>
                  <a:pt x="0" y="1440160"/>
                </a:cubicBezTo>
                <a:cubicBezTo>
                  <a:pt x="0" y="644782"/>
                  <a:pt x="644782" y="0"/>
                  <a:pt x="1440160" y="0"/>
                </a:cubicBezTo>
                <a:close/>
              </a:path>
            </a:pathLst>
          </a:custGeom>
          <a:solidFill>
            <a:schemeClr val="accent1">
              <a:alpha val="44000"/>
            </a:schemeClr>
          </a:solidFill>
          <a:ln w="25400" cap="flat" cmpd="sng" algn="ctr">
            <a:noFill/>
            <a:prstDash val="solid"/>
          </a:ln>
          <a:effectLst/>
          <a:scene3d>
            <a:camera prst="isometricOffAxis1Top">
              <a:rot lat="17925621" lon="20555290" rev="1490956"/>
            </a:camera>
            <a:lightRig rig="threePt" dir="t"/>
          </a:scene3d>
          <a:sp3d>
            <a:contourClr>
              <a:sysClr val="window" lastClr="FFFFFF">
                <a:lumMod val="50000"/>
              </a:sysClr>
            </a:contourClr>
          </a:sp3d>
        </p:spPr>
        <p:txBody>
          <a:bodyPr rtlCol="0" anchor="ctr"/>
          <a:lstStyle/>
          <a:p>
            <a:pPr algn="ctr">
              <a:defRPr/>
            </a:pPr>
            <a:endParaRPr lang="zh-CN" altLang="en-US" kern="0">
              <a:solidFill>
                <a:schemeClr val="tx1"/>
              </a:solidFill>
              <a:cs typeface="+mn-ea"/>
              <a:sym typeface="+mn-lt"/>
            </a:endParaRPr>
          </a:p>
        </p:txBody>
      </p:sp>
      <p:sp>
        <p:nvSpPr>
          <p:cNvPr id="9" name="椭圆 8"/>
          <p:cNvSpPr/>
          <p:nvPr>
            <p:custDataLst>
              <p:tags r:id="rId1"/>
            </p:custDataLst>
          </p:nvPr>
        </p:nvSpPr>
        <p:spPr bwMode="auto">
          <a:xfrm>
            <a:off x="1479864" y="1927288"/>
            <a:ext cx="1435592" cy="1435596"/>
          </a:xfrm>
          <a:prstGeom prst="ellipse">
            <a:avLst/>
          </a:prstGeom>
          <a:solidFill>
            <a:schemeClr val="accent1"/>
          </a:solidFill>
          <a:ln w="6350" cap="flat" cmpd="sng" algn="ctr">
            <a:noFill/>
            <a:prstDash val="solid"/>
          </a:ln>
          <a:effectLst/>
          <a:scene3d>
            <a:camera prst="orthographicFront">
              <a:rot lat="0" lon="0" rev="0"/>
            </a:camera>
            <a:lightRig rig="glow" dir="t">
              <a:rot lat="0" lon="0" rev="14100000"/>
            </a:lightRig>
          </a:scene3d>
          <a:sp3d prstMaterial="softEdge"/>
        </p:spPr>
        <p:txBody>
          <a:bodyPr wrap="square" anchor="ctr">
            <a:normAutofit/>
          </a:bodyPr>
          <a:lstStyle/>
          <a:p>
            <a:pPr algn="ctr">
              <a:defRPr/>
            </a:pPr>
            <a:r>
              <a:rPr lang="en-US" altLang="zh-CN" sz="4265" b="1" kern="0">
                <a:solidFill>
                  <a:srgbClr val="FFFFFF"/>
                </a:solidFill>
                <a:cs typeface="+mn-ea"/>
                <a:sym typeface="+mn-lt"/>
              </a:rPr>
              <a:t>A</a:t>
            </a:r>
            <a:endParaRPr lang="zh-CN" altLang="en-US" sz="4265" b="1" kern="0">
              <a:solidFill>
                <a:srgbClr val="FFFFFF"/>
              </a:solidFill>
              <a:cs typeface="+mn-ea"/>
              <a:sym typeface="+mn-lt"/>
            </a:endParaRPr>
          </a:p>
        </p:txBody>
      </p:sp>
      <p:sp>
        <p:nvSpPr>
          <p:cNvPr id="11" name="TextBox 31"/>
          <p:cNvSpPr txBox="1"/>
          <p:nvPr>
            <p:custDataLst>
              <p:tags r:id="rId2"/>
            </p:custDataLst>
          </p:nvPr>
        </p:nvSpPr>
        <p:spPr>
          <a:xfrm>
            <a:off x="1049655" y="4131310"/>
            <a:ext cx="2371725" cy="1370965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just">
              <a:lnSpc>
                <a:spcPct val="130000"/>
              </a:lnSpc>
            </a:pPr>
            <a:r>
              <a:rPr lang="zh-CN" altLang="en-US" sz="1600" b="1">
                <a:solidFill>
                  <a:schemeClr val="tx1">
                    <a:lumMod val="75000"/>
                    <a:lumOff val="25000"/>
                  </a:schemeClr>
                </a:solidFill>
                <a:cs typeface="微软雅黑" panose="020B0503020204020204" pitchFamily="34" charset="-122"/>
                <a:sym typeface="+mn-lt"/>
              </a:rPr>
              <a:t>    </a:t>
            </a:r>
            <a:r>
              <a:rPr lang="zh-CN" altLang="en-US" sz="1600" b="1">
                <a:solidFill>
                  <a:schemeClr val="tx1">
                    <a:lumMod val="75000"/>
                    <a:lumOff val="2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lt"/>
              </a:rPr>
              <a:t>新增 </a:t>
            </a:r>
            <a:endParaRPr lang="zh-CN" altLang="en-US" sz="1600" b="1">
              <a:solidFill>
                <a:schemeClr val="tx1">
                  <a:lumMod val="75000"/>
                  <a:lumOff val="25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lt"/>
            </a:endParaRPr>
          </a:p>
          <a:p>
            <a:pPr marL="285750" indent="-285750" algn="just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不合格物资处理中，尚未完成</a:t>
            </a:r>
            <a:endParaRPr lang="zh-CN" altLang="en-US" sz="1600">
              <a:solidFill>
                <a:schemeClr val="tx1">
                  <a:lumMod val="75000"/>
                  <a:lumOff val="25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lt"/>
            </a:endParaRPr>
          </a:p>
          <a:p>
            <a:pPr indent="0" algn="just">
              <a:lnSpc>
                <a:spcPct val="130000"/>
              </a:lnSpc>
              <a:buFont typeface="Arial" panose="020B0604020202020204" pitchFamily="34" charset="0"/>
              <a:buNone/>
            </a:pPr>
            <a:endParaRPr lang="zh-CN" altLang="en-US" sz="1600">
              <a:solidFill>
                <a:schemeClr val="tx1">
                  <a:lumMod val="75000"/>
                  <a:lumOff val="25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lt"/>
            </a:endParaRPr>
          </a:p>
        </p:txBody>
      </p:sp>
      <p:sp>
        <p:nvSpPr>
          <p:cNvPr id="13" name="椭圆 1"/>
          <p:cNvSpPr/>
          <p:nvPr/>
        </p:nvSpPr>
        <p:spPr>
          <a:xfrm>
            <a:off x="3414054" y="1412776"/>
            <a:ext cx="2094105" cy="3490175"/>
          </a:xfrm>
          <a:custGeom>
            <a:avLst/>
            <a:gdLst/>
            <a:ahLst/>
            <a:cxnLst/>
            <a:rect l="l" t="t" r="r" b="b"/>
            <a:pathLst>
              <a:path w="1728192" h="2880320">
                <a:moveTo>
                  <a:pt x="1440160" y="0"/>
                </a:moveTo>
                <a:cubicBezTo>
                  <a:pt x="1538809" y="0"/>
                  <a:pt x="1635141" y="9919"/>
                  <a:pt x="1728192" y="28922"/>
                </a:cubicBezTo>
                <a:lnTo>
                  <a:pt x="1728192" y="474350"/>
                </a:lnTo>
                <a:cubicBezTo>
                  <a:pt x="1637035" y="446650"/>
                  <a:pt x="1540303" y="432048"/>
                  <a:pt x="1440160" y="432048"/>
                </a:cubicBezTo>
                <a:cubicBezTo>
                  <a:pt x="883395" y="432048"/>
                  <a:pt x="432048" y="883395"/>
                  <a:pt x="432048" y="1440160"/>
                </a:cubicBezTo>
                <a:cubicBezTo>
                  <a:pt x="432048" y="1996925"/>
                  <a:pt x="883395" y="2448272"/>
                  <a:pt x="1440160" y="2448272"/>
                </a:cubicBezTo>
                <a:cubicBezTo>
                  <a:pt x="1540303" y="2448272"/>
                  <a:pt x="1637035" y="2433671"/>
                  <a:pt x="1728192" y="2405971"/>
                </a:cubicBezTo>
                <a:lnTo>
                  <a:pt x="1728192" y="2851399"/>
                </a:lnTo>
                <a:cubicBezTo>
                  <a:pt x="1635141" y="2870402"/>
                  <a:pt x="1538809" y="2880320"/>
                  <a:pt x="1440160" y="2880320"/>
                </a:cubicBezTo>
                <a:cubicBezTo>
                  <a:pt x="644782" y="2880320"/>
                  <a:pt x="0" y="2235538"/>
                  <a:pt x="0" y="1440160"/>
                </a:cubicBezTo>
                <a:cubicBezTo>
                  <a:pt x="0" y="644782"/>
                  <a:pt x="644782" y="0"/>
                  <a:pt x="1440160" y="0"/>
                </a:cubicBezTo>
                <a:close/>
              </a:path>
            </a:pathLst>
          </a:custGeom>
          <a:solidFill>
            <a:schemeClr val="accent1">
              <a:alpha val="44000"/>
            </a:schemeClr>
          </a:solidFill>
          <a:ln w="25400" cap="flat" cmpd="sng" algn="ctr">
            <a:noFill/>
            <a:prstDash val="solid"/>
          </a:ln>
          <a:effectLst/>
          <a:scene3d>
            <a:camera prst="isometricOffAxis1Top">
              <a:rot lat="17925621" lon="20555290" rev="1490956"/>
            </a:camera>
            <a:lightRig rig="threePt" dir="t"/>
          </a:scene3d>
          <a:sp3d>
            <a:contourClr>
              <a:sysClr val="window" lastClr="FFFFFF">
                <a:lumMod val="50000"/>
              </a:sysClr>
            </a:contourClr>
          </a:sp3d>
        </p:spPr>
        <p:txBody>
          <a:bodyPr rtlCol="0" anchor="ctr"/>
          <a:lstStyle/>
          <a:p>
            <a:pPr algn="ctr">
              <a:defRPr/>
            </a:pPr>
            <a:endParaRPr lang="zh-CN" altLang="en-US" kern="0">
              <a:solidFill>
                <a:schemeClr val="tx1"/>
              </a:solidFill>
              <a:cs typeface="+mn-ea"/>
              <a:sym typeface="+mn-lt"/>
            </a:endParaRPr>
          </a:p>
        </p:txBody>
      </p:sp>
      <p:sp>
        <p:nvSpPr>
          <p:cNvPr id="14" name="椭圆 13"/>
          <p:cNvSpPr/>
          <p:nvPr>
            <p:custDataLst>
              <p:tags r:id="rId3"/>
            </p:custDataLst>
          </p:nvPr>
        </p:nvSpPr>
        <p:spPr bwMode="auto">
          <a:xfrm>
            <a:off x="4196630" y="1927288"/>
            <a:ext cx="1435593" cy="1435596"/>
          </a:xfrm>
          <a:prstGeom prst="ellipse">
            <a:avLst/>
          </a:prstGeom>
          <a:solidFill>
            <a:schemeClr val="accent2"/>
          </a:solidFill>
          <a:ln w="6350" cap="flat" cmpd="sng" algn="ctr">
            <a:noFill/>
            <a:prstDash val="solid"/>
          </a:ln>
          <a:effectLst/>
          <a:scene3d>
            <a:camera prst="orthographicFront">
              <a:rot lat="0" lon="0" rev="0"/>
            </a:camera>
            <a:lightRig rig="glow" dir="t">
              <a:rot lat="0" lon="0" rev="14100000"/>
            </a:lightRig>
          </a:scene3d>
          <a:sp3d prstMaterial="softEdge"/>
        </p:spPr>
        <p:txBody>
          <a:bodyPr wrap="square" anchor="ctr">
            <a:normAutofit/>
          </a:bodyPr>
          <a:lstStyle/>
          <a:p>
            <a:pPr algn="ctr">
              <a:defRPr/>
            </a:pPr>
            <a:r>
              <a:rPr lang="en-US" altLang="zh-CN" sz="4265" b="1" kern="0">
                <a:solidFill>
                  <a:schemeClr val="lt1"/>
                </a:solidFill>
                <a:cs typeface="+mn-ea"/>
                <a:sym typeface="+mn-lt"/>
              </a:rPr>
              <a:t>B</a:t>
            </a:r>
            <a:endParaRPr lang="en-US" altLang="zh-CN" sz="4265" b="1" kern="0">
              <a:solidFill>
                <a:schemeClr val="lt1"/>
              </a:solidFill>
              <a:cs typeface="+mn-ea"/>
              <a:sym typeface="+mn-lt"/>
            </a:endParaRPr>
          </a:p>
        </p:txBody>
      </p:sp>
      <p:sp>
        <p:nvSpPr>
          <p:cNvPr id="16" name="TextBox 31"/>
          <p:cNvSpPr txBox="1"/>
          <p:nvPr>
            <p:custDataLst>
              <p:tags r:id="rId4"/>
            </p:custDataLst>
          </p:nvPr>
        </p:nvSpPr>
        <p:spPr>
          <a:xfrm>
            <a:off x="3968750" y="4131310"/>
            <a:ext cx="1902460" cy="145796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just">
              <a:lnSpc>
                <a:spcPct val="130000"/>
              </a:lnSpc>
            </a:pPr>
            <a:r>
              <a:rPr lang="zh-CN" altLang="en-US" sz="1600" b="1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已完成</a:t>
            </a:r>
            <a:r>
              <a:rPr lang="en-US" altLang="zh-CN" sz="1600" b="1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-</a:t>
            </a:r>
            <a:r>
              <a:rPr lang="zh-CN" altLang="en-US" sz="1600" b="1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处理入库</a:t>
            </a:r>
            <a:endParaRPr lang="zh-CN" altLang="en-US" sz="1600" b="1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pPr marL="285750" indent="-285750" algn="just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ea"/>
              </a:rPr>
              <a:t>不合格物资已处理完成，且系统验收状态显示：已完成</a:t>
            </a:r>
            <a:endParaRPr lang="zh-CN" altLang="en-US" sz="1600" b="1">
              <a:solidFill>
                <a:schemeClr val="tx1">
                  <a:lumMod val="75000"/>
                  <a:lumOff val="25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lt"/>
            </a:endParaRPr>
          </a:p>
          <a:p>
            <a:pPr indent="0" algn="just">
              <a:lnSpc>
                <a:spcPct val="130000"/>
              </a:lnSpc>
              <a:buFont typeface="Arial" panose="020B0604020202020204" pitchFamily="34" charset="0"/>
              <a:buNone/>
            </a:pPr>
            <a:endParaRPr lang="zh-CN" altLang="en-US" sz="160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8" name="椭圆 1"/>
          <p:cNvSpPr/>
          <p:nvPr/>
        </p:nvSpPr>
        <p:spPr>
          <a:xfrm>
            <a:off x="6106471" y="1412776"/>
            <a:ext cx="2094105" cy="3490175"/>
          </a:xfrm>
          <a:custGeom>
            <a:avLst/>
            <a:gdLst/>
            <a:ahLst/>
            <a:cxnLst/>
            <a:rect l="l" t="t" r="r" b="b"/>
            <a:pathLst>
              <a:path w="1728192" h="2880320">
                <a:moveTo>
                  <a:pt x="1440160" y="0"/>
                </a:moveTo>
                <a:cubicBezTo>
                  <a:pt x="1538809" y="0"/>
                  <a:pt x="1635141" y="9919"/>
                  <a:pt x="1728192" y="28922"/>
                </a:cubicBezTo>
                <a:lnTo>
                  <a:pt x="1728192" y="474350"/>
                </a:lnTo>
                <a:cubicBezTo>
                  <a:pt x="1637035" y="446650"/>
                  <a:pt x="1540303" y="432048"/>
                  <a:pt x="1440160" y="432048"/>
                </a:cubicBezTo>
                <a:cubicBezTo>
                  <a:pt x="883395" y="432048"/>
                  <a:pt x="432048" y="883395"/>
                  <a:pt x="432048" y="1440160"/>
                </a:cubicBezTo>
                <a:cubicBezTo>
                  <a:pt x="432048" y="1996925"/>
                  <a:pt x="883395" y="2448272"/>
                  <a:pt x="1440160" y="2448272"/>
                </a:cubicBezTo>
                <a:cubicBezTo>
                  <a:pt x="1540303" y="2448272"/>
                  <a:pt x="1637035" y="2433671"/>
                  <a:pt x="1728192" y="2405971"/>
                </a:cubicBezTo>
                <a:lnTo>
                  <a:pt x="1728192" y="2851399"/>
                </a:lnTo>
                <a:cubicBezTo>
                  <a:pt x="1635141" y="2870402"/>
                  <a:pt x="1538809" y="2880320"/>
                  <a:pt x="1440160" y="2880320"/>
                </a:cubicBezTo>
                <a:cubicBezTo>
                  <a:pt x="644782" y="2880320"/>
                  <a:pt x="0" y="2235538"/>
                  <a:pt x="0" y="1440160"/>
                </a:cubicBezTo>
                <a:cubicBezTo>
                  <a:pt x="0" y="644782"/>
                  <a:pt x="644782" y="0"/>
                  <a:pt x="1440160" y="0"/>
                </a:cubicBezTo>
                <a:close/>
              </a:path>
            </a:pathLst>
          </a:custGeom>
          <a:solidFill>
            <a:schemeClr val="accent1">
              <a:alpha val="44000"/>
            </a:schemeClr>
          </a:solidFill>
          <a:ln w="25400" cap="flat" cmpd="sng" algn="ctr">
            <a:noFill/>
            <a:prstDash val="solid"/>
          </a:ln>
          <a:effectLst/>
          <a:scene3d>
            <a:camera prst="isometricOffAxis1Top">
              <a:rot lat="17925621" lon="20555290" rev="1490956"/>
            </a:camera>
            <a:lightRig rig="threePt" dir="t"/>
          </a:scene3d>
          <a:sp3d>
            <a:contourClr>
              <a:sysClr val="window" lastClr="FFFFFF">
                <a:lumMod val="50000"/>
              </a:sysClr>
            </a:contourClr>
          </a:sp3d>
        </p:spPr>
        <p:txBody>
          <a:bodyPr rtlCol="0" anchor="ctr"/>
          <a:lstStyle/>
          <a:p>
            <a:pPr algn="ctr">
              <a:defRPr/>
            </a:pPr>
            <a:endParaRPr lang="zh-CN" altLang="en-US" kern="0">
              <a:solidFill>
                <a:schemeClr val="tx1"/>
              </a:solidFill>
              <a:cs typeface="+mn-ea"/>
              <a:sym typeface="+mn-lt"/>
            </a:endParaRPr>
          </a:p>
        </p:txBody>
      </p:sp>
      <p:sp>
        <p:nvSpPr>
          <p:cNvPr id="19" name="椭圆 18"/>
          <p:cNvSpPr/>
          <p:nvPr>
            <p:custDataLst>
              <p:tags r:id="rId5"/>
            </p:custDataLst>
          </p:nvPr>
        </p:nvSpPr>
        <p:spPr bwMode="auto">
          <a:xfrm>
            <a:off x="6889048" y="1927288"/>
            <a:ext cx="1435593" cy="1435596"/>
          </a:xfrm>
          <a:prstGeom prst="ellipse">
            <a:avLst/>
          </a:prstGeom>
          <a:solidFill>
            <a:schemeClr val="accent1"/>
          </a:solidFill>
          <a:ln w="6350" cap="flat" cmpd="sng" algn="ctr">
            <a:noFill/>
            <a:prstDash val="solid"/>
          </a:ln>
          <a:effectLst/>
          <a:scene3d>
            <a:camera prst="orthographicFront">
              <a:rot lat="0" lon="0" rev="0"/>
            </a:camera>
            <a:lightRig rig="glow" dir="t">
              <a:rot lat="0" lon="0" rev="14100000"/>
            </a:lightRig>
          </a:scene3d>
          <a:sp3d prstMaterial="softEdge"/>
        </p:spPr>
        <p:txBody>
          <a:bodyPr wrap="square" anchor="ctr">
            <a:normAutofit/>
          </a:bodyPr>
          <a:lstStyle/>
          <a:p>
            <a:pPr algn="ctr">
              <a:defRPr/>
            </a:pPr>
            <a:r>
              <a:rPr lang="en-US" altLang="zh-CN" sz="4265" b="1" kern="0">
                <a:solidFill>
                  <a:schemeClr val="lt1"/>
                </a:solidFill>
                <a:cs typeface="+mn-ea"/>
                <a:sym typeface="+mn-lt"/>
              </a:rPr>
              <a:t>C</a:t>
            </a:r>
            <a:endParaRPr lang="en-US" altLang="zh-CN" sz="4265" b="1" kern="0">
              <a:solidFill>
                <a:schemeClr val="lt1"/>
              </a:solidFill>
              <a:cs typeface="+mn-ea"/>
              <a:sym typeface="+mn-lt"/>
            </a:endParaRPr>
          </a:p>
        </p:txBody>
      </p:sp>
      <p:sp>
        <p:nvSpPr>
          <p:cNvPr id="21" name="TextBox 31"/>
          <p:cNvSpPr txBox="1"/>
          <p:nvPr>
            <p:custDataLst>
              <p:tags r:id="rId6"/>
            </p:custDataLst>
          </p:nvPr>
        </p:nvSpPr>
        <p:spPr>
          <a:xfrm>
            <a:off x="6568440" y="4131310"/>
            <a:ext cx="2160270" cy="1370965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600" b="1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已完成</a:t>
            </a:r>
            <a:r>
              <a:rPr lang="en-US" altLang="zh-CN" sz="1600" b="1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-</a:t>
            </a:r>
            <a:r>
              <a:rPr lang="zh-CN" altLang="en-US" sz="1600" b="1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需求计划取消</a:t>
            </a:r>
            <a:endParaRPr lang="en-US" altLang="zh-CN" sz="1600" b="1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ea"/>
              </a:rPr>
              <a:t>采购取消，且对应的需求计划澄清取消</a:t>
            </a:r>
            <a:endParaRPr lang="zh-CN" altLang="en-US" sz="16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ea"/>
            </a:endParaRPr>
          </a:p>
        </p:txBody>
      </p:sp>
      <p:sp>
        <p:nvSpPr>
          <p:cNvPr id="23" name="椭圆 1"/>
          <p:cNvSpPr/>
          <p:nvPr/>
        </p:nvSpPr>
        <p:spPr>
          <a:xfrm>
            <a:off x="8932072" y="1412776"/>
            <a:ext cx="2094105" cy="3490175"/>
          </a:xfrm>
          <a:custGeom>
            <a:avLst/>
            <a:gdLst/>
            <a:ahLst/>
            <a:cxnLst/>
            <a:rect l="l" t="t" r="r" b="b"/>
            <a:pathLst>
              <a:path w="1728192" h="2880320">
                <a:moveTo>
                  <a:pt x="1440160" y="0"/>
                </a:moveTo>
                <a:cubicBezTo>
                  <a:pt x="1538809" y="0"/>
                  <a:pt x="1635141" y="9919"/>
                  <a:pt x="1728192" y="28922"/>
                </a:cubicBezTo>
                <a:lnTo>
                  <a:pt x="1728192" y="474350"/>
                </a:lnTo>
                <a:cubicBezTo>
                  <a:pt x="1637035" y="446650"/>
                  <a:pt x="1540303" y="432048"/>
                  <a:pt x="1440160" y="432048"/>
                </a:cubicBezTo>
                <a:cubicBezTo>
                  <a:pt x="883395" y="432048"/>
                  <a:pt x="432048" y="883395"/>
                  <a:pt x="432048" y="1440160"/>
                </a:cubicBezTo>
                <a:cubicBezTo>
                  <a:pt x="432048" y="1996925"/>
                  <a:pt x="883395" y="2448272"/>
                  <a:pt x="1440160" y="2448272"/>
                </a:cubicBezTo>
                <a:cubicBezTo>
                  <a:pt x="1540303" y="2448272"/>
                  <a:pt x="1637035" y="2433671"/>
                  <a:pt x="1728192" y="2405971"/>
                </a:cubicBezTo>
                <a:lnTo>
                  <a:pt x="1728192" y="2851399"/>
                </a:lnTo>
                <a:cubicBezTo>
                  <a:pt x="1635141" y="2870402"/>
                  <a:pt x="1538809" y="2880320"/>
                  <a:pt x="1440160" y="2880320"/>
                </a:cubicBezTo>
                <a:cubicBezTo>
                  <a:pt x="644782" y="2880320"/>
                  <a:pt x="0" y="2235538"/>
                  <a:pt x="0" y="1440160"/>
                </a:cubicBezTo>
                <a:cubicBezTo>
                  <a:pt x="0" y="644782"/>
                  <a:pt x="644782" y="0"/>
                  <a:pt x="1440160" y="0"/>
                </a:cubicBezTo>
                <a:close/>
              </a:path>
            </a:pathLst>
          </a:custGeom>
          <a:solidFill>
            <a:schemeClr val="accent1">
              <a:alpha val="44000"/>
            </a:schemeClr>
          </a:solidFill>
          <a:ln w="25400" cap="flat" cmpd="sng" algn="ctr">
            <a:noFill/>
            <a:prstDash val="solid"/>
          </a:ln>
          <a:effectLst/>
          <a:scene3d>
            <a:camera prst="isometricOffAxis1Top">
              <a:rot lat="17925621" lon="20555290" rev="1490956"/>
            </a:camera>
            <a:lightRig rig="threePt" dir="t"/>
          </a:scene3d>
          <a:sp3d>
            <a:contourClr>
              <a:sysClr val="window" lastClr="FFFFFF">
                <a:lumMod val="50000"/>
              </a:sysClr>
            </a:contourClr>
          </a:sp3d>
        </p:spPr>
        <p:txBody>
          <a:bodyPr rtlCol="0" anchor="ctr"/>
          <a:lstStyle/>
          <a:p>
            <a:pPr algn="ctr">
              <a:defRPr/>
            </a:pPr>
            <a:endParaRPr lang="zh-CN" altLang="en-US" kern="0">
              <a:solidFill>
                <a:schemeClr val="tx1"/>
              </a:solidFill>
              <a:cs typeface="+mn-ea"/>
              <a:sym typeface="+mn-lt"/>
            </a:endParaRPr>
          </a:p>
        </p:txBody>
      </p:sp>
      <p:sp>
        <p:nvSpPr>
          <p:cNvPr id="24" name="椭圆 23"/>
          <p:cNvSpPr/>
          <p:nvPr>
            <p:custDataLst>
              <p:tags r:id="rId7"/>
            </p:custDataLst>
          </p:nvPr>
        </p:nvSpPr>
        <p:spPr bwMode="auto">
          <a:xfrm>
            <a:off x="9714650" y="1927288"/>
            <a:ext cx="1435593" cy="1435596"/>
          </a:xfrm>
          <a:prstGeom prst="ellipse">
            <a:avLst/>
          </a:prstGeom>
          <a:solidFill>
            <a:schemeClr val="accent2"/>
          </a:solidFill>
          <a:ln w="6350" cap="flat" cmpd="sng" algn="ctr">
            <a:noFill/>
            <a:prstDash val="solid"/>
          </a:ln>
          <a:effectLst/>
          <a:scene3d>
            <a:camera prst="orthographicFront">
              <a:rot lat="0" lon="0" rev="0"/>
            </a:camera>
            <a:lightRig rig="glow" dir="t">
              <a:rot lat="0" lon="0" rev="14100000"/>
            </a:lightRig>
          </a:scene3d>
          <a:sp3d prstMaterial="softEdge"/>
        </p:spPr>
        <p:txBody>
          <a:bodyPr wrap="square" anchor="ctr">
            <a:normAutofit/>
          </a:bodyPr>
          <a:lstStyle/>
          <a:p>
            <a:pPr algn="ctr">
              <a:defRPr/>
            </a:pPr>
            <a:r>
              <a:rPr lang="en-US" altLang="zh-CN" sz="4265" b="1" kern="0">
                <a:solidFill>
                  <a:schemeClr val="lt1"/>
                </a:solidFill>
                <a:cs typeface="+mn-ea"/>
                <a:sym typeface="+mn-lt"/>
              </a:rPr>
              <a:t>D</a:t>
            </a:r>
            <a:endParaRPr lang="en-US" altLang="zh-CN" sz="4265" b="1" kern="0">
              <a:solidFill>
                <a:schemeClr val="lt1"/>
              </a:solidFill>
              <a:cs typeface="+mn-ea"/>
              <a:sym typeface="+mn-lt"/>
            </a:endParaRPr>
          </a:p>
        </p:txBody>
      </p:sp>
      <p:sp>
        <p:nvSpPr>
          <p:cNvPr id="26" name="TextBox 31"/>
          <p:cNvSpPr txBox="1"/>
          <p:nvPr>
            <p:custDataLst>
              <p:tags r:id="rId8"/>
            </p:custDataLst>
          </p:nvPr>
        </p:nvSpPr>
        <p:spPr>
          <a:xfrm>
            <a:off x="9425940" y="4131310"/>
            <a:ext cx="2207260" cy="2011045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just">
              <a:lnSpc>
                <a:spcPct val="130000"/>
              </a:lnSpc>
            </a:pPr>
            <a:r>
              <a:rPr lang="zh-CN" altLang="en-US" sz="1600" b="1">
                <a:solidFill>
                  <a:schemeClr val="tx1">
                    <a:lumMod val="75000"/>
                    <a:lumOff val="25000"/>
                  </a:schemeClr>
                </a:solidFill>
                <a:cs typeface="微软雅黑" panose="020B0503020204020204" pitchFamily="34" charset="-122"/>
                <a:sym typeface="+mn-lt"/>
              </a:rPr>
              <a:t>已完成</a:t>
            </a:r>
            <a:r>
              <a:rPr lang="en-US" altLang="zh-CN" sz="1600" b="1">
                <a:solidFill>
                  <a:schemeClr val="tx1">
                    <a:lumMod val="75000"/>
                    <a:lumOff val="25000"/>
                  </a:schemeClr>
                </a:solidFill>
                <a:cs typeface="微软雅黑" panose="020B0503020204020204" pitchFamily="34" charset="-122"/>
                <a:sym typeface="+mn-lt"/>
              </a:rPr>
              <a:t>-</a:t>
            </a:r>
            <a:r>
              <a:rPr lang="zh-CN" altLang="en-US" sz="1600" b="1">
                <a:solidFill>
                  <a:schemeClr val="tx1">
                    <a:lumMod val="75000"/>
                    <a:lumOff val="25000"/>
                  </a:schemeClr>
                </a:solidFill>
                <a:cs typeface="微软雅黑" panose="020B0503020204020204" pitchFamily="34" charset="-122"/>
                <a:sym typeface="+mn-lt"/>
              </a:rPr>
              <a:t>历史处理记录重复</a:t>
            </a:r>
            <a:endParaRPr lang="en-US" altLang="zh-CN" sz="1600">
              <a:solidFill>
                <a:schemeClr val="tx1">
                  <a:lumMod val="75000"/>
                  <a:lumOff val="25000"/>
                </a:schemeClr>
              </a:solidFill>
              <a:cs typeface="微软雅黑" panose="020B0503020204020204" pitchFamily="34" charset="-122"/>
              <a:sym typeface="+mn-lt"/>
            </a:endParaRPr>
          </a:p>
          <a:p>
            <a:pPr marL="285750" indent="-285750" algn="just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ea"/>
              </a:rPr>
              <a:t>不合格物资处理完成后，重新预约送货，再次判定为不合格物资</a:t>
            </a:r>
            <a:endParaRPr lang="zh-CN" altLang="en-US" sz="16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ea"/>
            </a:endParaRPr>
          </a:p>
        </p:txBody>
      </p:sp>
      <p:grpSp>
        <p:nvGrpSpPr>
          <p:cNvPr id="78" name="Group 25"/>
          <p:cNvGrpSpPr/>
          <p:nvPr/>
        </p:nvGrpSpPr>
        <p:grpSpPr>
          <a:xfrm>
            <a:off x="2439000" y="6672336"/>
            <a:ext cx="9753600" cy="194200"/>
            <a:chOff x="2052320" y="3474720"/>
            <a:chExt cx="8209280" cy="71120"/>
          </a:xfrm>
          <a:solidFill>
            <a:schemeClr val="accent2"/>
          </a:solidFill>
        </p:grpSpPr>
        <p:sp>
          <p:nvSpPr>
            <p:cNvPr id="86" name="Rectangle 27"/>
            <p:cNvSpPr/>
            <p:nvPr>
              <p:custDataLst>
                <p:tags r:id="rId9"/>
              </p:custDataLst>
            </p:nvPr>
          </p:nvSpPr>
          <p:spPr>
            <a:xfrm>
              <a:off x="2052320" y="3474720"/>
              <a:ext cx="2052320" cy="71120"/>
            </a:xfrm>
            <a:prstGeom prst="rect">
              <a:avLst/>
            </a:prstGeom>
            <a:grp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>
                <a:solidFill>
                  <a:schemeClr val="accent5">
                    <a:lumMod val="20000"/>
                    <a:lumOff val="80000"/>
                    <a:hueOff val="10800000"/>
                  </a:schemeClr>
                </a:solidFill>
              </a:endParaRPr>
            </a:p>
          </p:txBody>
        </p:sp>
        <p:sp>
          <p:nvSpPr>
            <p:cNvPr id="87" name="Rectangle 28"/>
            <p:cNvSpPr/>
            <p:nvPr>
              <p:custDataLst>
                <p:tags r:id="rId10"/>
              </p:custDataLst>
            </p:nvPr>
          </p:nvSpPr>
          <p:spPr>
            <a:xfrm>
              <a:off x="4104640" y="3474720"/>
              <a:ext cx="2052320" cy="71120"/>
            </a:xfrm>
            <a:prstGeom prst="rect">
              <a:avLst/>
            </a:prstGeom>
            <a:grp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>
                <a:solidFill>
                  <a:schemeClr val="accent5">
                    <a:lumMod val="20000"/>
                    <a:lumOff val="80000"/>
                    <a:hueOff val="10800000"/>
                  </a:schemeClr>
                </a:solidFill>
              </a:endParaRPr>
            </a:p>
          </p:txBody>
        </p:sp>
        <p:sp>
          <p:nvSpPr>
            <p:cNvPr id="88" name="Rectangle 29"/>
            <p:cNvSpPr/>
            <p:nvPr>
              <p:custDataLst>
                <p:tags r:id="rId11"/>
              </p:custDataLst>
            </p:nvPr>
          </p:nvSpPr>
          <p:spPr>
            <a:xfrm>
              <a:off x="6156960" y="3474720"/>
              <a:ext cx="2052320" cy="71120"/>
            </a:xfrm>
            <a:prstGeom prst="rect">
              <a:avLst/>
            </a:prstGeom>
            <a:grp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>
                <a:solidFill>
                  <a:schemeClr val="accent5">
                    <a:lumMod val="20000"/>
                    <a:lumOff val="80000"/>
                    <a:hueOff val="10800000"/>
                  </a:schemeClr>
                </a:solidFill>
              </a:endParaRPr>
            </a:p>
          </p:txBody>
        </p:sp>
        <p:sp>
          <p:nvSpPr>
            <p:cNvPr id="89" name="Rectangle 30"/>
            <p:cNvSpPr/>
            <p:nvPr>
              <p:custDataLst>
                <p:tags r:id="rId12"/>
              </p:custDataLst>
            </p:nvPr>
          </p:nvSpPr>
          <p:spPr>
            <a:xfrm>
              <a:off x="8209280" y="3474720"/>
              <a:ext cx="2052320" cy="71120"/>
            </a:xfrm>
            <a:prstGeom prst="rect">
              <a:avLst/>
            </a:prstGeom>
            <a:grp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>
                <a:solidFill>
                  <a:schemeClr val="accent5">
                    <a:lumMod val="20000"/>
                    <a:lumOff val="80000"/>
                    <a:hueOff val="10800000"/>
                  </a:schemeClr>
                </a:solidFill>
              </a:endParaRPr>
            </a:p>
          </p:txBody>
        </p:sp>
      </p:grpSp>
      <p:sp>
        <p:nvSpPr>
          <p:cNvPr id="3" name="标题 2"/>
          <p:cNvSpPr>
            <a:spLocks noGrp="1"/>
          </p:cNvSpPr>
          <p:nvPr>
            <p:ph type="title"/>
            <p:custDataLst>
              <p:tags r:id="rId13"/>
            </p:custDataLst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pPr lvl="0" algn="l">
              <a:buClrTx/>
              <a:buSzTx/>
              <a:buFontTx/>
            </a:pPr>
            <a:r>
              <a:rPr lang="zh-CN" altLang="en-US">
                <a:sym typeface="+mn-ea"/>
              </a:rPr>
              <a:t>处理结果</a:t>
            </a:r>
            <a:endParaRPr lang="zh-CN" altLang="en-US">
              <a:sym typeface="+mn-ea"/>
            </a:endParaRPr>
          </a:p>
        </p:txBody>
      </p:sp>
    </p:spTree>
    <p:custDataLst>
      <p:tags r:id="rId14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ldLvl="0" animBg="1"/>
      <p:bldP spid="11" grpId="0"/>
      <p:bldP spid="13" grpId="0" bldLvl="0" animBg="1"/>
      <p:bldP spid="16" grpId="0"/>
      <p:bldP spid="18" grpId="0" bldLvl="0" animBg="1"/>
      <p:bldP spid="21" grpId="0"/>
      <p:bldP spid="23" grpId="0" bldLvl="0" animBg="1"/>
      <p:bldP spid="26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00000"/>
            </a:pPr>
            <a:r>
              <a:rPr lang="zh-CN" altLang="en-US" sz="5400" dirty="0">
                <a:sym typeface="微软雅黑" panose="020B0503020204020204" pitchFamily="34" charset="-122"/>
              </a:rPr>
              <a:t>不合格台账更新</a:t>
            </a:r>
            <a:endParaRPr lang="zh-CN" altLang="en-US" sz="5400" dirty="0">
              <a:sym typeface="微软雅黑" panose="020B0503020204020204" pitchFamily="34" charset="-122"/>
            </a:endParaRPr>
          </a:p>
        </p:txBody>
      </p:sp>
      <p:sp>
        <p:nvSpPr>
          <p:cNvPr id="8" name="文本占位符 7"/>
          <p:cNvSpPr>
            <a:spLocks noGrp="1"/>
          </p:cNvSpPr>
          <p:nvPr>
            <p:ph type="body" idx="13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en-US" altLang="zh-CN"/>
              <a:t>04</a:t>
            </a:r>
            <a:endParaRPr lang="en-US" altLang="zh-CN"/>
          </a:p>
        </p:txBody>
      </p:sp>
    </p:spTree>
    <p:custDataLst>
      <p:tags r:id="rId3"/>
    </p:custDataLst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/>
          <p:cNvGrpSpPr/>
          <p:nvPr>
            <p:custDataLst>
              <p:tags r:id="rId1"/>
            </p:custDataLst>
          </p:nvPr>
        </p:nvGrpSpPr>
        <p:grpSpPr>
          <a:xfrm>
            <a:off x="620739" y="3173093"/>
            <a:ext cx="2442632" cy="1310328"/>
            <a:chOff x="502328" y="2091788"/>
            <a:chExt cx="1831974" cy="982746"/>
          </a:xfr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0"/>
          </a:gradFill>
        </p:grpSpPr>
        <p:sp>
          <p:nvSpPr>
            <p:cNvPr id="9" name="平行四边形 8"/>
            <p:cNvSpPr/>
            <p:nvPr>
              <p:custDataLst>
                <p:tags r:id="rId2"/>
              </p:custDataLst>
            </p:nvPr>
          </p:nvSpPr>
          <p:spPr>
            <a:xfrm>
              <a:off x="502328" y="2091788"/>
              <a:ext cx="1831974" cy="493702"/>
            </a:xfrm>
            <a:prstGeom prst="parallelogram">
              <a:avLst>
                <a:gd name="adj" fmla="val 81718"/>
              </a:avLst>
            </a:prstGeom>
            <a:solidFill>
              <a:schemeClr val="accent1"/>
            </a:solidFill>
            <a:ln w="349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/>
            <a:lstStyle/>
            <a:p>
              <a:pPr algn="ctr" eaLnBrk="1" fontAlgn="auto" hangingPunct="1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2665">
                  <a:solidFill>
                    <a:srgbClr val="FFFFFF"/>
                  </a:solidFill>
                </a:rPr>
                <a:t>01</a:t>
              </a:r>
              <a:endParaRPr lang="en-US" sz="2665">
                <a:solidFill>
                  <a:srgbClr val="FFFFFF"/>
                </a:solidFill>
              </a:endParaRPr>
            </a:p>
          </p:txBody>
        </p:sp>
        <p:sp>
          <p:nvSpPr>
            <p:cNvPr id="10" name="平行四边形 9"/>
            <p:cNvSpPr/>
            <p:nvPr>
              <p:custDataLst>
                <p:tags r:id="rId3"/>
              </p:custDataLst>
            </p:nvPr>
          </p:nvSpPr>
          <p:spPr>
            <a:xfrm flipH="1">
              <a:off x="502328" y="2580832"/>
              <a:ext cx="1831974" cy="493702"/>
            </a:xfrm>
            <a:prstGeom prst="parallelogram">
              <a:avLst>
                <a:gd name="adj" fmla="val 81718"/>
              </a:avLst>
            </a:prstGeom>
            <a:solidFill>
              <a:schemeClr val="accent1"/>
            </a:solidFill>
            <a:ln w="349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/>
            <a:lstStyle/>
            <a:p>
              <a:pPr algn="ctr" eaLnBrk="1" fontAlgn="auto" hangingPunct="1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zh-CN" altLang="en-US">
                  <a:solidFill>
                    <a:srgbClr val="FFFFFF"/>
                  </a:solidFill>
                </a:rPr>
                <a:t>初步判定处理方式</a:t>
              </a:r>
              <a:endParaRPr lang="zh-CN" altLang="en-US">
                <a:solidFill>
                  <a:srgbClr val="FFFFFF"/>
                </a:solidFill>
              </a:endParaRPr>
            </a:p>
          </p:txBody>
        </p:sp>
      </p:grpSp>
      <p:sp>
        <p:nvSpPr>
          <p:cNvPr id="6" name="内容占位符 5"/>
          <p:cNvSpPr>
            <a:spLocks noGrp="1"/>
          </p:cNvSpPr>
          <p:nvPr>
            <p:ph idx="1"/>
            <p:custDataLst>
              <p:tags r:id="rId4"/>
            </p:custDataLst>
          </p:nvPr>
        </p:nvSpPr>
        <p:spPr/>
        <p:txBody>
          <a:bodyPr/>
          <a:p>
            <a:pPr>
              <a:buNone/>
            </a:pPr>
            <a:r>
              <a:rPr lang="en-US" altLang="zh-CN"/>
              <a:t> </a:t>
            </a:r>
            <a:endParaRPr lang="en-US" altLang="zh-CN"/>
          </a:p>
        </p:txBody>
      </p:sp>
      <p:grpSp>
        <p:nvGrpSpPr>
          <p:cNvPr id="11" name="组合 10"/>
          <p:cNvGrpSpPr/>
          <p:nvPr>
            <p:custDataLst>
              <p:tags r:id="rId5"/>
            </p:custDataLst>
          </p:nvPr>
        </p:nvGrpSpPr>
        <p:grpSpPr>
          <a:xfrm>
            <a:off x="2709916" y="3173093"/>
            <a:ext cx="2439871" cy="1310328"/>
            <a:chOff x="2079688" y="2091788"/>
            <a:chExt cx="1829903" cy="982746"/>
          </a:xfr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0"/>
          </a:gradFill>
        </p:grpSpPr>
        <p:sp>
          <p:nvSpPr>
            <p:cNvPr id="12" name="平行四边形 11"/>
            <p:cNvSpPr/>
            <p:nvPr>
              <p:custDataLst>
                <p:tags r:id="rId6"/>
              </p:custDataLst>
            </p:nvPr>
          </p:nvSpPr>
          <p:spPr>
            <a:xfrm>
              <a:off x="2079688" y="2091788"/>
              <a:ext cx="1829903" cy="493702"/>
            </a:xfrm>
            <a:prstGeom prst="parallelogram">
              <a:avLst>
                <a:gd name="adj" fmla="val 81718"/>
              </a:avLst>
            </a:prstGeom>
            <a:solidFill>
              <a:schemeClr val="accent1"/>
            </a:solidFill>
            <a:ln w="349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/>
            <a:lstStyle/>
            <a:p>
              <a:pPr algn="ctr" eaLnBrk="1" fontAlgn="auto" hangingPunct="1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2665">
                  <a:solidFill>
                    <a:schemeClr val="lt1"/>
                  </a:solidFill>
                </a:rPr>
                <a:t>02</a:t>
              </a:r>
              <a:endParaRPr lang="en-US" sz="2665">
                <a:solidFill>
                  <a:schemeClr val="lt1"/>
                </a:solidFill>
              </a:endParaRPr>
            </a:p>
          </p:txBody>
        </p:sp>
        <p:sp>
          <p:nvSpPr>
            <p:cNvPr id="13" name="平行四边形 12"/>
            <p:cNvSpPr/>
            <p:nvPr>
              <p:custDataLst>
                <p:tags r:id="rId7"/>
              </p:custDataLst>
            </p:nvPr>
          </p:nvSpPr>
          <p:spPr>
            <a:xfrm flipH="1">
              <a:off x="2079688" y="2580832"/>
              <a:ext cx="1829903" cy="493702"/>
            </a:xfrm>
            <a:prstGeom prst="parallelogram">
              <a:avLst>
                <a:gd name="adj" fmla="val 81718"/>
              </a:avLst>
            </a:prstGeom>
            <a:solidFill>
              <a:schemeClr val="accent1"/>
            </a:solidFill>
            <a:ln w="349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/>
            <a:lstStyle/>
            <a:p>
              <a:pPr algn="ctr" eaLnBrk="1" fontAlgn="auto" hangingPunct="1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zh-CN" altLang="en-US" sz="1800">
                  <a:solidFill>
                    <a:srgbClr val="FFFFFF"/>
                  </a:solidFill>
                  <a:sym typeface="+mn-ea"/>
                </a:rPr>
                <a:t>更新上周处理进度</a:t>
              </a:r>
              <a:endParaRPr lang="zh-CN" altLang="en-US" sz="1800">
                <a:solidFill>
                  <a:srgbClr val="FFFFFF"/>
                </a:solidFill>
                <a:sym typeface="+mn-ea"/>
              </a:endParaRPr>
            </a:p>
          </p:txBody>
        </p:sp>
      </p:grpSp>
      <p:grpSp>
        <p:nvGrpSpPr>
          <p:cNvPr id="14" name="组合 13"/>
          <p:cNvGrpSpPr/>
          <p:nvPr>
            <p:custDataLst>
              <p:tags r:id="rId8"/>
            </p:custDataLst>
          </p:nvPr>
        </p:nvGrpSpPr>
        <p:grpSpPr>
          <a:xfrm>
            <a:off x="4827032" y="3173093"/>
            <a:ext cx="2439871" cy="1310328"/>
            <a:chOff x="3657048" y="2091788"/>
            <a:chExt cx="1829903" cy="982746"/>
          </a:xfr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0"/>
          </a:gradFill>
        </p:grpSpPr>
        <p:sp>
          <p:nvSpPr>
            <p:cNvPr id="15" name="平行四边形 14"/>
            <p:cNvSpPr/>
            <p:nvPr>
              <p:custDataLst>
                <p:tags r:id="rId9"/>
              </p:custDataLst>
            </p:nvPr>
          </p:nvSpPr>
          <p:spPr>
            <a:xfrm>
              <a:off x="3657048" y="2091788"/>
              <a:ext cx="1829903" cy="493702"/>
            </a:xfrm>
            <a:prstGeom prst="parallelogram">
              <a:avLst>
                <a:gd name="adj" fmla="val 81718"/>
              </a:avLst>
            </a:prstGeom>
            <a:solidFill>
              <a:schemeClr val="accent1"/>
            </a:solidFill>
            <a:ln w="349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/>
            <a:lstStyle/>
            <a:p>
              <a:pPr algn="ctr" eaLnBrk="1" fontAlgn="auto" hangingPunct="1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2665">
                  <a:solidFill>
                    <a:schemeClr val="lt1"/>
                  </a:solidFill>
                </a:rPr>
                <a:t>03</a:t>
              </a:r>
              <a:endParaRPr lang="en-US" sz="2665">
                <a:solidFill>
                  <a:schemeClr val="lt1"/>
                </a:solidFill>
              </a:endParaRPr>
            </a:p>
          </p:txBody>
        </p:sp>
        <p:sp>
          <p:nvSpPr>
            <p:cNvPr id="16" name="平行四边形 15"/>
            <p:cNvSpPr/>
            <p:nvPr>
              <p:custDataLst>
                <p:tags r:id="rId10"/>
              </p:custDataLst>
            </p:nvPr>
          </p:nvSpPr>
          <p:spPr>
            <a:xfrm flipH="1">
              <a:off x="3657048" y="2580832"/>
              <a:ext cx="1829903" cy="493702"/>
            </a:xfrm>
            <a:prstGeom prst="parallelogram">
              <a:avLst>
                <a:gd name="adj" fmla="val 81718"/>
              </a:avLst>
            </a:prstGeom>
            <a:solidFill>
              <a:schemeClr val="accent1"/>
            </a:solidFill>
            <a:ln w="349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/>
            <a:lstStyle/>
            <a:p>
              <a:pPr algn="ctr" eaLnBrk="1" fontAlgn="auto" hangingPunct="1">
                <a:buClrTx/>
                <a:buSzTx/>
                <a:buFontTx/>
                <a:defRPr/>
              </a:pPr>
              <a:r>
                <a:rPr lang="zh-CN" altLang="en-US" sz="1800">
                  <a:solidFill>
                    <a:srgbClr val="FFFFFF"/>
                  </a:solidFill>
                  <a:sym typeface="+mn-ea"/>
                </a:rPr>
                <a:t>判定处理是否已完成</a:t>
              </a:r>
              <a:endParaRPr lang="zh-CN" altLang="en-US" sz="1800">
                <a:solidFill>
                  <a:srgbClr val="FFFFFF"/>
                </a:solidFill>
                <a:sym typeface="+mn-ea"/>
              </a:endParaRPr>
            </a:p>
          </p:txBody>
        </p:sp>
      </p:grpSp>
      <p:grpSp>
        <p:nvGrpSpPr>
          <p:cNvPr id="17" name="组合 16"/>
          <p:cNvGrpSpPr/>
          <p:nvPr>
            <p:custDataLst>
              <p:tags r:id="rId11"/>
            </p:custDataLst>
          </p:nvPr>
        </p:nvGrpSpPr>
        <p:grpSpPr>
          <a:xfrm>
            <a:off x="6930179" y="3173093"/>
            <a:ext cx="2439871" cy="1310328"/>
            <a:chOff x="5234408" y="2091788"/>
            <a:chExt cx="1829903" cy="982746"/>
          </a:xfr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0"/>
          </a:gradFill>
        </p:grpSpPr>
        <p:sp>
          <p:nvSpPr>
            <p:cNvPr id="18" name="平行四边形 17"/>
            <p:cNvSpPr/>
            <p:nvPr>
              <p:custDataLst>
                <p:tags r:id="rId12"/>
              </p:custDataLst>
            </p:nvPr>
          </p:nvSpPr>
          <p:spPr>
            <a:xfrm>
              <a:off x="5234408" y="2091788"/>
              <a:ext cx="1829903" cy="493702"/>
            </a:xfrm>
            <a:prstGeom prst="parallelogram">
              <a:avLst>
                <a:gd name="adj" fmla="val 81718"/>
              </a:avLst>
            </a:prstGeom>
            <a:solidFill>
              <a:schemeClr val="accent1"/>
            </a:solidFill>
            <a:ln w="349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/>
            <a:lstStyle/>
            <a:p>
              <a:pPr algn="ctr" eaLnBrk="1" fontAlgn="auto" hangingPunct="1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2665">
                  <a:solidFill>
                    <a:schemeClr val="lt1"/>
                  </a:solidFill>
                </a:rPr>
                <a:t>04</a:t>
              </a:r>
              <a:endParaRPr lang="en-US" sz="2665">
                <a:solidFill>
                  <a:schemeClr val="lt1"/>
                </a:solidFill>
              </a:endParaRPr>
            </a:p>
          </p:txBody>
        </p:sp>
        <p:sp>
          <p:nvSpPr>
            <p:cNvPr id="19" name="平行四边形 18"/>
            <p:cNvSpPr/>
            <p:nvPr>
              <p:custDataLst>
                <p:tags r:id="rId13"/>
              </p:custDataLst>
            </p:nvPr>
          </p:nvSpPr>
          <p:spPr>
            <a:xfrm flipH="1">
              <a:off x="5234408" y="2580832"/>
              <a:ext cx="1829903" cy="493702"/>
            </a:xfrm>
            <a:prstGeom prst="parallelogram">
              <a:avLst>
                <a:gd name="adj" fmla="val 81718"/>
              </a:avLst>
            </a:prstGeom>
            <a:solidFill>
              <a:schemeClr val="accent1"/>
            </a:solidFill>
            <a:ln w="349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anchor="ctr">
              <a:normAutofit/>
            </a:bodyPr>
            <a:lstStyle/>
            <a:p>
              <a:pPr algn="ctr" eaLnBrk="1" fontAlgn="auto" hangingPunct="1">
                <a:buClrTx/>
                <a:buSzTx/>
                <a:buFontTx/>
                <a:defRPr/>
              </a:pPr>
              <a:r>
                <a:rPr lang="zh-CN" altLang="en-US" sz="1800">
                  <a:solidFill>
                    <a:schemeClr val="lt1"/>
                  </a:solidFill>
                  <a:sym typeface="+mn-ea"/>
                </a:rPr>
                <a:t>核查异常项</a:t>
              </a:r>
              <a:endParaRPr lang="zh-CN" altLang="en-US" sz="1800">
                <a:solidFill>
                  <a:schemeClr val="lt1"/>
                </a:solidFill>
                <a:sym typeface="+mn-ea"/>
              </a:endParaRPr>
            </a:p>
          </p:txBody>
        </p:sp>
      </p:grpSp>
      <p:grpSp>
        <p:nvGrpSpPr>
          <p:cNvPr id="20" name="组合 19"/>
          <p:cNvGrpSpPr/>
          <p:nvPr>
            <p:custDataLst>
              <p:tags r:id="rId14"/>
            </p:custDataLst>
          </p:nvPr>
        </p:nvGrpSpPr>
        <p:grpSpPr>
          <a:xfrm>
            <a:off x="9030568" y="3173093"/>
            <a:ext cx="2442629" cy="1310328"/>
            <a:chOff x="6809700" y="2091788"/>
            <a:chExt cx="1831972" cy="982746"/>
          </a:xfr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0"/>
          </a:gradFill>
        </p:grpSpPr>
        <p:sp>
          <p:nvSpPr>
            <p:cNvPr id="21" name="平行四边形 20"/>
            <p:cNvSpPr/>
            <p:nvPr>
              <p:custDataLst>
                <p:tags r:id="rId15"/>
              </p:custDataLst>
            </p:nvPr>
          </p:nvSpPr>
          <p:spPr>
            <a:xfrm>
              <a:off x="6809700" y="2091788"/>
              <a:ext cx="1831972" cy="493702"/>
            </a:xfrm>
            <a:prstGeom prst="parallelogram">
              <a:avLst>
                <a:gd name="adj" fmla="val 81718"/>
              </a:avLst>
            </a:prstGeom>
            <a:solidFill>
              <a:schemeClr val="accent1"/>
            </a:solidFill>
            <a:ln w="349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/>
            <a:lstStyle/>
            <a:p>
              <a:pPr algn="ctr" eaLnBrk="1" fontAlgn="auto" hangingPunct="1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2665">
                  <a:solidFill>
                    <a:schemeClr val="lt1"/>
                  </a:solidFill>
                </a:rPr>
                <a:t>05</a:t>
              </a:r>
              <a:endParaRPr lang="en-US" sz="2665">
                <a:solidFill>
                  <a:schemeClr val="lt1"/>
                </a:solidFill>
              </a:endParaRPr>
            </a:p>
          </p:txBody>
        </p:sp>
        <p:sp>
          <p:nvSpPr>
            <p:cNvPr id="22" name="平行四边形 21"/>
            <p:cNvSpPr/>
            <p:nvPr>
              <p:custDataLst>
                <p:tags r:id="rId16"/>
              </p:custDataLst>
            </p:nvPr>
          </p:nvSpPr>
          <p:spPr>
            <a:xfrm flipH="1">
              <a:off x="6809700" y="2580832"/>
              <a:ext cx="1831972" cy="493702"/>
            </a:xfrm>
            <a:prstGeom prst="parallelogram">
              <a:avLst>
                <a:gd name="adj" fmla="val 81718"/>
              </a:avLst>
            </a:prstGeom>
            <a:solidFill>
              <a:schemeClr val="accent1"/>
            </a:solidFill>
            <a:ln w="349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anchor="ctr">
              <a:normAutofit/>
            </a:bodyPr>
            <a:lstStyle/>
            <a:p>
              <a:pPr algn="ctr" eaLnBrk="1" fontAlgn="auto" hangingPunct="1">
                <a:buClrTx/>
                <a:buSzTx/>
                <a:buFontTx/>
                <a:defRPr/>
              </a:pPr>
              <a:r>
                <a:rPr lang="zh-CN" altLang="en-US" sz="1800">
                  <a:solidFill>
                    <a:srgbClr val="FFFFFF"/>
                  </a:solidFill>
                  <a:sym typeface="+mn-ea"/>
                </a:rPr>
                <a:t>发布通知</a:t>
              </a:r>
              <a:endParaRPr lang="zh-CN" altLang="en-US" sz="1800">
                <a:solidFill>
                  <a:srgbClr val="FFFFFF"/>
                </a:solidFill>
                <a:sym typeface="+mn-ea"/>
              </a:endParaRPr>
            </a:p>
          </p:txBody>
        </p:sp>
      </p:grpSp>
      <p:sp>
        <p:nvSpPr>
          <p:cNvPr id="23" name="矩形 22"/>
          <p:cNvSpPr/>
          <p:nvPr>
            <p:custDataLst>
              <p:tags r:id="rId17"/>
            </p:custDataLst>
          </p:nvPr>
        </p:nvSpPr>
        <p:spPr>
          <a:xfrm>
            <a:off x="1187102" y="4565970"/>
            <a:ext cx="1824000" cy="124983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>
              <a:lnSpc>
                <a:spcPct val="120000"/>
              </a:lnSpc>
              <a:defRPr/>
            </a:pPr>
            <a:r>
              <a:rPr lang="zh-CN" altLang="en-US" sz="1600" b="1">
                <a:solidFill>
                  <a:srgbClr val="FF0000"/>
                </a:solidFill>
                <a:latin typeface="+mn-ea"/>
                <a:cs typeface="+mn-ea"/>
                <a:sym typeface="+mn-ea"/>
              </a:rPr>
              <a:t>处理方式：</a:t>
            </a:r>
            <a:r>
              <a:rPr lang="zh-CN" altLang="en-US" sz="1600">
                <a:solidFill>
                  <a:schemeClr val="tx1"/>
                </a:solidFill>
                <a:latin typeface="+mn-ea"/>
                <a:cs typeface="+mn-ea"/>
                <a:sym typeface="+mn-ea"/>
              </a:rPr>
              <a:t>参考类型及处理措施，对每项新增不合格物资的处理方式进行初步判定</a:t>
            </a:r>
            <a:endParaRPr lang="zh-CN" altLang="en-US" sz="1600">
              <a:solidFill>
                <a:schemeClr val="tx1"/>
              </a:solidFill>
              <a:latin typeface="+mn-ea"/>
              <a:ea typeface="微软雅黑" panose="020B0503020204020204" pitchFamily="34" charset="-122"/>
              <a:cs typeface="+mn-ea"/>
              <a:sym typeface="+mn-ea"/>
            </a:endParaRPr>
          </a:p>
        </p:txBody>
      </p:sp>
      <p:sp>
        <p:nvSpPr>
          <p:cNvPr id="24" name="矩形 23"/>
          <p:cNvSpPr/>
          <p:nvPr>
            <p:custDataLst>
              <p:tags r:id="rId18"/>
            </p:custDataLst>
          </p:nvPr>
        </p:nvSpPr>
        <p:spPr>
          <a:xfrm>
            <a:off x="5332696" y="4714560"/>
            <a:ext cx="1920000" cy="124983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>
              <a:lnSpc>
                <a:spcPct val="120000"/>
              </a:lnSpc>
              <a:defRPr/>
            </a:pPr>
            <a:r>
              <a:rPr lang="zh-CN" altLang="en-US" sz="1600" b="1">
                <a:solidFill>
                  <a:srgbClr val="FF0000"/>
                </a:solidFill>
                <a:latin typeface="+mn-ea"/>
                <a:cs typeface="+mn-ea"/>
                <a:sym typeface="+mn-ea"/>
              </a:rPr>
              <a:t>更新要求：</a:t>
            </a:r>
            <a:r>
              <a:rPr lang="zh-CN" altLang="en-US" sz="1600">
                <a:solidFill>
                  <a:schemeClr val="tx1"/>
                </a:solidFill>
                <a:latin typeface="+mn-ea"/>
                <a:cs typeface="+mn-ea"/>
                <a:sym typeface="+mn-ea"/>
              </a:rPr>
              <a:t>匹配最新系统入库数据，结合最新处理进度记录，依据处理原则判定该项不合格处理的完成情况</a:t>
            </a:r>
            <a:endParaRPr lang="zh-CN" altLang="en-US" sz="1600">
              <a:solidFill>
                <a:schemeClr val="tx1"/>
              </a:solidFill>
              <a:latin typeface="+mn-ea"/>
              <a:ea typeface="微软雅黑" panose="020B0503020204020204" pitchFamily="34" charset="-122"/>
              <a:cs typeface="+mn-ea"/>
              <a:sym typeface="+mn-ea"/>
            </a:endParaRPr>
          </a:p>
        </p:txBody>
      </p:sp>
      <p:sp>
        <p:nvSpPr>
          <p:cNvPr id="25" name="矩形 24"/>
          <p:cNvSpPr/>
          <p:nvPr>
            <p:custDataLst>
              <p:tags r:id="rId19"/>
            </p:custDataLst>
          </p:nvPr>
        </p:nvSpPr>
        <p:spPr>
          <a:xfrm>
            <a:off x="9553198" y="4277045"/>
            <a:ext cx="1920000" cy="124983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rmAutofit/>
          </a:bodyPr>
          <a:lstStyle/>
          <a:p>
            <a:pPr lvl="0">
              <a:lnSpc>
                <a:spcPct val="120000"/>
              </a:lnSpc>
              <a:defRPr/>
            </a:pPr>
            <a:r>
              <a:rPr lang="zh-CN" altLang="en-US" sz="1600" b="1">
                <a:solidFill>
                  <a:srgbClr val="FF0000"/>
                </a:solidFill>
                <a:latin typeface="+mn-ea"/>
                <a:cs typeface="+mn-ea"/>
                <a:sym typeface="+mn-ea"/>
              </a:rPr>
              <a:t>通知处理：</a:t>
            </a:r>
            <a:r>
              <a:rPr lang="zh-CN" altLang="en-US" sz="1600">
                <a:solidFill>
                  <a:schemeClr val="tx1"/>
                </a:solidFill>
                <a:latin typeface="+mn-ea"/>
                <a:cs typeface="+mn-ea"/>
                <a:sym typeface="+mn-ea"/>
              </a:rPr>
              <a:t>台账更新后，在钉钉群发布通知</a:t>
            </a:r>
            <a:endParaRPr lang="zh-CN" altLang="en-US" sz="1600">
              <a:solidFill>
                <a:schemeClr val="tx1"/>
              </a:solidFill>
              <a:latin typeface="+mn-ea"/>
              <a:ea typeface="微软雅黑" panose="020B0503020204020204" pitchFamily="34" charset="-122"/>
              <a:cs typeface="+mn-ea"/>
              <a:sym typeface="+mn-ea"/>
            </a:endParaRPr>
          </a:p>
        </p:txBody>
      </p:sp>
      <p:sp>
        <p:nvSpPr>
          <p:cNvPr id="26" name="矩形 25"/>
          <p:cNvSpPr/>
          <p:nvPr>
            <p:custDataLst>
              <p:tags r:id="rId20"/>
            </p:custDataLst>
          </p:nvPr>
        </p:nvSpPr>
        <p:spPr>
          <a:xfrm>
            <a:off x="3229548" y="1601312"/>
            <a:ext cx="1920000" cy="124983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>
              <a:lnSpc>
                <a:spcPct val="120000"/>
              </a:lnSpc>
              <a:defRPr/>
            </a:pPr>
            <a:r>
              <a:rPr lang="zh-CN" altLang="en-US" sz="1600" b="1">
                <a:solidFill>
                  <a:srgbClr val="FF0000"/>
                </a:solidFill>
                <a:latin typeface="+mn-ea"/>
                <a:cs typeface="+mn-ea"/>
                <a:sym typeface="+mn-ea"/>
              </a:rPr>
              <a:t>采购更新记录：</a:t>
            </a:r>
            <a:r>
              <a:rPr lang="zh-CN" altLang="en-US" sz="1600">
                <a:solidFill>
                  <a:schemeClr val="tx1"/>
                </a:solidFill>
                <a:latin typeface="+mn-ea"/>
                <a:cs typeface="+mn-ea"/>
                <a:sym typeface="+mn-ea"/>
              </a:rPr>
              <a:t>更新上周不合格物资处理的最新进度，近一周内未有处理进度的不合格物资，及时跟催、提醒</a:t>
            </a:r>
            <a:endParaRPr lang="zh-CN" altLang="en-US" sz="1600">
              <a:solidFill>
                <a:schemeClr val="tx1"/>
              </a:solidFill>
              <a:latin typeface="+mn-ea"/>
              <a:ea typeface="微软雅黑" panose="020B0503020204020204" pitchFamily="34" charset="-122"/>
              <a:cs typeface="+mn-ea"/>
              <a:sym typeface="+mn-ea"/>
            </a:endParaRPr>
          </a:p>
        </p:txBody>
      </p:sp>
      <p:sp>
        <p:nvSpPr>
          <p:cNvPr id="27" name="矩形 26"/>
          <p:cNvSpPr/>
          <p:nvPr>
            <p:custDataLst>
              <p:tags r:id="rId21"/>
            </p:custDataLst>
          </p:nvPr>
        </p:nvSpPr>
        <p:spPr>
          <a:xfrm>
            <a:off x="7450050" y="1593057"/>
            <a:ext cx="1920000" cy="124983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 b="1">
                <a:solidFill>
                  <a:srgbClr val="FF0000"/>
                </a:solidFill>
                <a:latin typeface="+mn-ea"/>
                <a:cs typeface="+mn-ea"/>
                <a:sym typeface="+mn-ea"/>
              </a:rPr>
              <a:t>核查异常：</a:t>
            </a:r>
            <a:r>
              <a:rPr lang="en-US" altLang="zh-CN" sz="1600">
                <a:solidFill>
                  <a:schemeClr val="tx1"/>
                </a:solidFill>
                <a:latin typeface="+mn-ea"/>
                <a:cs typeface="+mn-ea"/>
                <a:sym typeface="+mn-ea"/>
              </a:rPr>
              <a:t>1.</a:t>
            </a:r>
            <a:r>
              <a:rPr lang="zh-CN" altLang="en-US" sz="1600">
                <a:solidFill>
                  <a:schemeClr val="tx1"/>
                </a:solidFill>
                <a:latin typeface="+mn-ea"/>
                <a:cs typeface="+mn-ea"/>
                <a:sym typeface="+mn-ea"/>
              </a:rPr>
              <a:t>不合格项未处理完成，但采购订单数量为</a:t>
            </a:r>
            <a:r>
              <a:rPr lang="en-US" altLang="zh-CN" sz="1600">
                <a:solidFill>
                  <a:schemeClr val="tx1"/>
                </a:solidFill>
                <a:latin typeface="+mn-ea"/>
                <a:cs typeface="+mn-ea"/>
                <a:sym typeface="+mn-ea"/>
              </a:rPr>
              <a:t>0</a:t>
            </a:r>
            <a:r>
              <a:rPr lang="zh-CN" altLang="en-US" sz="1600">
                <a:solidFill>
                  <a:schemeClr val="tx1"/>
                </a:solidFill>
                <a:latin typeface="+mn-ea"/>
                <a:cs typeface="+mn-ea"/>
                <a:sym typeface="+mn-ea"/>
              </a:rPr>
              <a:t>；</a:t>
            </a:r>
            <a:endParaRPr lang="zh-CN" altLang="en-US" sz="1600">
              <a:solidFill>
                <a:schemeClr val="tx1"/>
              </a:solidFill>
              <a:latin typeface="+mn-ea"/>
              <a:cs typeface="+mn-ea"/>
              <a:sym typeface="+mn-ea"/>
            </a:endParaRPr>
          </a:p>
          <a:p>
            <a:pPr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solidFill>
                  <a:schemeClr val="tx1"/>
                </a:solidFill>
                <a:latin typeface="+mn-ea"/>
                <a:cs typeface="+mn-ea"/>
                <a:sym typeface="+mn-ea"/>
              </a:rPr>
              <a:t>2.</a:t>
            </a:r>
            <a:r>
              <a:rPr lang="zh-CN" altLang="en-US" sz="1600">
                <a:solidFill>
                  <a:schemeClr val="tx1"/>
                </a:solidFill>
                <a:latin typeface="+mn-ea"/>
                <a:cs typeface="+mn-ea"/>
                <a:sym typeface="+mn-ea"/>
              </a:rPr>
              <a:t>重点核实超过处理周期的不合格项</a:t>
            </a:r>
            <a:endParaRPr lang="zh-CN" altLang="en-US" sz="1600" dirty="0">
              <a:solidFill>
                <a:schemeClr val="tx1"/>
              </a:solidFill>
              <a:latin typeface="+mn-ea"/>
              <a:ea typeface="微软雅黑" panose="020B0503020204020204" pitchFamily="34" charset="-122"/>
              <a:cs typeface="+mn-ea"/>
              <a:sym typeface="+mn-ea"/>
            </a:endParaRPr>
          </a:p>
        </p:txBody>
      </p:sp>
      <p:grpSp>
        <p:nvGrpSpPr>
          <p:cNvPr id="78" name="Group 25"/>
          <p:cNvGrpSpPr/>
          <p:nvPr>
            <p:custDataLst>
              <p:tags r:id="rId22"/>
            </p:custDataLst>
          </p:nvPr>
        </p:nvGrpSpPr>
        <p:grpSpPr>
          <a:xfrm>
            <a:off x="2439000" y="6672336"/>
            <a:ext cx="9753600" cy="194200"/>
            <a:chOff x="2052320" y="3474720"/>
            <a:chExt cx="8209280" cy="71120"/>
          </a:xfrm>
          <a:solidFill>
            <a:schemeClr val="accent3"/>
          </a:solidFill>
        </p:grpSpPr>
        <p:sp>
          <p:nvSpPr>
            <p:cNvPr id="86" name="Rectangle 27"/>
            <p:cNvSpPr/>
            <p:nvPr>
              <p:custDataLst>
                <p:tags r:id="rId23"/>
              </p:custDataLst>
            </p:nvPr>
          </p:nvSpPr>
          <p:spPr>
            <a:xfrm>
              <a:off x="2052320" y="3474720"/>
              <a:ext cx="2052320" cy="71120"/>
            </a:xfrm>
            <a:prstGeom prst="rect">
              <a:avLst/>
            </a:prstGeom>
            <a:grp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>
                <a:solidFill>
                  <a:schemeClr val="accent5">
                    <a:lumMod val="20000"/>
                    <a:lumOff val="80000"/>
                    <a:hueOff val="10800000"/>
                  </a:schemeClr>
                </a:solidFill>
              </a:endParaRPr>
            </a:p>
          </p:txBody>
        </p:sp>
        <p:sp>
          <p:nvSpPr>
            <p:cNvPr id="87" name="Rectangle 28"/>
            <p:cNvSpPr/>
            <p:nvPr>
              <p:custDataLst>
                <p:tags r:id="rId24"/>
              </p:custDataLst>
            </p:nvPr>
          </p:nvSpPr>
          <p:spPr>
            <a:xfrm>
              <a:off x="4104640" y="3474720"/>
              <a:ext cx="2052320" cy="71120"/>
            </a:xfrm>
            <a:prstGeom prst="rect">
              <a:avLst/>
            </a:prstGeom>
            <a:grp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>
                <a:solidFill>
                  <a:schemeClr val="accent5">
                    <a:lumMod val="20000"/>
                    <a:lumOff val="80000"/>
                    <a:hueOff val="10800000"/>
                  </a:schemeClr>
                </a:solidFill>
              </a:endParaRPr>
            </a:p>
          </p:txBody>
        </p:sp>
        <p:sp>
          <p:nvSpPr>
            <p:cNvPr id="88" name="Rectangle 29"/>
            <p:cNvSpPr/>
            <p:nvPr>
              <p:custDataLst>
                <p:tags r:id="rId25"/>
              </p:custDataLst>
            </p:nvPr>
          </p:nvSpPr>
          <p:spPr>
            <a:xfrm>
              <a:off x="6156960" y="3474720"/>
              <a:ext cx="2052320" cy="71120"/>
            </a:xfrm>
            <a:prstGeom prst="rect">
              <a:avLst/>
            </a:prstGeom>
            <a:grp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>
                <a:solidFill>
                  <a:schemeClr val="accent5">
                    <a:lumMod val="20000"/>
                    <a:lumOff val="80000"/>
                    <a:hueOff val="10800000"/>
                  </a:schemeClr>
                </a:solidFill>
              </a:endParaRPr>
            </a:p>
          </p:txBody>
        </p:sp>
        <p:sp>
          <p:nvSpPr>
            <p:cNvPr id="89" name="Rectangle 30"/>
            <p:cNvSpPr/>
            <p:nvPr>
              <p:custDataLst>
                <p:tags r:id="rId26"/>
              </p:custDataLst>
            </p:nvPr>
          </p:nvSpPr>
          <p:spPr>
            <a:xfrm>
              <a:off x="8209280" y="3474720"/>
              <a:ext cx="2052320" cy="71120"/>
            </a:xfrm>
            <a:prstGeom prst="rect">
              <a:avLst/>
            </a:prstGeom>
            <a:grp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>
                <a:solidFill>
                  <a:schemeClr val="accent5">
                    <a:lumMod val="20000"/>
                    <a:lumOff val="80000"/>
                    <a:hueOff val="10800000"/>
                  </a:schemeClr>
                </a:solidFill>
              </a:endParaRPr>
            </a:p>
          </p:txBody>
        </p:sp>
      </p:grpSp>
      <p:sp>
        <p:nvSpPr>
          <p:cNvPr id="4" name="标题 3"/>
          <p:cNvSpPr>
            <a:spLocks noGrp="1"/>
          </p:cNvSpPr>
          <p:nvPr>
            <p:ph type="title"/>
            <p:custDataLst>
              <p:tags r:id="rId27"/>
            </p:custDataLst>
          </p:nvPr>
        </p:nvSpPr>
        <p:spPr/>
        <p:txBody>
          <a:bodyPr vert="horz" wrap="square" lIns="91440" tIns="45720" rIns="91440" bIns="45720" rtlCol="0" anchor="ctr">
            <a:normAutofit/>
          </a:bodyPr>
          <a:lstStyle/>
          <a:p>
            <a:pPr lvl="0" algn="l">
              <a:buClrTx/>
              <a:buSzTx/>
              <a:buFontTx/>
            </a:pPr>
            <a:r>
              <a:rPr lang="zh-CN" altLang="en-US" dirty="0">
                <a:sym typeface="+mn-ea"/>
              </a:rPr>
              <a:t>不合格台账更新</a:t>
            </a:r>
            <a:endParaRPr lang="zh-CN" altLang="en-US" dirty="0">
              <a:sym typeface="+mn-ea"/>
            </a:endParaRPr>
          </a:p>
        </p:txBody>
      </p:sp>
    </p:spTree>
    <p:custDataLst>
      <p:tags r:id="rId28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000"/>
                            </p:stCondLst>
                            <p:childTnLst>
                              <p:par>
                                <p:cTn id="30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500"/>
                            </p:stCondLst>
                            <p:childTnLst>
                              <p:par>
                                <p:cTn id="3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2000"/>
                            </p:stCondLst>
                            <p:childTnLst>
                              <p:par>
                                <p:cTn id="38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2500"/>
                            </p:stCondLst>
                            <p:childTnLst>
                              <p:par>
                                <p:cTn id="4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bldLvl="0" animBg="1"/>
      <p:bldP spid="24" grpId="0" bldLvl="0" animBg="1"/>
      <p:bldP spid="25" grpId="0" bldLvl="0" animBg="1"/>
      <p:bldP spid="26" grpId="0" bldLvl="0" animBg="1"/>
      <p:bldP spid="27" grpId="0" bldLvl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组合 11"/>
          <p:cNvGrpSpPr/>
          <p:nvPr>
            <p:custDataLst>
              <p:tags r:id="rId1"/>
            </p:custDataLst>
          </p:nvPr>
        </p:nvGrpSpPr>
        <p:grpSpPr>
          <a:xfrm>
            <a:off x="6197569" y="1529345"/>
            <a:ext cx="4343286" cy="1142490"/>
            <a:chOff x="4304043" y="1286668"/>
            <a:chExt cx="3837944" cy="2757793"/>
          </a:xfrm>
          <a:effectLst>
            <a:outerShdw blurRad="381000" dist="254000" dir="8100000" algn="tr" rotWithShape="0">
              <a:prstClr val="black">
                <a:alpha val="40000"/>
              </a:prstClr>
            </a:outerShdw>
          </a:effectLst>
        </p:grpSpPr>
        <p:sp>
          <p:nvSpPr>
            <p:cNvPr id="13" name="圆角矩形 12"/>
            <p:cNvSpPr/>
            <p:nvPr>
              <p:custDataLst>
                <p:tags r:id="rId2"/>
              </p:custDataLst>
            </p:nvPr>
          </p:nvSpPr>
          <p:spPr>
            <a:xfrm>
              <a:off x="4304043" y="1286668"/>
              <a:ext cx="3837944" cy="2757793"/>
            </a:xfrm>
            <a:prstGeom prst="roundRect">
              <a:avLst/>
            </a:prstGeom>
            <a:gradFill>
              <a:gsLst>
                <a:gs pos="0">
                  <a:schemeClr val="accent1"/>
                </a:gs>
                <a:gs pos="0">
                  <a:schemeClr val="accent1">
                    <a:lumMod val="85000"/>
                  </a:schemeClr>
                </a:gs>
                <a:gs pos="62000">
                  <a:schemeClr val="accent1">
                    <a:lumMod val="94300"/>
                  </a:schemeClr>
                </a:gs>
                <a:gs pos="100000">
                  <a:schemeClr val="accent1">
                    <a:lumMod val="8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lt1">
                    <a:lumMod val="65000"/>
                    <a:lumOff val="35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14" name="圆角矩形 13"/>
            <p:cNvSpPr/>
            <p:nvPr>
              <p:custDataLst>
                <p:tags r:id="rId3"/>
              </p:custDataLst>
            </p:nvPr>
          </p:nvSpPr>
          <p:spPr>
            <a:xfrm>
              <a:off x="4351931" y="1367703"/>
              <a:ext cx="3742172" cy="2595722"/>
            </a:xfrm>
            <a:prstGeom prst="roundRect">
              <a:avLst/>
            </a:prstGeom>
            <a:gradFill>
              <a:gsLst>
                <a:gs pos="0">
                  <a:schemeClr val="accent1"/>
                </a:gs>
                <a:gs pos="0">
                  <a:schemeClr val="accent1">
                    <a:lumMod val="85000"/>
                  </a:schemeClr>
                </a:gs>
                <a:gs pos="42000">
                  <a:schemeClr val="accent1">
                    <a:lumMod val="91300"/>
                  </a:schemeClr>
                </a:gs>
                <a:gs pos="100000">
                  <a:schemeClr val="accent1">
                    <a:lumMod val="85000"/>
                  </a:schemeClr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lt1">
                    <a:lumMod val="65000"/>
                    <a:lumOff val="35000"/>
                  </a:schemeClr>
                </a:solidFill>
                <a:cs typeface="+mn-ea"/>
                <a:sym typeface="+mn-lt"/>
              </a:endParaRPr>
            </a:p>
          </p:txBody>
        </p:sp>
      </p:grpSp>
      <p:sp>
        <p:nvSpPr>
          <p:cNvPr id="6" name="内容占位符 5"/>
          <p:cNvSpPr>
            <a:spLocks noGrp="1"/>
          </p:cNvSpPr>
          <p:nvPr>
            <p:ph idx="1"/>
            <p:custDataLst>
              <p:tags r:id="rId4"/>
            </p:custDataLst>
          </p:nvPr>
        </p:nvSpPr>
        <p:spPr/>
        <p:txBody>
          <a:bodyPr/>
          <a:p>
            <a:pPr>
              <a:buNone/>
            </a:pPr>
            <a:r>
              <a:rPr lang="en-US" altLang="zh-CN"/>
              <a:t> </a:t>
            </a:r>
            <a:endParaRPr lang="en-US" altLang="zh-CN"/>
          </a:p>
        </p:txBody>
      </p:sp>
      <p:grpSp>
        <p:nvGrpSpPr>
          <p:cNvPr id="15" name="组合 14"/>
          <p:cNvGrpSpPr/>
          <p:nvPr/>
        </p:nvGrpSpPr>
        <p:grpSpPr>
          <a:xfrm>
            <a:off x="3405629" y="2311745"/>
            <a:ext cx="1340524" cy="2640784"/>
            <a:chOff x="2210594" y="1810545"/>
            <a:chExt cx="1005703" cy="1981199"/>
          </a:xfrm>
        </p:grpSpPr>
        <p:cxnSp>
          <p:nvCxnSpPr>
            <p:cNvPr id="16" name="直接连接符 15"/>
            <p:cNvCxnSpPr/>
            <p:nvPr>
              <p:custDataLst>
                <p:tags r:id="rId5"/>
              </p:custDataLst>
            </p:nvPr>
          </p:nvCxnSpPr>
          <p:spPr>
            <a:xfrm>
              <a:off x="2210594" y="3160810"/>
              <a:ext cx="1005703" cy="630934"/>
            </a:xfrm>
            <a:prstGeom prst="line">
              <a:avLst/>
            </a:prstGeom>
            <a:ln w="12700">
              <a:solidFill>
                <a:schemeClr val="accent1">
                  <a:lumMod val="7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接连接符 16"/>
            <p:cNvCxnSpPr/>
            <p:nvPr>
              <p:custDataLst>
                <p:tags r:id="rId6"/>
              </p:custDataLst>
            </p:nvPr>
          </p:nvCxnSpPr>
          <p:spPr>
            <a:xfrm flipV="1">
              <a:off x="2346670" y="2801144"/>
              <a:ext cx="777103" cy="1"/>
            </a:xfrm>
            <a:prstGeom prst="line">
              <a:avLst/>
            </a:prstGeom>
            <a:ln w="12700">
              <a:solidFill>
                <a:schemeClr val="accent1">
                  <a:lumMod val="7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连接符 17"/>
            <p:cNvCxnSpPr/>
            <p:nvPr>
              <p:custDataLst>
                <p:tags r:id="rId7"/>
              </p:custDataLst>
            </p:nvPr>
          </p:nvCxnSpPr>
          <p:spPr>
            <a:xfrm flipV="1">
              <a:off x="2210594" y="1810545"/>
              <a:ext cx="943881" cy="581419"/>
            </a:xfrm>
            <a:prstGeom prst="line">
              <a:avLst/>
            </a:prstGeom>
            <a:ln w="12700">
              <a:solidFill>
                <a:schemeClr val="accent1">
                  <a:lumMod val="7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" name="组合 18"/>
          <p:cNvGrpSpPr/>
          <p:nvPr/>
        </p:nvGrpSpPr>
        <p:grpSpPr>
          <a:xfrm>
            <a:off x="1064753" y="2505084"/>
            <a:ext cx="2673520" cy="2268745"/>
            <a:chOff x="304800" y="673100"/>
            <a:chExt cx="4000500" cy="4000500"/>
          </a:xfrm>
          <a:effectLst>
            <a:outerShdw blurRad="444500" dist="254000" dir="8100000" algn="tr" rotWithShape="0">
              <a:prstClr val="black">
                <a:alpha val="50000"/>
              </a:prstClr>
            </a:outerShdw>
          </a:effectLst>
        </p:grpSpPr>
        <p:sp>
          <p:nvSpPr>
            <p:cNvPr id="20" name="同心圆 18"/>
            <p:cNvSpPr/>
            <p:nvPr>
              <p:custDataLst>
                <p:tags r:id="rId8"/>
              </p:custDataLst>
            </p:nvPr>
          </p:nvSpPr>
          <p:spPr>
            <a:xfrm>
              <a:off x="304800" y="673100"/>
              <a:ext cx="4000500" cy="4000500"/>
            </a:xfrm>
            <a:prstGeom prst="hexagon">
              <a:avLst/>
            </a:prstGeom>
            <a:gradFill>
              <a:gsLst>
                <a:gs pos="0">
                  <a:sysClr val="window" lastClr="FFFFFF"/>
                </a:gs>
                <a:gs pos="55000">
                  <a:sysClr val="window" lastClr="FFFFFF">
                    <a:lumMod val="95000"/>
                  </a:sysClr>
                </a:gs>
                <a:gs pos="100000">
                  <a:sysClr val="window" lastClr="FFFFFF">
                    <a:lumMod val="65000"/>
                  </a:sysClr>
                </a:gs>
              </a:gsLst>
              <a:lin ang="8100000" scaled="0"/>
            </a:gra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defTabSz="1218565" fontAlgn="auto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2400" b="0" kern="0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1" name="椭圆 19"/>
            <p:cNvSpPr/>
            <p:nvPr>
              <p:custDataLst>
                <p:tags r:id="rId9"/>
              </p:custDataLst>
            </p:nvPr>
          </p:nvSpPr>
          <p:spPr>
            <a:xfrm>
              <a:off x="392112" y="760412"/>
              <a:ext cx="3825874" cy="3825874"/>
            </a:xfrm>
            <a:prstGeom prst="hexagon">
              <a:avLst/>
            </a:prstGeom>
            <a:solidFill>
              <a:schemeClr val="accent2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defTabSz="1218565" fontAlgn="auto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2400" b="0" kern="0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</p:grpSp>
      <p:grpSp>
        <p:nvGrpSpPr>
          <p:cNvPr id="22" name="组合 21"/>
          <p:cNvGrpSpPr/>
          <p:nvPr>
            <p:custDataLst>
              <p:tags r:id="rId10"/>
            </p:custDataLst>
          </p:nvPr>
        </p:nvGrpSpPr>
        <p:grpSpPr>
          <a:xfrm>
            <a:off x="4220640" y="1443723"/>
            <a:ext cx="1479516" cy="1255514"/>
            <a:chOff x="304800" y="673100"/>
            <a:chExt cx="4000500" cy="4000500"/>
          </a:xfrm>
          <a:effectLst>
            <a:outerShdw blurRad="444500" dist="254000" dir="8100000" algn="tr" rotWithShape="0">
              <a:prstClr val="black">
                <a:alpha val="50000"/>
              </a:prstClr>
            </a:outerShdw>
          </a:effectLst>
        </p:grpSpPr>
        <p:sp>
          <p:nvSpPr>
            <p:cNvPr id="23" name="同心圆 21"/>
            <p:cNvSpPr/>
            <p:nvPr>
              <p:custDataLst>
                <p:tags r:id="rId11"/>
              </p:custDataLst>
            </p:nvPr>
          </p:nvSpPr>
          <p:spPr>
            <a:xfrm>
              <a:off x="304800" y="673100"/>
              <a:ext cx="4000500" cy="4000500"/>
            </a:xfrm>
            <a:prstGeom prst="hexagon">
              <a:avLst/>
            </a:prstGeom>
            <a:gradFill>
              <a:gsLst>
                <a:gs pos="0">
                  <a:schemeClr val="accent1"/>
                </a:gs>
                <a:gs pos="55000">
                  <a:schemeClr val="accent1">
                    <a:lumMod val="84250"/>
                  </a:schemeClr>
                </a:gs>
                <a:gs pos="100000">
                  <a:schemeClr val="accent1">
                    <a:lumMod val="65000"/>
                  </a:schemeClr>
                </a:gs>
              </a:gsLst>
              <a:lin ang="8100000" scaled="0"/>
            </a:gra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defTabSz="1218565" fontAlgn="auto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2500" b="0" kern="0">
                <a:solidFill>
                  <a:schemeClr val="l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24" name="椭圆 22"/>
            <p:cNvSpPr/>
            <p:nvPr>
              <p:custDataLst>
                <p:tags r:id="rId12"/>
              </p:custDataLst>
            </p:nvPr>
          </p:nvSpPr>
          <p:spPr>
            <a:xfrm>
              <a:off x="392112" y="760412"/>
              <a:ext cx="3825874" cy="3825874"/>
            </a:xfrm>
            <a:prstGeom prst="hexagon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defTabSz="1218565" fontAlgn="auto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2500" b="0" kern="0">
                <a:solidFill>
                  <a:schemeClr val="l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25" name="组合 24"/>
          <p:cNvGrpSpPr/>
          <p:nvPr>
            <p:custDataLst>
              <p:tags r:id="rId13"/>
            </p:custDataLst>
          </p:nvPr>
        </p:nvGrpSpPr>
        <p:grpSpPr>
          <a:xfrm>
            <a:off x="4220005" y="3026289"/>
            <a:ext cx="1479516" cy="1255514"/>
            <a:chOff x="304800" y="673100"/>
            <a:chExt cx="4000500" cy="4000500"/>
          </a:xfrm>
          <a:effectLst>
            <a:outerShdw blurRad="444500" dist="254000" dir="8100000" algn="tr" rotWithShape="0">
              <a:prstClr val="black">
                <a:alpha val="50000"/>
              </a:prstClr>
            </a:outerShdw>
          </a:effectLst>
        </p:grpSpPr>
        <p:sp>
          <p:nvSpPr>
            <p:cNvPr id="26" name="同心圆 24"/>
            <p:cNvSpPr/>
            <p:nvPr>
              <p:custDataLst>
                <p:tags r:id="rId14"/>
              </p:custDataLst>
            </p:nvPr>
          </p:nvSpPr>
          <p:spPr>
            <a:xfrm>
              <a:off x="304800" y="673100"/>
              <a:ext cx="4000500" cy="4000500"/>
            </a:xfrm>
            <a:prstGeom prst="hexagon">
              <a:avLst/>
            </a:prstGeom>
            <a:gradFill>
              <a:gsLst>
                <a:gs pos="0">
                  <a:schemeClr val="accent1"/>
                </a:gs>
                <a:gs pos="55000">
                  <a:schemeClr val="accent1">
                    <a:lumMod val="84250"/>
                  </a:schemeClr>
                </a:gs>
                <a:gs pos="100000">
                  <a:schemeClr val="accent1">
                    <a:lumMod val="65000"/>
                  </a:schemeClr>
                </a:gs>
              </a:gsLst>
              <a:lin ang="8100000" scaled="0"/>
            </a:gra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defTabSz="1218565" fontAlgn="auto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2500" b="0" kern="0">
                <a:solidFill>
                  <a:schemeClr val="l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27" name="椭圆 25"/>
            <p:cNvSpPr/>
            <p:nvPr>
              <p:custDataLst>
                <p:tags r:id="rId15"/>
              </p:custDataLst>
            </p:nvPr>
          </p:nvSpPr>
          <p:spPr>
            <a:xfrm>
              <a:off x="392112" y="760412"/>
              <a:ext cx="3825874" cy="3825874"/>
            </a:xfrm>
            <a:prstGeom prst="hexagon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defTabSz="1218565" fontAlgn="auto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2500" b="0" kern="0">
                <a:solidFill>
                  <a:schemeClr val="l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28" name="组合 27"/>
          <p:cNvGrpSpPr/>
          <p:nvPr>
            <p:custDataLst>
              <p:tags r:id="rId16"/>
            </p:custDataLst>
          </p:nvPr>
        </p:nvGrpSpPr>
        <p:grpSpPr>
          <a:xfrm>
            <a:off x="4220640" y="4551724"/>
            <a:ext cx="1479516" cy="1255514"/>
            <a:chOff x="304800" y="673100"/>
            <a:chExt cx="4000500" cy="4000500"/>
          </a:xfrm>
          <a:effectLst>
            <a:outerShdw blurRad="444500" dist="254000" dir="8100000" algn="tr" rotWithShape="0">
              <a:prstClr val="black">
                <a:alpha val="50000"/>
              </a:prstClr>
            </a:outerShdw>
          </a:effectLst>
        </p:grpSpPr>
        <p:sp>
          <p:nvSpPr>
            <p:cNvPr id="35" name="同心圆 27"/>
            <p:cNvSpPr/>
            <p:nvPr>
              <p:custDataLst>
                <p:tags r:id="rId17"/>
              </p:custDataLst>
            </p:nvPr>
          </p:nvSpPr>
          <p:spPr>
            <a:xfrm>
              <a:off x="304800" y="673100"/>
              <a:ext cx="4000500" cy="4000500"/>
            </a:xfrm>
            <a:prstGeom prst="hexagon">
              <a:avLst/>
            </a:prstGeom>
            <a:gradFill>
              <a:gsLst>
                <a:gs pos="0">
                  <a:schemeClr val="accent1"/>
                </a:gs>
                <a:gs pos="55000">
                  <a:schemeClr val="accent1">
                    <a:lumMod val="84250"/>
                  </a:schemeClr>
                </a:gs>
                <a:gs pos="100000">
                  <a:schemeClr val="accent1">
                    <a:lumMod val="65000"/>
                  </a:schemeClr>
                </a:gs>
              </a:gsLst>
              <a:lin ang="8100000" scaled="0"/>
            </a:gra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defTabSz="1218565" fontAlgn="auto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2500" b="0" kern="0">
                <a:solidFill>
                  <a:schemeClr val="l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36" name="椭圆 28"/>
            <p:cNvSpPr/>
            <p:nvPr>
              <p:custDataLst>
                <p:tags r:id="rId18"/>
              </p:custDataLst>
            </p:nvPr>
          </p:nvSpPr>
          <p:spPr>
            <a:xfrm>
              <a:off x="392112" y="760412"/>
              <a:ext cx="3825874" cy="3825874"/>
            </a:xfrm>
            <a:prstGeom prst="hexagon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defTabSz="1218565" fontAlgn="auto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2500" b="0" kern="0">
                <a:solidFill>
                  <a:schemeClr val="l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sp>
        <p:nvSpPr>
          <p:cNvPr id="37" name="文本框 37"/>
          <p:cNvSpPr>
            <a:spLocks noChangeArrowheads="1"/>
          </p:cNvSpPr>
          <p:nvPr>
            <p:custDataLst>
              <p:tags r:id="rId19"/>
            </p:custDataLst>
          </p:nvPr>
        </p:nvSpPr>
        <p:spPr bwMode="auto">
          <a:xfrm>
            <a:off x="1391761" y="3116580"/>
            <a:ext cx="2019300" cy="6451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3600" b="1" dirty="0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rPr>
              <a:t>其他要求</a:t>
            </a:r>
            <a:endParaRPr lang="zh-CN" altLang="en-US" sz="3600" b="1" dirty="0">
              <a:solidFill>
                <a:schemeClr val="tx1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8" name="文本框 37"/>
          <p:cNvSpPr>
            <a:spLocks noChangeArrowheads="1"/>
          </p:cNvSpPr>
          <p:nvPr>
            <p:custDataLst>
              <p:tags r:id="rId20"/>
            </p:custDataLst>
          </p:nvPr>
        </p:nvSpPr>
        <p:spPr bwMode="auto">
          <a:xfrm>
            <a:off x="4637183" y="1833672"/>
            <a:ext cx="646430" cy="4756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sz="2500" b="0">
                <a:solidFill>
                  <a:schemeClr val="lt1"/>
                </a:solidFill>
                <a:latin typeface="+mn-lt"/>
                <a:ea typeface="+mn-ea"/>
                <a:cs typeface="+mn-ea"/>
                <a:sym typeface="+mn-lt"/>
              </a:rPr>
              <a:t>01</a:t>
            </a:r>
            <a:endParaRPr lang="en-US" sz="2500" b="0">
              <a:solidFill>
                <a:schemeClr val="lt1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9" name="文本框 37"/>
          <p:cNvSpPr>
            <a:spLocks noChangeArrowheads="1"/>
          </p:cNvSpPr>
          <p:nvPr>
            <p:custDataLst>
              <p:tags r:id="rId21"/>
            </p:custDataLst>
          </p:nvPr>
        </p:nvSpPr>
        <p:spPr bwMode="auto">
          <a:xfrm>
            <a:off x="4636548" y="3416239"/>
            <a:ext cx="646430" cy="4756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sz="2500" b="0">
                <a:solidFill>
                  <a:schemeClr val="lt1"/>
                </a:solidFill>
                <a:latin typeface="+mn-lt"/>
                <a:ea typeface="+mn-ea"/>
                <a:cs typeface="+mn-ea"/>
                <a:sym typeface="+mn-lt"/>
              </a:rPr>
              <a:t>02</a:t>
            </a:r>
            <a:endParaRPr lang="en-US" sz="2500" b="0">
              <a:solidFill>
                <a:schemeClr val="lt1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40" name="文本框 37"/>
          <p:cNvSpPr>
            <a:spLocks noChangeArrowheads="1"/>
          </p:cNvSpPr>
          <p:nvPr>
            <p:custDataLst>
              <p:tags r:id="rId22"/>
            </p:custDataLst>
          </p:nvPr>
        </p:nvSpPr>
        <p:spPr bwMode="auto">
          <a:xfrm>
            <a:off x="4637183" y="4941674"/>
            <a:ext cx="646430" cy="4756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sz="2500" b="0">
                <a:solidFill>
                  <a:schemeClr val="lt1"/>
                </a:solidFill>
                <a:latin typeface="+mn-lt"/>
                <a:ea typeface="+mn-ea"/>
                <a:cs typeface="+mn-ea"/>
                <a:sym typeface="+mn-lt"/>
              </a:rPr>
              <a:t>03</a:t>
            </a:r>
            <a:endParaRPr lang="en-US" sz="2500" b="0">
              <a:solidFill>
                <a:schemeClr val="lt1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41" name="文本1"/>
          <p:cNvSpPr>
            <a:spLocks noChangeArrowheads="1"/>
          </p:cNvSpPr>
          <p:nvPr>
            <p:custDataLst>
              <p:tags r:id="rId23"/>
            </p:custDataLst>
          </p:nvPr>
        </p:nvSpPr>
        <p:spPr bwMode="gray">
          <a:xfrm>
            <a:off x="6376541" y="1499196"/>
            <a:ext cx="4128511" cy="1188673"/>
          </a:xfrm>
          <a:prstGeom prst="roundRect">
            <a:avLst>
              <a:gd name="adj" fmla="val 11505"/>
            </a:avLst>
          </a:prstGeom>
          <a:noFill/>
          <a:ln w="28575" cap="flat" cmpd="sng" algn="ctr">
            <a:noFill/>
            <a:prstDash val="solid"/>
          </a:ln>
          <a:effectLst/>
        </p:spPr>
        <p:txBody>
          <a:bodyPr wrap="square" lIns="91424" tIns="45713" rIns="91424" bIns="45713" anchor="ctr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30000"/>
              </a:lnSpc>
            </a:pPr>
            <a:r>
              <a:rPr lang="zh-CN" altLang="en-US" sz="1600">
                <a:solidFill>
                  <a:schemeClr val="lt1">
                    <a:lumMod val="75000"/>
                    <a:lumOff val="25000"/>
                  </a:schemeClr>
                </a:solidFill>
                <a:cs typeface="+mn-ea"/>
                <a:sym typeface="+mn-ea"/>
              </a:rPr>
              <a:t>为保证经办人及时处理不合格事项，每天新增的不合格项需及时更新至台账</a:t>
            </a:r>
            <a:endParaRPr lang="zh-CN" altLang="en-US" sz="1600" b="0">
              <a:solidFill>
                <a:schemeClr val="lt1">
                  <a:lumMod val="75000"/>
                  <a:lumOff val="25000"/>
                </a:schemeClr>
              </a:solidFill>
              <a:cs typeface="+mn-ea"/>
              <a:sym typeface="+mn-ea"/>
            </a:endParaRPr>
          </a:p>
        </p:txBody>
      </p:sp>
      <p:grpSp>
        <p:nvGrpSpPr>
          <p:cNvPr id="42" name="组合 41"/>
          <p:cNvGrpSpPr/>
          <p:nvPr>
            <p:custDataLst>
              <p:tags r:id="rId24"/>
            </p:custDataLst>
          </p:nvPr>
        </p:nvGrpSpPr>
        <p:grpSpPr>
          <a:xfrm>
            <a:off x="6197569" y="3083025"/>
            <a:ext cx="4343286" cy="1142490"/>
            <a:chOff x="4304043" y="1286668"/>
            <a:chExt cx="3837944" cy="2757793"/>
          </a:xfrm>
          <a:effectLst>
            <a:outerShdw blurRad="381000" dist="254000" dir="8100000" algn="tr" rotWithShape="0">
              <a:prstClr val="black">
                <a:alpha val="40000"/>
              </a:prstClr>
            </a:outerShdw>
          </a:effectLst>
        </p:grpSpPr>
        <p:sp>
          <p:nvSpPr>
            <p:cNvPr id="43" name="圆角矩形 42"/>
            <p:cNvSpPr/>
            <p:nvPr>
              <p:custDataLst>
                <p:tags r:id="rId25"/>
              </p:custDataLst>
            </p:nvPr>
          </p:nvSpPr>
          <p:spPr>
            <a:xfrm>
              <a:off x="4304043" y="1286668"/>
              <a:ext cx="3837944" cy="2757793"/>
            </a:xfrm>
            <a:prstGeom prst="roundRect">
              <a:avLst/>
            </a:prstGeom>
            <a:gradFill>
              <a:gsLst>
                <a:gs pos="0">
                  <a:schemeClr val="accent1"/>
                </a:gs>
                <a:gs pos="0">
                  <a:schemeClr val="accent1">
                    <a:lumMod val="85000"/>
                  </a:schemeClr>
                </a:gs>
                <a:gs pos="62000">
                  <a:schemeClr val="accent1">
                    <a:lumMod val="94300"/>
                  </a:schemeClr>
                </a:gs>
                <a:gs pos="100000">
                  <a:schemeClr val="accent1">
                    <a:lumMod val="8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lt1">
                    <a:lumMod val="65000"/>
                    <a:lumOff val="35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44" name="圆角矩形 43"/>
            <p:cNvSpPr/>
            <p:nvPr>
              <p:custDataLst>
                <p:tags r:id="rId26"/>
              </p:custDataLst>
            </p:nvPr>
          </p:nvSpPr>
          <p:spPr>
            <a:xfrm>
              <a:off x="4351931" y="1367703"/>
              <a:ext cx="3742172" cy="2595722"/>
            </a:xfrm>
            <a:prstGeom prst="roundRect">
              <a:avLst/>
            </a:prstGeom>
            <a:gradFill>
              <a:gsLst>
                <a:gs pos="0">
                  <a:schemeClr val="accent1"/>
                </a:gs>
                <a:gs pos="0">
                  <a:schemeClr val="accent1">
                    <a:lumMod val="85000"/>
                  </a:schemeClr>
                </a:gs>
                <a:gs pos="42000">
                  <a:schemeClr val="accent1">
                    <a:lumMod val="91300"/>
                  </a:schemeClr>
                </a:gs>
                <a:gs pos="100000">
                  <a:schemeClr val="accent1">
                    <a:lumMod val="85000"/>
                  </a:schemeClr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lt1">
                    <a:lumMod val="65000"/>
                    <a:lumOff val="35000"/>
                  </a:schemeClr>
                </a:solidFill>
                <a:cs typeface="+mn-ea"/>
                <a:sym typeface="+mn-lt"/>
              </a:endParaRPr>
            </a:p>
          </p:txBody>
        </p:sp>
      </p:grpSp>
      <p:sp>
        <p:nvSpPr>
          <p:cNvPr id="45" name="文本1"/>
          <p:cNvSpPr>
            <a:spLocks noChangeArrowheads="1"/>
          </p:cNvSpPr>
          <p:nvPr>
            <p:custDataLst>
              <p:tags r:id="rId27"/>
            </p:custDataLst>
          </p:nvPr>
        </p:nvSpPr>
        <p:spPr bwMode="gray">
          <a:xfrm>
            <a:off x="6376541" y="3052876"/>
            <a:ext cx="4128511" cy="1188673"/>
          </a:xfrm>
          <a:prstGeom prst="roundRect">
            <a:avLst>
              <a:gd name="adj" fmla="val 11505"/>
            </a:avLst>
          </a:prstGeom>
          <a:noFill/>
          <a:ln w="28575" cap="flat" cmpd="sng" algn="ctr">
            <a:noFill/>
            <a:prstDash val="solid"/>
          </a:ln>
          <a:effectLst/>
        </p:spPr>
        <p:txBody>
          <a:bodyPr wrap="square" lIns="91424" tIns="45713" rIns="91424" bIns="45713" anchor="ctr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defTabSz="914400">
              <a:lnSpc>
                <a:spcPct val="130000"/>
              </a:lnSpc>
              <a:buClrTx/>
              <a:buSzTx/>
              <a:buFontTx/>
            </a:pPr>
            <a:r>
              <a:rPr lang="zh-CN" altLang="en-US" sz="1600">
                <a:solidFill>
                  <a:schemeClr val="lt1">
                    <a:lumMod val="75000"/>
                    <a:lumOff val="25000"/>
                  </a:schemeClr>
                </a:solidFill>
                <a:cs typeface="+mn-ea"/>
                <a:sym typeface="+mn-ea"/>
              </a:rPr>
              <a:t>每周有不合格处理进度，一周至少更新一次</a:t>
            </a:r>
            <a:endParaRPr lang="zh-CN" altLang="en-US" sz="1600" b="0">
              <a:solidFill>
                <a:schemeClr val="lt1">
                  <a:lumMod val="75000"/>
                  <a:lumOff val="25000"/>
                </a:schemeClr>
              </a:solidFill>
              <a:cs typeface="+mn-ea"/>
              <a:sym typeface="+mn-ea"/>
            </a:endParaRPr>
          </a:p>
        </p:txBody>
      </p:sp>
      <p:grpSp>
        <p:nvGrpSpPr>
          <p:cNvPr id="46" name="组合 45"/>
          <p:cNvGrpSpPr/>
          <p:nvPr>
            <p:custDataLst>
              <p:tags r:id="rId28"/>
            </p:custDataLst>
          </p:nvPr>
        </p:nvGrpSpPr>
        <p:grpSpPr>
          <a:xfrm>
            <a:off x="6197569" y="4601797"/>
            <a:ext cx="4343286" cy="1142490"/>
            <a:chOff x="4304043" y="1286668"/>
            <a:chExt cx="3837944" cy="2757793"/>
          </a:xfrm>
          <a:effectLst>
            <a:outerShdw blurRad="381000" dist="254000" dir="8100000" algn="tr" rotWithShape="0">
              <a:prstClr val="black">
                <a:alpha val="40000"/>
              </a:prstClr>
            </a:outerShdw>
          </a:effectLst>
        </p:grpSpPr>
        <p:sp>
          <p:nvSpPr>
            <p:cNvPr id="47" name="圆角矩形 46"/>
            <p:cNvSpPr/>
            <p:nvPr>
              <p:custDataLst>
                <p:tags r:id="rId29"/>
              </p:custDataLst>
            </p:nvPr>
          </p:nvSpPr>
          <p:spPr>
            <a:xfrm>
              <a:off x="4304043" y="1286668"/>
              <a:ext cx="3837944" cy="2757793"/>
            </a:xfrm>
            <a:prstGeom prst="roundRect">
              <a:avLst/>
            </a:prstGeom>
            <a:gradFill>
              <a:gsLst>
                <a:gs pos="0">
                  <a:schemeClr val="accent1"/>
                </a:gs>
                <a:gs pos="0">
                  <a:schemeClr val="accent1">
                    <a:lumMod val="85000"/>
                  </a:schemeClr>
                </a:gs>
                <a:gs pos="62000">
                  <a:schemeClr val="accent1">
                    <a:lumMod val="94300"/>
                  </a:schemeClr>
                </a:gs>
                <a:gs pos="100000">
                  <a:schemeClr val="accent1">
                    <a:lumMod val="8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lt1">
                    <a:lumMod val="65000"/>
                    <a:lumOff val="35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48" name="圆角矩形 47"/>
            <p:cNvSpPr/>
            <p:nvPr>
              <p:custDataLst>
                <p:tags r:id="rId30"/>
              </p:custDataLst>
            </p:nvPr>
          </p:nvSpPr>
          <p:spPr>
            <a:xfrm>
              <a:off x="4351931" y="1367703"/>
              <a:ext cx="3742172" cy="2595722"/>
            </a:xfrm>
            <a:prstGeom prst="roundRect">
              <a:avLst/>
            </a:prstGeom>
            <a:gradFill>
              <a:gsLst>
                <a:gs pos="0">
                  <a:schemeClr val="accent1"/>
                </a:gs>
                <a:gs pos="0">
                  <a:schemeClr val="accent1">
                    <a:lumMod val="85000"/>
                  </a:schemeClr>
                </a:gs>
                <a:gs pos="42000">
                  <a:schemeClr val="accent1">
                    <a:lumMod val="91300"/>
                  </a:schemeClr>
                </a:gs>
                <a:gs pos="100000">
                  <a:schemeClr val="accent1">
                    <a:lumMod val="85000"/>
                  </a:schemeClr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lt1">
                    <a:lumMod val="65000"/>
                    <a:lumOff val="35000"/>
                  </a:schemeClr>
                </a:solidFill>
                <a:cs typeface="+mn-ea"/>
                <a:sym typeface="+mn-lt"/>
              </a:endParaRPr>
            </a:p>
          </p:txBody>
        </p:sp>
      </p:grpSp>
      <p:sp>
        <p:nvSpPr>
          <p:cNvPr id="49" name="文本1"/>
          <p:cNvSpPr>
            <a:spLocks noChangeArrowheads="1"/>
          </p:cNvSpPr>
          <p:nvPr>
            <p:custDataLst>
              <p:tags r:id="rId31"/>
            </p:custDataLst>
          </p:nvPr>
        </p:nvSpPr>
        <p:spPr bwMode="gray">
          <a:xfrm>
            <a:off x="6376541" y="4571647"/>
            <a:ext cx="4128511" cy="1188673"/>
          </a:xfrm>
          <a:prstGeom prst="roundRect">
            <a:avLst>
              <a:gd name="adj" fmla="val 11505"/>
            </a:avLst>
          </a:prstGeom>
          <a:noFill/>
          <a:ln w="28575" cap="flat" cmpd="sng" algn="ctr">
            <a:noFill/>
            <a:prstDash val="solid"/>
          </a:ln>
          <a:effectLst/>
        </p:spPr>
        <p:txBody>
          <a:bodyPr wrap="square" lIns="91424" tIns="45713" rIns="91424" bIns="45713" anchor="ctr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218565">
              <a:lnSpc>
                <a:spcPct val="120000"/>
              </a:lnSpc>
              <a:defRPr/>
            </a:pPr>
            <a:r>
              <a:rPr lang="zh-CN" altLang="en-US" sz="1600">
                <a:solidFill>
                  <a:schemeClr val="lt1">
                    <a:lumMod val="75000"/>
                    <a:lumOff val="25000"/>
                  </a:schemeClr>
                </a:solidFill>
                <a:cs typeface="+mn-ea"/>
                <a:sym typeface="+mn-ea"/>
              </a:rPr>
              <a:t>编码修订后，需先变更合同后，再重新下采购订单</a:t>
            </a:r>
            <a:endParaRPr lang="zh-CN" altLang="en-US" sz="1600" b="0">
              <a:solidFill>
                <a:schemeClr val="lt1">
                  <a:lumMod val="75000"/>
                  <a:lumOff val="25000"/>
                </a:schemeClr>
              </a:solidFill>
              <a:cs typeface="+mn-ea"/>
              <a:sym typeface="+mn-ea"/>
            </a:endParaRPr>
          </a:p>
        </p:txBody>
      </p:sp>
      <p:grpSp>
        <p:nvGrpSpPr>
          <p:cNvPr id="78" name="Group 25"/>
          <p:cNvGrpSpPr/>
          <p:nvPr/>
        </p:nvGrpSpPr>
        <p:grpSpPr>
          <a:xfrm>
            <a:off x="2439000" y="6672336"/>
            <a:ext cx="9753600" cy="194200"/>
            <a:chOff x="2052320" y="3474720"/>
            <a:chExt cx="8209280" cy="71120"/>
          </a:xfrm>
          <a:solidFill>
            <a:schemeClr val="accent3"/>
          </a:solidFill>
        </p:grpSpPr>
        <p:sp>
          <p:nvSpPr>
            <p:cNvPr id="86" name="Rectangle 27"/>
            <p:cNvSpPr/>
            <p:nvPr>
              <p:custDataLst>
                <p:tags r:id="rId32"/>
              </p:custDataLst>
            </p:nvPr>
          </p:nvSpPr>
          <p:spPr>
            <a:xfrm>
              <a:off x="2052320" y="3474720"/>
              <a:ext cx="2052320" cy="71120"/>
            </a:xfrm>
            <a:prstGeom prst="rect">
              <a:avLst/>
            </a:prstGeom>
            <a:grp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>
                <a:solidFill>
                  <a:schemeClr val="accent5">
                    <a:lumMod val="20000"/>
                    <a:lumOff val="80000"/>
                    <a:hueOff val="10800000"/>
                  </a:schemeClr>
                </a:solidFill>
              </a:endParaRPr>
            </a:p>
          </p:txBody>
        </p:sp>
        <p:sp>
          <p:nvSpPr>
            <p:cNvPr id="87" name="Rectangle 28"/>
            <p:cNvSpPr/>
            <p:nvPr>
              <p:custDataLst>
                <p:tags r:id="rId33"/>
              </p:custDataLst>
            </p:nvPr>
          </p:nvSpPr>
          <p:spPr>
            <a:xfrm>
              <a:off x="4104640" y="3474720"/>
              <a:ext cx="2052320" cy="71120"/>
            </a:xfrm>
            <a:prstGeom prst="rect">
              <a:avLst/>
            </a:prstGeom>
            <a:grp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>
                <a:solidFill>
                  <a:schemeClr val="accent5">
                    <a:lumMod val="20000"/>
                    <a:lumOff val="80000"/>
                    <a:hueOff val="10800000"/>
                  </a:schemeClr>
                </a:solidFill>
              </a:endParaRPr>
            </a:p>
          </p:txBody>
        </p:sp>
        <p:sp>
          <p:nvSpPr>
            <p:cNvPr id="88" name="Rectangle 29"/>
            <p:cNvSpPr/>
            <p:nvPr>
              <p:custDataLst>
                <p:tags r:id="rId34"/>
              </p:custDataLst>
            </p:nvPr>
          </p:nvSpPr>
          <p:spPr>
            <a:xfrm>
              <a:off x="6156960" y="3474720"/>
              <a:ext cx="2052320" cy="71120"/>
            </a:xfrm>
            <a:prstGeom prst="rect">
              <a:avLst/>
            </a:prstGeom>
            <a:grp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>
                <a:solidFill>
                  <a:schemeClr val="accent5">
                    <a:lumMod val="20000"/>
                    <a:lumOff val="80000"/>
                    <a:hueOff val="10800000"/>
                  </a:schemeClr>
                </a:solidFill>
              </a:endParaRPr>
            </a:p>
          </p:txBody>
        </p:sp>
        <p:sp>
          <p:nvSpPr>
            <p:cNvPr id="89" name="Rectangle 30"/>
            <p:cNvSpPr/>
            <p:nvPr>
              <p:custDataLst>
                <p:tags r:id="rId35"/>
              </p:custDataLst>
            </p:nvPr>
          </p:nvSpPr>
          <p:spPr>
            <a:xfrm>
              <a:off x="8209280" y="3474720"/>
              <a:ext cx="2052320" cy="71120"/>
            </a:xfrm>
            <a:prstGeom prst="rect">
              <a:avLst/>
            </a:prstGeom>
            <a:grp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>
                <a:solidFill>
                  <a:schemeClr val="accent5">
                    <a:lumMod val="20000"/>
                    <a:lumOff val="80000"/>
                    <a:hueOff val="10800000"/>
                  </a:schemeClr>
                </a:solidFill>
              </a:endParaRPr>
            </a:p>
          </p:txBody>
        </p:sp>
      </p:grpSp>
      <p:sp>
        <p:nvSpPr>
          <p:cNvPr id="4" name="标题 3"/>
          <p:cNvSpPr>
            <a:spLocks noGrp="1"/>
          </p:cNvSpPr>
          <p:nvPr>
            <p:ph type="title"/>
            <p:custDataLst>
              <p:tags r:id="rId36"/>
            </p:custDataLst>
          </p:nvPr>
        </p:nvSpPr>
        <p:spPr/>
        <p:txBody>
          <a:bodyPr vert="horz" wrap="square" lIns="91440" tIns="45720" rIns="91440" bIns="45720" rtlCol="0" anchor="ctr">
            <a:normAutofit/>
          </a:bodyPr>
          <a:lstStyle/>
          <a:p>
            <a:pPr lvl="0" algn="l">
              <a:buClrTx/>
              <a:buSzTx/>
              <a:buFontTx/>
            </a:pPr>
            <a:r>
              <a:rPr lang="zh-CN" altLang="en-US" dirty="0">
                <a:sym typeface="+mn-ea"/>
              </a:rPr>
              <a:t>不合格台账更新</a:t>
            </a:r>
            <a:endParaRPr lang="zh-CN" altLang="en-US" dirty="0">
              <a:sym typeface="+mn-ea"/>
            </a:endParaRPr>
          </a:p>
        </p:txBody>
      </p:sp>
    </p:spTree>
    <p:custDataLst>
      <p:tags r:id="rId37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3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6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00"/>
                            </p:stCondLst>
                            <p:childTnLst>
                              <p:par>
                                <p:cTn id="26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500"/>
                            </p:stCondLst>
                            <p:childTnLst>
                              <p:par>
                                <p:cTn id="3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2000"/>
                            </p:stCondLst>
                            <p:childTnLst>
                              <p:par>
                                <p:cTn id="38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2500"/>
                            </p:stCondLst>
                            <p:childTnLst>
                              <p:par>
                                <p:cTn id="44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3000"/>
                            </p:stCondLst>
                            <p:childTnLst>
                              <p:par>
                                <p:cTn id="50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3500"/>
                            </p:stCondLst>
                            <p:childTnLst>
                              <p:par>
                                <p:cTn id="5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4000"/>
                            </p:stCondLst>
                            <p:childTnLst>
                              <p:par>
                                <p:cTn id="60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4500"/>
                            </p:stCondLst>
                            <p:childTnLst>
                              <p:par>
                                <p:cTn id="6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5000"/>
                            </p:stCondLst>
                            <p:childTnLst>
                              <p:par>
                                <p:cTn id="70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5500"/>
                            </p:stCondLst>
                            <p:childTnLst>
                              <p:par>
                                <p:cTn id="7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/>
      <p:bldP spid="38" grpId="0"/>
      <p:bldP spid="39" grpId="0"/>
      <p:bldP spid="40" grpId="0"/>
      <p:bldP spid="41" grpId="0" bldLvl="0" animBg="1"/>
      <p:bldP spid="45" grpId="0" bldLvl="0" animBg="1"/>
      <p:bldP spid="49" grpId="0" bldLvl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</a:pPr>
            <a:r>
              <a:rPr lang="zh-CN" altLang="en-US" sz="6600" dirty="0"/>
              <a:t>感谢您的聆听！</a:t>
            </a:r>
            <a:endParaRPr lang="zh-CN" altLang="en-US" sz="6600" dirty="0"/>
          </a:p>
        </p:txBody>
      </p:sp>
      <p:sp>
        <p:nvSpPr>
          <p:cNvPr id="5" name="标题 1"/>
          <p:cNvSpPr>
            <a:spLocks noGrp="1"/>
          </p:cNvSpPr>
          <p:nvPr/>
        </p:nvSpPr>
        <p:spPr>
          <a:xfrm>
            <a:off x="699398" y="424864"/>
            <a:ext cx="7081521" cy="1838325"/>
          </a:xfrm>
          <a:prstGeom prst="rect">
            <a:avLst/>
          </a:prstGeom>
          <a:noFill/>
        </p:spPr>
        <p:txBody>
          <a:bodyPr vert="horz" wrap="square" lIns="68580" tIns="34290" rIns="68580" bIns="34290" rtlCol="0" anchor="ctr" anchorCtr="0">
            <a:sp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kumimoji="0" lang="en-US" altLang="zh-CN" sz="11500" b="1" i="0" u="none" strike="noStrike" kern="1200" cap="none" spc="600" normalizeH="0" baseline="0" noProof="1" dirty="0">
                <a:solidFill>
                  <a:srgbClr val="8AC6FE">
                    <a:alpha val="31000"/>
                  </a:srgbClr>
                </a:solidFill>
                <a:effectLst/>
                <a:uFillTx/>
                <a:latin typeface="+mj-lt"/>
                <a:ea typeface="+mj-ea"/>
                <a:cs typeface="Open Sans" panose="020B0606030504020204" pitchFamily="34" charset="0"/>
                <a:sym typeface="Open Sans" panose="020B0606030504020204" pitchFamily="34" charset="0"/>
              </a:defRPr>
            </a:lvl1pPr>
          </a:lstStyle>
          <a:p>
            <a:pPr algn="l">
              <a:buNone/>
            </a:pPr>
            <a:r>
              <a:rPr altLang="en-US">
                <a:solidFill>
                  <a:schemeClr val="tx1">
                    <a:alpha val="30980"/>
                  </a:schemeClr>
                </a:solidFill>
              </a:rPr>
              <a:t>SIMPLE</a:t>
            </a:r>
            <a:endParaRPr altLang="en-US">
              <a:solidFill>
                <a:schemeClr val="tx1">
                  <a:alpha val="30980"/>
                </a:schemeClr>
              </a:solidFill>
            </a:endParaRPr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000">
        <p14:vortex dir="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KSO_WM_TAG_VERSION" val="1.0"/>
  <p:tag name="KSO_WM_TEMPLATE_CATEGORY" val="custom"/>
  <p:tag name="KSO_WM_TEMPLATE_INDEX" val="20184553"/>
</p:tagLst>
</file>

<file path=ppt/tags/tag2.xml><?xml version="1.0" encoding="utf-8"?>
<p:tagLst xmlns:p="http://schemas.openxmlformats.org/presentationml/2006/main">
  <p:tag name="KSO_WM_TAG_VERSION" val="1.0"/>
  <p:tag name="KSO_WM_TEMPLATE_CATEGORY" val="custom"/>
  <p:tag name="KSO_WM_TEMPLATE_INDEX" val="20184553"/>
</p:tagLst>
</file>

<file path=ppt/tags/tag3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  <p:tag name="LAYOUTZORDER" val="2"/>
  <p:tag name="KSO_WM_UNIT_ID" val="_1*i*4"/>
  <p:tag name="KSO_WM_UNIT_LAYERLEVEL" val="1"/>
  <p:tag name="KSO_WM_TEMPLATE_USER_THEME" val="1"/>
  <p:tag name="KSO_WM_UNIT_HIGHLIGHT" val="0"/>
  <p:tag name="KSO_WM_UNIT_COMPATIBLE" val="0"/>
  <p:tag name="KSO_WM_UNIT_DIAGRAM_ISNUMVISUAL" val="0"/>
  <p:tag name="KSO_WM_UNIT_DIAGRAM_ISREFERUNIT" val="0"/>
</p:tagLst>
</file>

<file path=ppt/tags/tag4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  <p:tag name="LAYOUTZORDER" val="3"/>
  <p:tag name="KSO_WM_UNIT_ID" val="_1*i*2"/>
  <p:tag name="KSO_WM_UNIT_LAYERLEVEL" val="1"/>
  <p:tag name="KSO_WM_TEMPLATE_USER_THEME" val="1"/>
  <p:tag name="KSO_WM_UNIT_HIGHLIGHT" val="0"/>
  <p:tag name="KSO_WM_UNIT_COMPATIBLE" val="0"/>
  <p:tag name="KSO_WM_UNIT_DIAGRAM_ISNUMVISUAL" val="0"/>
  <p:tag name="KSO_WM_UNIT_DIAGRAM_ISREFERUNIT" val="0"/>
</p:tagLst>
</file>

<file path=ppt/tags/tag5.xml><?xml version="1.0" encoding="utf-8"?>
<p:tagLst xmlns:p="http://schemas.openxmlformats.org/presentationml/2006/main">
  <p:tag name="LAYOUTZORDER" val="4"/>
  <p:tag name="KSO_WM_UNIT_TYPE" val="i"/>
  <p:tag name="KSO_WM_UNIT_ID" val="_1*i*0"/>
  <p:tag name="KSO_WM_BEAUTIFY_FLAG" val="#wm#"/>
  <p:tag name="KSO_WM_TAG_VERSION" val="3.0"/>
  <p:tag name="KSO_WM_UNIT_LAYERLEVEL" val="1"/>
  <p:tag name="KSO_WM_TEMPLATE_USER_THEME" val="1"/>
  <p:tag name="KSO_WM_UNIT_HIGHLIGHT" val="0"/>
  <p:tag name="KSO_WM_UNIT_COMPATIBLE" val="0"/>
  <p:tag name="KSO_WM_UNIT_DIAGRAM_ISNUMVISUAL" val="0"/>
  <p:tag name="KSO_WM_UNIT_DIAGRAM_ISREFERUNIT" val="0"/>
  <p:tag name="KSO_WM_UNIT_INDEX" val="0"/>
</p:tagLst>
</file>

<file path=ppt/tags/tag6.xml><?xml version="1.0" encoding="utf-8"?>
<p:tagLst xmlns:p="http://schemas.openxmlformats.org/presentationml/2006/main">
  <p:tag name="KSO_WM_UNIT_TYPE" val="i"/>
  <p:tag name="KSO_WM_UNIT_INDEX" val="9"/>
  <p:tag name="KSO_WM_BEAUTIFY_FLAG" val="#wm#"/>
  <p:tag name="KSO_WM_TAG_VERSION" val="3.0"/>
  <p:tag name="LAYOUTZORDER" val="5"/>
  <p:tag name="KSO_WM_UNIT_ID" val="_1*i*9"/>
  <p:tag name="KSO_WM_UNIT_LAYERLEVEL" val="1"/>
  <p:tag name="KSO_WM_TEMPLATE_USER_THEME" val="1"/>
  <p:tag name="KSO_WM_UNIT_HIGHLIGHT" val="0"/>
  <p:tag name="KSO_WM_UNIT_COMPATIBLE" val="0"/>
  <p:tag name="KSO_WM_UNIT_DIAGRAM_ISNUMVISUAL" val="0"/>
  <p:tag name="KSO_WM_UNIT_DIAGRAM_ISREFERUNIT" val="0"/>
</p:tagLst>
</file>

<file path=ppt/tags/tag7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LAYOUTZORDER" val="6"/>
  <p:tag name="KSO_WM_UNIT_ID" val="_1*i*1"/>
  <p:tag name="KSO_WM_UNIT_LAYERLEVEL" val="1"/>
  <p:tag name="KSO_WM_TEMPLATE_USER_THEME" val="1"/>
  <p:tag name="KSO_WM_UNIT_HIGHLIGHT" val="0"/>
  <p:tag name="KSO_WM_UNIT_COMPATIBLE" val="0"/>
  <p:tag name="KSO_WM_UNIT_DIAGRAM_ISNUMVISUAL" val="0"/>
  <p:tag name="KSO_WM_UNIT_DIAGRAM_ISREFERUNIT" val="0"/>
</p:tagLst>
</file>

<file path=ppt/tags/tag8.xml><?xml version="1.0" encoding="utf-8"?>
<p:tagLst xmlns:p="http://schemas.openxmlformats.org/presentationml/2006/main">
  <p:tag name="KSO_WM_UNIT_TYPE" val="i"/>
  <p:tag name="KSO_WM_UNIT_INDEX" val="7"/>
  <p:tag name="KSO_WM_BEAUTIFY_FLAG" val="#wm#"/>
  <p:tag name="KSO_WM_TAG_VERSION" val="3.0"/>
  <p:tag name="LAYOUTZORDER" val="7"/>
  <p:tag name="KSO_WM_UNIT_ID" val="_1*i*7"/>
  <p:tag name="KSO_WM_UNIT_LAYERLEVEL" val="1"/>
  <p:tag name="KSO_WM_TEMPLATE_USER_THEME" val="1"/>
  <p:tag name="KSO_WM_UNIT_HIGHLIGHT" val="0"/>
  <p:tag name="KSO_WM_UNIT_COMPATIBLE" val="0"/>
  <p:tag name="KSO_WM_UNIT_DIAGRAM_ISNUMVISUAL" val="0"/>
  <p:tag name="KSO_WM_UNIT_DIAGRAM_ISREFERUNIT" val="0"/>
</p:tagLst>
</file>

<file path=ppt/tags/tag9.xml><?xml version="1.0" encoding="utf-8"?>
<p:tagLst xmlns:p="http://schemas.openxmlformats.org/presentationml/2006/main">
  <p:tag name="KSO_WM_UNIT_TYPE" val="i"/>
  <p:tag name="KSO_WM_UNIT_INDEX" val="5"/>
  <p:tag name="KSO_WM_BEAUTIFY_FLAG" val="#wm#"/>
  <p:tag name="KSO_WM_TAG_VERSION" val="3.0"/>
  <p:tag name="LAYOUTZORDER" val="8"/>
  <p:tag name="KSO_WM_UNIT_ID" val="_1*i*5"/>
  <p:tag name="KSO_WM_UNIT_LAYERLEVEL" val="1"/>
  <p:tag name="KSO_WM_TEMPLATE_USER_THEME" val="1"/>
  <p:tag name="KSO_WM_UNIT_HIGHLIGHT" val="0"/>
  <p:tag name="KSO_WM_UNIT_COMPATIBLE" val="0"/>
  <p:tag name="KSO_WM_UNIT_DIAGRAM_ISNUMVISUAL" val="0"/>
  <p:tag name="KSO_WM_UNIT_DIAGRAM_ISREFERUNIT" val="0"/>
</p:tagLst>
</file>

<file path=ppt/tags/tag10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  <p:tag name="LAYOUTZORDER" val="14"/>
  <p:tag name="KSO_WM_UNIT_ID" val="_1*i*16"/>
  <p:tag name="KSO_WM_UNIT_LAYERLEVEL" val="1"/>
  <p:tag name="KSO_WM_TEMPLATE_USER_THEME" val="1"/>
  <p:tag name="KSO_WM_UNIT_HIGHLIGHT" val="0"/>
  <p:tag name="KSO_WM_UNIT_COMPATIBLE" val="0"/>
  <p:tag name="KSO_WM_UNIT_DIAGRAM_ISNUMVISUAL" val="0"/>
  <p:tag name="KSO_WM_UNIT_DIAGRAM_ISREFERUNIT" val="0"/>
</p:tagLst>
</file>

<file path=ppt/tags/tag11.xml><?xml version="1.0" encoding="utf-8"?>
<p:tagLst xmlns:p="http://schemas.openxmlformats.org/presentationml/2006/main">
  <p:tag name="KSO_WM_UNIT_TYPE" val="i"/>
  <p:tag name="KSO_WM_UNIT_INDEX" val="18"/>
  <p:tag name="KSO_WM_BEAUTIFY_FLAG" val="#wm#"/>
  <p:tag name="KSO_WM_TAG_VERSION" val="3.0"/>
  <p:tag name="LAYOUTZORDER" val="15"/>
  <p:tag name="KSO_WM_UNIT_ID" val="_1*i*18"/>
  <p:tag name="KSO_WM_UNIT_LAYERLEVEL" val="1"/>
  <p:tag name="KSO_WM_TEMPLATE_USER_THEME" val="1"/>
  <p:tag name="KSO_WM_UNIT_HIGHLIGHT" val="0"/>
  <p:tag name="KSO_WM_UNIT_COMPATIBLE" val="0"/>
  <p:tag name="KSO_WM_UNIT_DIAGRAM_ISNUMVISUAL" val="0"/>
  <p:tag name="KSO_WM_UNIT_DIAGRAM_ISREFERUNIT" val="0"/>
</p:tagLst>
</file>

<file path=ppt/tags/tag12.xml><?xml version="1.0" encoding="utf-8"?>
<p:tagLst xmlns:p="http://schemas.openxmlformats.org/presentationml/2006/main">
  <p:tag name="LAYOUTZORDER" val="19"/>
  <p:tag name="KSO_WM_UNIT_TYPE" val="i"/>
  <p:tag name="KSO_WM_UNIT_ID" val="_1*i*0"/>
  <p:tag name="KSO_WM_BEAUTIFY_FLAG" val="#wm#"/>
  <p:tag name="KSO_WM_TAG_VERSION" val="3.0"/>
  <p:tag name="KSO_WM_UNIT_LAYERLEVEL" val="1"/>
  <p:tag name="KSO_WM_TEMPLATE_USER_THEME" val="1"/>
  <p:tag name="KSO_WM_UNIT_HIGHLIGHT" val="0"/>
  <p:tag name="KSO_WM_UNIT_COMPATIBLE" val="0"/>
  <p:tag name="KSO_WM_UNIT_DIAGRAM_ISNUMVISUAL" val="0"/>
  <p:tag name="KSO_WM_UNIT_DIAGRAM_ISREFERUNIT" val="0"/>
  <p:tag name="KSO_WM_UNIT_INDEX" val="0"/>
</p:tagLst>
</file>

<file path=ppt/tags/tag13.xml><?xml version="1.0" encoding="utf-8"?>
<p:tagLst xmlns:p="http://schemas.openxmlformats.org/presentationml/2006/main">
  <p:tag name="LAYOUTZORDER" val="20"/>
  <p:tag name="KSO_WM_UNIT_TYPE" val="i"/>
  <p:tag name="KSO_WM_UNIT_ID" val="_1*i*0"/>
  <p:tag name="KSO_WM_BEAUTIFY_FLAG" val="#wm#"/>
  <p:tag name="KSO_WM_TAG_VERSION" val="3.0"/>
  <p:tag name="KSO_WM_UNIT_LAYERLEVEL" val="1"/>
  <p:tag name="KSO_WM_TEMPLATE_USER_THEME" val="1"/>
  <p:tag name="KSO_WM_UNIT_HIGHLIGHT" val="0"/>
  <p:tag name="KSO_WM_UNIT_COMPATIBLE" val="0"/>
  <p:tag name="KSO_WM_UNIT_DIAGRAM_ISNUMVISUAL" val="0"/>
  <p:tag name="KSO_WM_UNIT_DIAGRAM_ISREFERUNIT" val="0"/>
  <p:tag name="KSO_WM_UNIT_INDEX" val="0"/>
</p:tagLst>
</file>

<file path=ppt/tags/tag14.xml><?xml version="1.0" encoding="utf-8"?>
<p:tagLst xmlns:p="http://schemas.openxmlformats.org/presentationml/2006/main">
  <p:tag name="LAYOUTZORDER" val="21"/>
  <p:tag name="KSO_WM_UNIT_TYPE" val="i"/>
  <p:tag name="KSO_WM_UNIT_ID" val="_1*i*0"/>
  <p:tag name="KSO_WM_BEAUTIFY_FLAG" val="#wm#"/>
  <p:tag name="KSO_WM_TAG_VERSION" val="3.0"/>
  <p:tag name="KSO_WM_UNIT_LAYERLEVEL" val="1"/>
  <p:tag name="KSO_WM_TEMPLATE_USER_THEME" val="1"/>
  <p:tag name="KSO_WM_UNIT_HIGHLIGHT" val="0"/>
  <p:tag name="KSO_WM_UNIT_COMPATIBLE" val="0"/>
  <p:tag name="KSO_WM_UNIT_DIAGRAM_ISNUMVISUAL" val="0"/>
  <p:tag name="KSO_WM_UNIT_DIAGRAM_ISREFERUNIT" val="0"/>
  <p:tag name="KSO_WM_UNIT_INDEX" val="0"/>
</p:tagLst>
</file>

<file path=ppt/tags/tag15.xml><?xml version="1.0" encoding="utf-8"?>
<p:tagLst xmlns:p="http://schemas.openxmlformats.org/presentationml/2006/main">
  <p:tag name="KSO_WM_UNIT_TYPE" val="i"/>
  <p:tag name="KSO_WM_UNIT_INDEX" val="23"/>
  <p:tag name="KSO_WM_BEAUTIFY_FLAG" val="#wm#"/>
  <p:tag name="KSO_WM_TAG_VERSION" val="3.0"/>
  <p:tag name="LAYOUTZORDER" val="22"/>
  <p:tag name="KSO_WM_UNIT_ID" val="_1*i*23"/>
  <p:tag name="KSO_WM_UNIT_LAYERLEVEL" val="1"/>
  <p:tag name="KSO_WM_TEMPLATE_USER_THEME" val="1"/>
  <p:tag name="KSO_WM_UNIT_HIGHLIGHT" val="0"/>
  <p:tag name="KSO_WM_UNIT_COMPATIBLE" val="0"/>
  <p:tag name="KSO_WM_UNIT_DIAGRAM_ISNUMVISUAL" val="0"/>
  <p:tag name="KSO_WM_UNIT_DIAGRAM_ISREFERUNIT" val="0"/>
</p:tagLst>
</file>

<file path=ppt/tags/tag16.xml><?xml version="1.0" encoding="utf-8"?>
<p:tagLst xmlns:p="http://schemas.openxmlformats.org/presentationml/2006/main">
  <p:tag name="LAYOUTZORDER" val="23"/>
  <p:tag name="KSO_WM_UNIT_TYPE" val="i"/>
  <p:tag name="KSO_WM_UNIT_ID" val="_1*i*0"/>
  <p:tag name="KSO_WM_BEAUTIFY_FLAG" val="#wm#"/>
  <p:tag name="KSO_WM_TAG_VERSION" val="3.0"/>
  <p:tag name="KSO_WM_UNIT_LAYERLEVEL" val="1"/>
  <p:tag name="KSO_WM_TEMPLATE_USER_THEME" val="1"/>
  <p:tag name="KSO_WM_UNIT_HIGHLIGHT" val="0"/>
  <p:tag name="KSO_WM_UNIT_COMPATIBLE" val="0"/>
  <p:tag name="KSO_WM_UNIT_DIAGRAM_ISNUMVISUAL" val="0"/>
  <p:tag name="KSO_WM_UNIT_DIAGRAM_ISREFERUNIT" val="0"/>
  <p:tag name="KSO_WM_UNIT_INDEX" val="0"/>
</p:tagLst>
</file>

<file path=ppt/tags/tag17.xml><?xml version="1.0" encoding="utf-8"?>
<p:tagLst xmlns:p="http://schemas.openxmlformats.org/presentationml/2006/main">
  <p:tag name="KSO_WM_UNIT_TYPE" val="i"/>
  <p:tag name="KSO_WM_UNIT_INDEX" val="17"/>
  <p:tag name="KSO_WM_BEAUTIFY_FLAG" val="#wm#"/>
  <p:tag name="KSO_WM_TAG_VERSION" val="3.0"/>
  <p:tag name="LAYOUTZORDER" val="24"/>
  <p:tag name="KSO_WM_UNIT_ID" val="_1*i*17"/>
  <p:tag name="KSO_WM_UNIT_LAYERLEVEL" val="1"/>
  <p:tag name="KSO_WM_TEMPLATE_USER_THEME" val="1"/>
  <p:tag name="KSO_WM_UNIT_HIGHLIGHT" val="0"/>
  <p:tag name="KSO_WM_UNIT_COMPATIBLE" val="0"/>
  <p:tag name="KSO_WM_UNIT_DIAGRAM_ISNUMVISUAL" val="0"/>
  <p:tag name="KSO_WM_UNIT_DIAGRAM_ISREFERUNIT" val="0"/>
</p:tagLst>
</file>

<file path=ppt/tags/tag18.xml><?xml version="1.0" encoding="utf-8"?>
<p:tagLst xmlns:p="http://schemas.openxmlformats.org/presentationml/2006/main">
  <p:tag name="LAYOUTZORDER" val="25"/>
  <p:tag name="KSO_WM_UNIT_TYPE" val="i"/>
  <p:tag name="KSO_WM_UNIT_ID" val="_1*i*0"/>
  <p:tag name="KSO_WM_BEAUTIFY_FLAG" val="#wm#"/>
  <p:tag name="KSO_WM_TAG_VERSION" val="3.0"/>
  <p:tag name="KSO_WM_UNIT_LAYERLEVEL" val="1"/>
  <p:tag name="KSO_WM_TEMPLATE_USER_THEME" val="1"/>
  <p:tag name="KSO_WM_UNIT_HIGHLIGHT" val="0"/>
  <p:tag name="KSO_WM_UNIT_COMPATIBLE" val="0"/>
  <p:tag name="KSO_WM_UNIT_DIAGRAM_ISNUMVISUAL" val="0"/>
  <p:tag name="KSO_WM_UNIT_DIAGRAM_ISREFERUNIT" val="0"/>
  <p:tag name="KSO_WM_UNIT_INDEX" val="0"/>
</p:tagLst>
</file>

<file path=ppt/tags/tag19.xml><?xml version="1.0" encoding="utf-8"?>
<p:tagLst xmlns:p="http://schemas.openxmlformats.org/presentationml/2006/main">
  <p:tag name="LAYOUTZORDER" val="28"/>
  <p:tag name="KSO_WM_UNIT_TYPE" val="i"/>
  <p:tag name="KSO_WM_UNIT_ID" val="_1*i*0"/>
  <p:tag name="KSO_WM_BEAUTIFY_FLAG" val="#wm#"/>
  <p:tag name="KSO_WM_TAG_VERSION" val="3.0"/>
  <p:tag name="KSO_WM_UNIT_LAYERLEVEL" val="1"/>
  <p:tag name="KSO_WM_TEMPLATE_USER_THEME" val="1"/>
  <p:tag name="KSO_WM_UNIT_HIGHLIGHT" val="0"/>
  <p:tag name="KSO_WM_UNIT_COMPATIBLE" val="0"/>
  <p:tag name="KSO_WM_UNIT_DIAGRAM_ISNUMVISUAL" val="0"/>
  <p:tag name="KSO_WM_UNIT_DIAGRAM_ISREFERUNIT" val="0"/>
  <p:tag name="KSO_WM_UNIT_INDEX" val="0"/>
</p:tagLst>
</file>

<file path=ppt/tags/tag20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  <p:tag name="LAYOUTZORDER" val="29"/>
  <p:tag name="KSO_WM_UNIT_ID" val="_1*i*6"/>
  <p:tag name="KSO_WM_UNIT_LAYERLEVEL" val="1"/>
  <p:tag name="KSO_WM_TEMPLATE_USER_THEME" val="1"/>
  <p:tag name="KSO_WM_UNIT_HIGHLIGHT" val="0"/>
  <p:tag name="KSO_WM_UNIT_COMPATIBLE" val="0"/>
  <p:tag name="KSO_WM_UNIT_DIAGRAM_ISNUMVISUAL" val="0"/>
  <p:tag name="KSO_WM_UNIT_DIAGRAM_ISREFERUNIT" val="0"/>
</p:tagLst>
</file>

<file path=ppt/tags/tag21.xml><?xml version="1.0" encoding="utf-8"?>
<p:tagLst xmlns:p="http://schemas.openxmlformats.org/presentationml/2006/main">
  <p:tag name="KSO_WM_UNIT_TYPE" val="i"/>
  <p:tag name="KSO_WM_UNIT_INDEX" val="20"/>
  <p:tag name="KSO_WM_BEAUTIFY_FLAG" val="#wm#"/>
  <p:tag name="KSO_WM_TAG_VERSION" val="3.0"/>
  <p:tag name="LAYOUTZORDER" val="30"/>
  <p:tag name="KSO_WM_UNIT_ID" val="_1*i*20"/>
  <p:tag name="KSO_WM_UNIT_LAYERLEVEL" val="1"/>
  <p:tag name="KSO_WM_TEMPLATE_USER_THEME" val="1"/>
  <p:tag name="KSO_WM_UNIT_HIGHLIGHT" val="0"/>
  <p:tag name="KSO_WM_UNIT_COMPATIBLE" val="0"/>
  <p:tag name="KSO_WM_UNIT_DIAGRAM_ISNUMVISUAL" val="0"/>
  <p:tag name="KSO_WM_UNIT_DIAGRAM_ISREFERUNIT" val="0"/>
</p:tagLst>
</file>

<file path=ppt/tags/tag22.xml><?xml version="1.0" encoding="utf-8"?>
<p:tagLst xmlns:p="http://schemas.openxmlformats.org/presentationml/2006/main">
  <p:tag name="KSO_WM_UNIT_TYPE" val="i"/>
  <p:tag name="KSO_WM_UNIT_INDEX" val="19"/>
  <p:tag name="KSO_WM_BEAUTIFY_FLAG" val="#wm#"/>
  <p:tag name="KSO_WM_TAG_VERSION" val="3.0"/>
  <p:tag name="LAYOUTZORDER" val="31"/>
  <p:tag name="KSO_WM_UNIT_ID" val="_1*i*19"/>
  <p:tag name="KSO_WM_UNIT_LAYERLEVEL" val="1"/>
  <p:tag name="KSO_WM_TEMPLATE_USER_THEME" val="1"/>
  <p:tag name="KSO_WM_UNIT_HIGHLIGHT" val="0"/>
  <p:tag name="KSO_WM_UNIT_COMPATIBLE" val="0"/>
  <p:tag name="KSO_WM_UNIT_DIAGRAM_ISNUMVISUAL" val="0"/>
  <p:tag name="KSO_WM_UNIT_DIAGRAM_ISREFERUNIT" val="0"/>
</p:tagLst>
</file>

<file path=ppt/tags/tag23.xml><?xml version="1.0" encoding="utf-8"?>
<p:tagLst xmlns:p="http://schemas.openxmlformats.org/presentationml/2006/main">
  <p:tag name="KSO_WM_UNIT_TYPE" val="i"/>
  <p:tag name="KSO_WM_UNIT_INDEX" val="21"/>
  <p:tag name="KSO_WM_BEAUTIFY_FLAG" val="#wm#"/>
  <p:tag name="KSO_WM_TAG_VERSION" val="3.0"/>
  <p:tag name="LAYOUTZORDER" val="32"/>
  <p:tag name="KSO_WM_UNIT_ID" val="_1*i*21"/>
  <p:tag name="KSO_WM_UNIT_LAYERLEVEL" val="1"/>
  <p:tag name="KSO_WM_TEMPLATE_USER_THEME" val="1"/>
  <p:tag name="KSO_WM_UNIT_HIGHLIGHT" val="0"/>
  <p:tag name="KSO_WM_UNIT_COMPATIBLE" val="0"/>
  <p:tag name="KSO_WM_UNIT_DIAGRAM_ISNUMVISUAL" val="0"/>
  <p:tag name="KSO_WM_UNIT_DIAGRAM_ISREFERUNIT" val="0"/>
</p:tagLst>
</file>

<file path=ppt/tags/tag24.xml><?xml version="1.0" encoding="utf-8"?>
<p:tagLst xmlns:p="http://schemas.openxmlformats.org/presentationml/2006/main">
  <p:tag name="KSO_WM_UNIT_TYPE" val="i"/>
  <p:tag name="KSO_WM_UNIT_INDEX" val="3"/>
  <p:tag name="KSO_WM_BEAUTIFY_FLAG" val="#wm#"/>
  <p:tag name="KSO_WM_TAG_VERSION" val="3.0"/>
  <p:tag name="LAYOUTZORDER" val="33"/>
  <p:tag name="KSO_WM_UNIT_ID" val="_1*i*3"/>
  <p:tag name="KSO_WM_UNIT_LAYERLEVEL" val="1"/>
  <p:tag name="KSO_WM_TEMPLATE_USER_THEME" val="1"/>
  <p:tag name="KSO_WM_UNIT_HIGHLIGHT" val="0"/>
  <p:tag name="KSO_WM_UNIT_COMPATIBLE" val="0"/>
  <p:tag name="KSO_WM_UNIT_DIAGRAM_ISNUMVISUAL" val="0"/>
  <p:tag name="KSO_WM_UNIT_DIAGRAM_ISREFERUNIT" val="0"/>
</p:tagLst>
</file>

<file path=ppt/tags/tag25.xml><?xml version="1.0" encoding="utf-8"?>
<p:tagLst xmlns:p="http://schemas.openxmlformats.org/presentationml/2006/main">
  <p:tag name="KSO_WM_UNIT_TYPE" val="i"/>
  <p:tag name="KSO_WM_UNIT_INDEX" val="22"/>
  <p:tag name="KSO_WM_BEAUTIFY_FLAG" val="#wm#"/>
  <p:tag name="KSO_WM_TAG_VERSION" val="3.0"/>
  <p:tag name="LAYOUTZORDER" val="34"/>
  <p:tag name="KSO_WM_UNIT_ID" val="_1*i*22"/>
  <p:tag name="KSO_WM_UNIT_LAYERLEVEL" val="1"/>
  <p:tag name="KSO_WM_TEMPLATE_USER_THEME" val="1"/>
  <p:tag name="KSO_WM_UNIT_HIGHLIGHT" val="0"/>
  <p:tag name="KSO_WM_UNIT_COMPATIBLE" val="0"/>
  <p:tag name="KSO_WM_UNIT_DIAGRAM_ISNUMVISUAL" val="0"/>
  <p:tag name="KSO_WM_UNIT_DIAGRAM_ISREFERUNIT" val="0"/>
</p:tagLst>
</file>

<file path=ppt/tags/tag26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  <p:tag name="LAYOUTZORDER" val="35"/>
  <p:tag name="KSO_WM_UNIT_ID" val="_1*i*8"/>
  <p:tag name="KSO_WM_UNIT_LAYERLEVEL" val="1"/>
  <p:tag name="KSO_WM_TEMPLATE_USER_THEME" val="1"/>
  <p:tag name="KSO_WM_UNIT_HIGHLIGHT" val="0"/>
  <p:tag name="KSO_WM_UNIT_COMPATIBLE" val="0"/>
  <p:tag name="KSO_WM_UNIT_DIAGRAM_ISNUMVISUAL" val="0"/>
  <p:tag name="KSO_WM_UNIT_DIAGRAM_ISREFERUNIT" val="0"/>
</p:tagLst>
</file>

<file path=ppt/tags/tag27.xml><?xml version="1.0" encoding="utf-8"?>
<p:tagLst xmlns:p="http://schemas.openxmlformats.org/presentationml/2006/main">
  <p:tag name="LAYOUTZORDER" val="36"/>
  <p:tag name="KSO_WM_UNIT_TYPE" val="i"/>
  <p:tag name="KSO_WM_UNIT_ID" val="_1*i*0"/>
  <p:tag name="KSO_WM_BEAUTIFY_FLAG" val="#wm#"/>
  <p:tag name="KSO_WM_TAG_VERSION" val="3.0"/>
  <p:tag name="KSO_WM_UNIT_LAYERLEVEL" val="1"/>
  <p:tag name="KSO_WM_TEMPLATE_USER_THEME" val="1"/>
  <p:tag name="KSO_WM_UNIT_HIGHLIGHT" val="0"/>
  <p:tag name="KSO_WM_UNIT_COMPATIBLE" val="0"/>
  <p:tag name="KSO_WM_UNIT_DIAGRAM_ISNUMVISUAL" val="0"/>
  <p:tag name="KSO_WM_UNIT_DIAGRAM_ISREFERUNIT" val="0"/>
  <p:tag name="KSO_WM_UNIT_INDEX" val="0"/>
</p:tagLst>
</file>

<file path=ppt/tags/tag28.xml><?xml version="1.0" encoding="utf-8"?>
<p:tagLst xmlns:p="http://schemas.openxmlformats.org/presentationml/2006/main">
  <p:tag name="LAYOUTZORDER" val="37"/>
  <p:tag name="KSO_WM_UNIT_TYPE" val="i"/>
  <p:tag name="KSO_WM_UNIT_ID" val="_1*i*0"/>
  <p:tag name="KSO_WM_BEAUTIFY_FLAG" val="#wm#"/>
  <p:tag name="KSO_WM_TAG_VERSION" val="3.0"/>
  <p:tag name="KSO_WM_UNIT_LAYERLEVEL" val="1"/>
  <p:tag name="KSO_WM_TEMPLATE_USER_THEME" val="1"/>
  <p:tag name="KSO_WM_UNIT_HIGHLIGHT" val="0"/>
  <p:tag name="KSO_WM_UNIT_COMPATIBLE" val="0"/>
  <p:tag name="KSO_WM_UNIT_DIAGRAM_ISNUMVISUAL" val="0"/>
  <p:tag name="KSO_WM_UNIT_DIAGRAM_ISREFERUNIT" val="0"/>
  <p:tag name="KSO_WM_UNIT_INDEX" val="0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f*2"/>
  <p:tag name="KSO_WM_UNIT_LAYERLEVEL" val="1"/>
  <p:tag name="KSO_WM_TAG_VERSION" val="3.0"/>
  <p:tag name="KSO_WM_BEAUTIFY_FLAG" val="#wm#"/>
  <p:tag name="KSO_WM_UNIT_SUBTYPE" val="b"/>
  <p:tag name="KSO_WM_UNIT_PRESET_TEXT" val="署名"/>
  <p:tag name="KSO_WM_UNIT_NOCLEAR" val="0"/>
  <p:tag name="KSO_WM_UNIT_VALUE" val="24"/>
  <p:tag name="KSO_WM_UNIT_TYPE" val="f"/>
  <p:tag name="KSO_WM_UNIT_INDEX" val="2"/>
  <p:tag name="KSO_WM_UNIT_TEXT_LAYER_COUNT" val="1"/>
</p:tagLst>
</file>

<file path=ppt/tags/tag30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1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13"/>
</p:tagLst>
</file>

<file path=ppt/tags/tag31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  <p:tag name="KSO_WM_UNIT_PRESET_TEXT" val="单击此处编辑副标题"/>
  <p:tag name="KSO_WM_UNIT_ID" val="_1*b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37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TYPE" val="f"/>
  <p:tag name="KSO_WM_UNIT_INDEX" val="1"/>
  <p:tag name="KSO_WM_UNIT_TEXT_LAYER_COUNT" val="1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37.xml><?xml version="1.0" encoding="utf-8"?>
<p:tagLst xmlns:p="http://schemas.openxmlformats.org/presentationml/2006/main">
  <p:tag name="LAYOUTZORDER" val="19"/>
  <p:tag name="KSO_WM_UNIT_TYPE" val="i"/>
  <p:tag name="KSO_WM_UNIT_ID" val="_3*i*0"/>
  <p:tag name="KSO_WM_BEAUTIFY_FLAG" val="#wm#"/>
  <p:tag name="KSO_WM_TAG_VERSION" val="3.0"/>
  <p:tag name="KSO_WM_UNIT_LAYERLEVEL" val="1"/>
  <p:tag name="KSO_WM_TEMPLATE_USER_THEME" val="1"/>
  <p:tag name="KSO_WM_UNIT_HIGHLIGHT" val="0"/>
  <p:tag name="KSO_WM_UNIT_COMPATIBLE" val="0"/>
  <p:tag name="KSO_WM_UNIT_DIAGRAM_ISNUMVISUAL" val="0"/>
  <p:tag name="KSO_WM_UNIT_DIAGRAM_ISREFERUNIT" val="0"/>
  <p:tag name="KSO_WM_UNIT_INDEX" val="0"/>
</p:tagLst>
</file>

<file path=ppt/tags/tag38.xml><?xml version="1.0" encoding="utf-8"?>
<p:tagLst xmlns:p="http://schemas.openxmlformats.org/presentationml/2006/main">
  <p:tag name="LAYOUTZORDER" val="20"/>
  <p:tag name="KSO_WM_UNIT_TYPE" val="i"/>
  <p:tag name="KSO_WM_UNIT_ID" val="_3*i*0"/>
  <p:tag name="KSO_WM_BEAUTIFY_FLAG" val="#wm#"/>
  <p:tag name="KSO_WM_TAG_VERSION" val="3.0"/>
  <p:tag name="KSO_WM_UNIT_LAYERLEVEL" val="1"/>
  <p:tag name="KSO_WM_TEMPLATE_USER_THEME" val="1"/>
  <p:tag name="KSO_WM_UNIT_HIGHLIGHT" val="0"/>
  <p:tag name="KSO_WM_UNIT_COMPATIBLE" val="0"/>
  <p:tag name="KSO_WM_UNIT_DIAGRAM_ISNUMVISUAL" val="0"/>
  <p:tag name="KSO_WM_UNIT_DIAGRAM_ISREFERUNIT" val="0"/>
  <p:tag name="KSO_WM_UNIT_INDEX" val="0"/>
</p:tagLst>
</file>

<file path=ppt/tags/tag39.xml><?xml version="1.0" encoding="utf-8"?>
<p:tagLst xmlns:p="http://schemas.openxmlformats.org/presentationml/2006/main">
  <p:tag name="LAYOUTZORDER" val="21"/>
  <p:tag name="KSO_WM_UNIT_TYPE" val="i"/>
  <p:tag name="KSO_WM_UNIT_ID" val="_3*i*0"/>
  <p:tag name="KSO_WM_BEAUTIFY_FLAG" val="#wm#"/>
  <p:tag name="KSO_WM_TAG_VERSION" val="3.0"/>
  <p:tag name="KSO_WM_UNIT_LAYERLEVEL" val="1"/>
  <p:tag name="KSO_WM_TEMPLATE_USER_THEME" val="1"/>
  <p:tag name="KSO_WM_UNIT_HIGHLIGHT" val="0"/>
  <p:tag name="KSO_WM_UNIT_COMPATIBLE" val="0"/>
  <p:tag name="KSO_WM_UNIT_DIAGRAM_ISNUMVISUAL" val="0"/>
  <p:tag name="KSO_WM_UNIT_DIAGRAM_ISREFERUNIT" val="0"/>
  <p:tag name="KSO_WM_UNIT_INDEX" val="0"/>
</p:tagLst>
</file>

<file path=ppt/tags/tag40.xml><?xml version="1.0" encoding="utf-8"?>
<p:tagLst xmlns:p="http://schemas.openxmlformats.org/presentationml/2006/main">
  <p:tag name="KSO_WM_UNIT_TYPE" val="i"/>
  <p:tag name="KSO_WM_UNIT_INDEX" val="23"/>
  <p:tag name="KSO_WM_BEAUTIFY_FLAG" val="#wm#"/>
  <p:tag name="KSO_WM_TAG_VERSION" val="3.0"/>
  <p:tag name="LAYOUTZORDER" val="22"/>
  <p:tag name="KSO_WM_UNIT_ID" val="_3*i*23"/>
  <p:tag name="KSO_WM_UNIT_LAYERLEVEL" val="1"/>
  <p:tag name="KSO_WM_TEMPLATE_USER_THEME" val="1"/>
  <p:tag name="KSO_WM_UNIT_HIGHLIGHT" val="0"/>
  <p:tag name="KSO_WM_UNIT_COMPATIBLE" val="0"/>
  <p:tag name="KSO_WM_UNIT_DIAGRAM_ISNUMVISUAL" val="0"/>
  <p:tag name="KSO_WM_UNIT_DIAGRAM_ISREFERUNIT" val="0"/>
</p:tagLst>
</file>

<file path=ppt/tags/tag41.xml><?xml version="1.0" encoding="utf-8"?>
<p:tagLst xmlns:p="http://schemas.openxmlformats.org/presentationml/2006/main">
  <p:tag name="LAYOUTZORDER" val="23"/>
  <p:tag name="KSO_WM_UNIT_TYPE" val="i"/>
  <p:tag name="KSO_WM_UNIT_ID" val="_3*i*0"/>
  <p:tag name="KSO_WM_BEAUTIFY_FLAG" val="#wm#"/>
  <p:tag name="KSO_WM_TAG_VERSION" val="3.0"/>
  <p:tag name="KSO_WM_UNIT_LAYERLEVEL" val="1"/>
  <p:tag name="KSO_WM_TEMPLATE_USER_THEME" val="1"/>
  <p:tag name="KSO_WM_UNIT_HIGHLIGHT" val="0"/>
  <p:tag name="KSO_WM_UNIT_COMPATIBLE" val="0"/>
  <p:tag name="KSO_WM_UNIT_DIAGRAM_ISNUMVISUAL" val="0"/>
  <p:tag name="KSO_WM_UNIT_DIAGRAM_ISREFERUNIT" val="0"/>
  <p:tag name="KSO_WM_UNIT_INDEX" val="0"/>
</p:tagLst>
</file>

<file path=ppt/tags/tag42.xml><?xml version="1.0" encoding="utf-8"?>
<p:tagLst xmlns:p="http://schemas.openxmlformats.org/presentationml/2006/main">
  <p:tag name="KSO_WM_UNIT_TYPE" val="i"/>
  <p:tag name="KSO_WM_UNIT_INDEX" val="17"/>
  <p:tag name="KSO_WM_BEAUTIFY_FLAG" val="#wm#"/>
  <p:tag name="KSO_WM_TAG_VERSION" val="3.0"/>
  <p:tag name="LAYOUTZORDER" val="24"/>
  <p:tag name="KSO_WM_UNIT_ID" val="_3*i*17"/>
  <p:tag name="KSO_WM_UNIT_LAYERLEVEL" val="1"/>
  <p:tag name="KSO_WM_TEMPLATE_USER_THEME" val="1"/>
  <p:tag name="KSO_WM_UNIT_HIGHLIGHT" val="0"/>
  <p:tag name="KSO_WM_UNIT_COMPATIBLE" val="0"/>
  <p:tag name="KSO_WM_UNIT_DIAGRAM_ISNUMVISUAL" val="0"/>
  <p:tag name="KSO_WM_UNIT_DIAGRAM_ISREFERUNIT" val="0"/>
</p:tagLst>
</file>

<file path=ppt/tags/tag43.xml><?xml version="1.0" encoding="utf-8"?>
<p:tagLst xmlns:p="http://schemas.openxmlformats.org/presentationml/2006/main">
  <p:tag name="LAYOUTZORDER" val="25"/>
  <p:tag name="KSO_WM_UNIT_TYPE" val="i"/>
  <p:tag name="KSO_WM_UNIT_ID" val="_3*i*0"/>
  <p:tag name="KSO_WM_BEAUTIFY_FLAG" val="#wm#"/>
  <p:tag name="KSO_WM_TAG_VERSION" val="3.0"/>
  <p:tag name="KSO_WM_UNIT_LAYERLEVEL" val="1"/>
  <p:tag name="KSO_WM_TEMPLATE_USER_THEME" val="1"/>
  <p:tag name="KSO_WM_UNIT_HIGHLIGHT" val="0"/>
  <p:tag name="KSO_WM_UNIT_COMPATIBLE" val="0"/>
  <p:tag name="KSO_WM_UNIT_DIAGRAM_ISNUMVISUAL" val="0"/>
  <p:tag name="KSO_WM_UNIT_DIAGRAM_ISREFERUNIT" val="0"/>
  <p:tag name="KSO_WM_UNIT_INDEX" val="0"/>
</p:tagLst>
</file>

<file path=ppt/tags/tag44.xml><?xml version="1.0" encoding="utf-8"?>
<p:tagLst xmlns:p="http://schemas.openxmlformats.org/presentationml/2006/main">
  <p:tag name="LAYOUTZORDER" val="3"/>
  <p:tag name="KSO_WM_UNIT_ID" val="_3*i*10"/>
  <p:tag name="KSO_WM_BEAUTIFY_FLAG" val="#wm#"/>
  <p:tag name="KSO_WM_TAG_VERSION" val="3.0"/>
  <p:tag name="KSO_WM_UNIT_LAYERLEVEL" val="1"/>
  <p:tag name="KSO_WM_TEMPLATE_USER_THEME" val="1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0"/>
</p:tagLst>
</file>

<file path=ppt/tags/tag45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SCONTENTSTITLE" val="1"/>
  <p:tag name="LAYOUTZORDER" val="5"/>
  <p:tag name="KSO_WM_UNIT_ID" val="_3*i*1"/>
  <p:tag name="KSO_WM_UNIT_LAYERLEVEL" val="1"/>
  <p:tag name="KSO_WM_TEMPLATE_USER_THEME" val="1"/>
  <p:tag name="KSO_WM_UNIT_HIGHLIGHT" val="0"/>
  <p:tag name="KSO_WM_UNIT_COMPATIBLE" val="0"/>
  <p:tag name="KSO_WM_UNIT_DIAGRAM_ISNUMVISUAL" val="0"/>
  <p:tag name="KSO_WM_UNIT_DIAGRAM_ISREFERUNIT" val="0"/>
</p:tagLst>
</file>

<file path=ppt/tags/tag46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  <p:tag name="KSO_WM_UNIT_ISCONTENTSTITLE" val="1"/>
  <p:tag name="LAYOUTZORDER" val="39"/>
  <p:tag name="KSO_WM_UNIT_ID" val="_3*i*2"/>
  <p:tag name="KSO_WM_UNIT_LAYERLEVEL" val="1"/>
  <p:tag name="KSO_WM_TEMPLATE_USER_THEME" val="1"/>
  <p:tag name="KSO_WM_UNIT_HIGHLIGHT" val="0"/>
  <p:tag name="KSO_WM_UNIT_COMPATIBLE" val="0"/>
  <p:tag name="KSO_WM_UNIT_DIAGRAM_ISNUMVISUAL" val="0"/>
  <p:tag name="KSO_WM_UNIT_DIAGRAM_ISREFERUNIT" val="0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a*1"/>
  <p:tag name="KSO_WM_UNIT_LAYERLEVEL" val="1"/>
  <p:tag name="KSO_WM_TAG_VERSION" val="3.0"/>
  <p:tag name="KSO_WM_BEAUTIFY_FLAG" val="#wm#"/>
  <p:tag name="KSO_WM_UNIT_ISCONTENTSTITLE" val="1"/>
  <p:tag name="KSO_WM_UNIT_ISNUMDGMTITLE" val="0"/>
  <p:tag name="KSO_WM_UNIT_PRESET_TEXT" val="标题"/>
  <p:tag name="KSO_WM_UNIT_NOCLEAR" val="0"/>
  <p:tag name="KSO_WM_UNIT_VALUE" val="3"/>
  <p:tag name="KSO_WM_UNIT_TYPE" val="a"/>
  <p:tag name="KSO_WM_UNIT_INDEX" val="1"/>
  <p:tag name="KSO_WM_TEMPLATE_USER_THEME" val="1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  <p:tag name="KSO_WM_TEMPLATE_USER_THEME" val="1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  <p:tag name="KSO_WM_TEMPLATE_USER_THEME" val="1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  <p:tag name="KSO_WM_TEMPLATE_USER_THEME" val="1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11"/>
  <p:tag name="KSO_WM_UNIT_LAYERLEVEL" val="1"/>
  <p:tag name="KSO_WM_TAG_VERSION" val="3.0"/>
  <p:tag name="KSO_WM_BEAUTIFY_FLAG" val="#wm#"/>
  <p:tag name="KSO_WM_UNIT_TYPE" val="i"/>
  <p:tag name="KSO_WM_UNIT_INDEX" val="11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12"/>
  <p:tag name="KSO_WM_UNIT_LAYERLEVEL" val="1"/>
  <p:tag name="KSO_WM_TAG_VERSION" val="3.0"/>
  <p:tag name="KSO_WM_BEAUTIFY_FLAG" val="#wm#"/>
  <p:tag name="KSO_WM_UNIT_TYPE" val="i"/>
  <p:tag name="KSO_WM_UNIT_INDEX" val="12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13"/>
  <p:tag name="KSO_WM_UNIT_LAYERLEVEL" val="1"/>
  <p:tag name="KSO_WM_TAG_VERSION" val="3.0"/>
  <p:tag name="KSO_WM_BEAUTIFY_FLAG" val="#wm#"/>
  <p:tag name="KSO_WM_UNIT_TYPE" val="i"/>
  <p:tag name="KSO_WM_UNIT_INDEX" val="13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14"/>
  <p:tag name="KSO_WM_UNIT_LAYERLEVEL" val="1"/>
  <p:tag name="KSO_WM_TAG_VERSION" val="3.0"/>
  <p:tag name="KSO_WM_BEAUTIFY_FLAG" val="#wm#"/>
  <p:tag name="KSO_WM_UNIT_TYPE" val="i"/>
  <p:tag name="KSO_WM_UNIT_INDEX" val="14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15"/>
  <p:tag name="KSO_WM_UNIT_LAYERLEVEL" val="1"/>
  <p:tag name="KSO_WM_TAG_VERSION" val="3.0"/>
  <p:tag name="KSO_WM_BEAUTIFY_FLAG" val="#wm#"/>
  <p:tag name="KSO_WM_UNIT_TYPE" val="i"/>
  <p:tag name="KSO_WM_UNIT_INDEX" val="15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16"/>
  <p:tag name="KSO_WM_UNIT_LAYERLEVEL" val="1"/>
  <p:tag name="KSO_WM_TAG_VERSION" val="3.0"/>
  <p:tag name="KSO_WM_BEAUTIFY_FLAG" val="#wm#"/>
  <p:tag name="KSO_WM_UNIT_TYPE" val="i"/>
  <p:tag name="KSO_WM_UNIT_INDEX" val="16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17"/>
  <p:tag name="KSO_WM_UNIT_LAYERLEVEL" val="1"/>
  <p:tag name="KSO_WM_TAG_VERSION" val="3.0"/>
  <p:tag name="KSO_WM_BEAUTIFY_FLAG" val="#wm#"/>
  <p:tag name="KSO_WM_UNIT_TYPE" val="i"/>
  <p:tag name="KSO_WM_UNIT_INDEX" val="17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18"/>
  <p:tag name="KSO_WM_UNIT_LAYERLEVEL" val="1"/>
  <p:tag name="KSO_WM_TAG_VERSION" val="3.0"/>
  <p:tag name="KSO_WM_BEAUTIFY_FLAG" val="#wm#"/>
  <p:tag name="KSO_WM_UNIT_TYPE" val="i"/>
  <p:tag name="KSO_WM_UNIT_INDEX" val="18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19"/>
  <p:tag name="KSO_WM_UNIT_LAYERLEVEL" val="1"/>
  <p:tag name="KSO_WM_TAG_VERSION" val="3.0"/>
  <p:tag name="KSO_WM_BEAUTIFY_FLAG" val="#wm#"/>
  <p:tag name="KSO_WM_UNIT_TYPE" val="i"/>
  <p:tag name="KSO_WM_UNIT_INDEX" val="19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20"/>
  <p:tag name="KSO_WM_UNIT_LAYERLEVEL" val="1"/>
  <p:tag name="KSO_WM_TAG_VERSION" val="3.0"/>
  <p:tag name="KSO_WM_BEAUTIFY_FLAG" val="#wm#"/>
  <p:tag name="KSO_WM_UNIT_TYPE" val="i"/>
  <p:tag name="KSO_WM_UNIT_INDEX" val="20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21"/>
  <p:tag name="KSO_WM_UNIT_LAYERLEVEL" val="1"/>
  <p:tag name="KSO_WM_TAG_VERSION" val="3.0"/>
  <p:tag name="KSO_WM_BEAUTIFY_FLAG" val="#wm#"/>
  <p:tag name="KSO_WM_UNIT_TYPE" val="i"/>
  <p:tag name="KSO_WM_UNIT_INDEX" val="21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22"/>
  <p:tag name="KSO_WM_UNIT_LAYERLEVEL" val="1"/>
  <p:tag name="KSO_WM_TAG_VERSION" val="3.0"/>
  <p:tag name="KSO_WM_BEAUTIFY_FLAG" val="#wm#"/>
  <p:tag name="KSO_WM_UNIT_TYPE" val="i"/>
  <p:tag name="KSO_WM_UNIT_INDEX" val="22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23"/>
  <p:tag name="KSO_WM_UNIT_LAYERLEVEL" val="1"/>
  <p:tag name="KSO_WM_TAG_VERSION" val="3.0"/>
  <p:tag name="KSO_WM_BEAUTIFY_FLAG" val="#wm#"/>
  <p:tag name="KSO_WM_UNIT_TYPE" val="i"/>
  <p:tag name="KSO_WM_UNIT_INDEX" val="23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24"/>
  <p:tag name="KSO_WM_UNIT_LAYERLEVEL" val="1"/>
  <p:tag name="KSO_WM_TAG_VERSION" val="3.0"/>
  <p:tag name="KSO_WM_BEAUTIFY_FLAG" val="#wm#"/>
  <p:tag name="KSO_WM_UNIT_TYPE" val="i"/>
  <p:tag name="KSO_WM_UNIT_INDEX" val="24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25"/>
  <p:tag name="KSO_WM_UNIT_LAYERLEVEL" val="1"/>
  <p:tag name="KSO_WM_TAG_VERSION" val="3.0"/>
  <p:tag name="KSO_WM_BEAUTIFY_FLAG" val="#wm#"/>
  <p:tag name="KSO_WM_UNIT_TYPE" val="i"/>
  <p:tag name="KSO_WM_UNIT_INDEX" val="25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26"/>
  <p:tag name="KSO_WM_UNIT_LAYERLEVEL" val="1"/>
  <p:tag name="KSO_WM_TAG_VERSION" val="3.0"/>
  <p:tag name="KSO_WM_BEAUTIFY_FLAG" val="#wm#"/>
  <p:tag name="KSO_WM_UNIT_TYPE" val="i"/>
  <p:tag name="KSO_WM_UNIT_INDEX" val="26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27"/>
  <p:tag name="KSO_WM_UNIT_LAYERLEVEL" val="1"/>
  <p:tag name="KSO_WM_TAG_VERSION" val="3.0"/>
  <p:tag name="KSO_WM_BEAUTIFY_FLAG" val="#wm#"/>
  <p:tag name="KSO_WM_UNIT_TYPE" val="i"/>
  <p:tag name="KSO_WM_UNIT_INDEX" val="27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28"/>
  <p:tag name="KSO_WM_UNIT_LAYERLEVEL" val="1"/>
  <p:tag name="KSO_WM_TAG_VERSION" val="3.0"/>
  <p:tag name="KSO_WM_BEAUTIFY_FLAG" val="#wm#"/>
  <p:tag name="KSO_WM_UNIT_TYPE" val="i"/>
  <p:tag name="KSO_WM_UNIT_INDEX" val="28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29"/>
  <p:tag name="KSO_WM_UNIT_LAYERLEVEL" val="1"/>
  <p:tag name="KSO_WM_TAG_VERSION" val="3.0"/>
  <p:tag name="KSO_WM_BEAUTIFY_FLAG" val="#wm#"/>
  <p:tag name="KSO_WM_UNIT_TYPE" val="i"/>
  <p:tag name="KSO_WM_UNIT_INDEX" val="29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30"/>
  <p:tag name="KSO_WM_UNIT_LAYERLEVEL" val="1"/>
  <p:tag name="KSO_WM_TAG_VERSION" val="3.0"/>
  <p:tag name="KSO_WM_BEAUTIFY_FLAG" val="#wm#"/>
  <p:tag name="KSO_WM_UNIT_TYPE" val="i"/>
  <p:tag name="KSO_WM_UNIT_INDEX" val="30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31"/>
  <p:tag name="KSO_WM_UNIT_LAYERLEVEL" val="1"/>
  <p:tag name="KSO_WM_TAG_VERSION" val="3.0"/>
  <p:tag name="KSO_WM_BEAUTIFY_FLAG" val="#wm#"/>
  <p:tag name="KSO_WM_UNIT_TYPE" val="i"/>
  <p:tag name="KSO_WM_UNIT_INDEX" val="31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32"/>
  <p:tag name="KSO_WM_UNIT_LAYERLEVEL" val="1"/>
  <p:tag name="KSO_WM_TAG_VERSION" val="3.0"/>
  <p:tag name="KSO_WM_BEAUTIFY_FLAG" val="#wm#"/>
  <p:tag name="KSO_WM_UNIT_TYPE" val="i"/>
  <p:tag name="KSO_WM_UNIT_INDEX" val="32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33"/>
  <p:tag name="KSO_WM_UNIT_LAYERLEVEL" val="1"/>
  <p:tag name="KSO_WM_TAG_VERSION" val="3.0"/>
  <p:tag name="KSO_WM_BEAUTIFY_FLAG" val="#wm#"/>
  <p:tag name="KSO_WM_UNIT_TYPE" val="i"/>
  <p:tag name="KSO_WM_UNIT_INDEX" val="33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34"/>
  <p:tag name="KSO_WM_UNIT_LAYERLEVEL" val="1"/>
  <p:tag name="KSO_WM_TAG_VERSION" val="3.0"/>
  <p:tag name="KSO_WM_BEAUTIFY_FLAG" val="#wm#"/>
  <p:tag name="KSO_WM_UNIT_TYPE" val="i"/>
  <p:tag name="KSO_WM_UNIT_INDEX" val="34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35"/>
  <p:tag name="KSO_WM_UNIT_LAYERLEVEL" val="1"/>
  <p:tag name="KSO_WM_TAG_VERSION" val="3.0"/>
  <p:tag name="KSO_WM_BEAUTIFY_FLAG" val="#wm#"/>
  <p:tag name="KSO_WM_UNIT_TYPE" val="i"/>
  <p:tag name="KSO_WM_UNIT_INDEX" val="35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36"/>
  <p:tag name="KSO_WM_UNIT_LAYERLEVEL" val="1"/>
  <p:tag name="KSO_WM_TAG_VERSION" val="3.0"/>
  <p:tag name="KSO_WM_BEAUTIFY_FLAG" val="#wm#"/>
  <p:tag name="KSO_WM_UNIT_TYPE" val="i"/>
  <p:tag name="KSO_WM_UNIT_INDEX" val="36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37"/>
  <p:tag name="KSO_WM_UNIT_LAYERLEVEL" val="1"/>
  <p:tag name="KSO_WM_TAG_VERSION" val="3.0"/>
  <p:tag name="KSO_WM_BEAUTIFY_FLAG" val="#wm#"/>
  <p:tag name="KSO_WM_UNIT_TYPE" val="i"/>
  <p:tag name="KSO_WM_UNIT_INDEX" val="37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38"/>
  <p:tag name="KSO_WM_UNIT_LAYERLEVEL" val="1"/>
  <p:tag name="KSO_WM_TAG_VERSION" val="3.0"/>
  <p:tag name="KSO_WM_BEAUTIFY_FLAG" val="#wm#"/>
  <p:tag name="KSO_WM_UNIT_TYPE" val="i"/>
  <p:tag name="KSO_WM_UNIT_INDEX" val="38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39"/>
  <p:tag name="KSO_WM_UNIT_LAYERLEVEL" val="1"/>
  <p:tag name="KSO_WM_TAG_VERSION" val="3.0"/>
  <p:tag name="KSO_WM_BEAUTIFY_FLAG" val="#wm#"/>
  <p:tag name="KSO_WM_UNIT_TYPE" val="i"/>
  <p:tag name="KSO_WM_UNIT_INDEX" val="39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40"/>
  <p:tag name="KSO_WM_UNIT_LAYERLEVEL" val="1"/>
  <p:tag name="KSO_WM_TAG_VERSION" val="3.0"/>
  <p:tag name="KSO_WM_BEAUTIFY_FLAG" val="#wm#"/>
  <p:tag name="KSO_WM_UNIT_TYPE" val="i"/>
  <p:tag name="KSO_WM_UNIT_INDEX" val="40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41"/>
  <p:tag name="KSO_WM_UNIT_LAYERLEVEL" val="1"/>
  <p:tag name="KSO_WM_TAG_VERSION" val="3.0"/>
  <p:tag name="KSO_WM_BEAUTIFY_FLAG" val="#wm#"/>
  <p:tag name="KSO_WM_UNIT_TYPE" val="i"/>
  <p:tag name="KSO_WM_UNIT_INDEX" val="41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42"/>
  <p:tag name="KSO_WM_UNIT_LAYERLEVEL" val="1"/>
  <p:tag name="KSO_WM_TAG_VERSION" val="3.0"/>
  <p:tag name="KSO_WM_BEAUTIFY_FLAG" val="#wm#"/>
  <p:tag name="KSO_WM_UNIT_TYPE" val="i"/>
  <p:tag name="KSO_WM_UNIT_INDEX" val="42"/>
</p:tagLst>
</file>

<file path=ppt/tags/tag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43"/>
  <p:tag name="KSO_WM_UNIT_LAYERLEVEL" val="1"/>
  <p:tag name="KSO_WM_TAG_VERSION" val="3.0"/>
  <p:tag name="KSO_WM_BEAUTIFY_FLAG" val="#wm#"/>
  <p:tag name="KSO_WM_UNIT_TYPE" val="i"/>
  <p:tag name="KSO_WM_UNIT_INDEX" val="43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44"/>
  <p:tag name="KSO_WM_UNIT_LAYERLEVEL" val="1"/>
  <p:tag name="KSO_WM_TAG_VERSION" val="3.0"/>
  <p:tag name="KSO_WM_BEAUTIFY_FLAG" val="#wm#"/>
  <p:tag name="KSO_WM_UNIT_TYPE" val="i"/>
  <p:tag name="KSO_WM_UNIT_INDEX" val="44"/>
</p:tagLst>
</file>

<file path=ppt/tags/tag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45"/>
  <p:tag name="KSO_WM_UNIT_LAYERLEVEL" val="1"/>
  <p:tag name="KSO_WM_TAG_VERSION" val="3.0"/>
  <p:tag name="KSO_WM_BEAUTIFY_FLAG" val="#wm#"/>
  <p:tag name="KSO_WM_UNIT_TYPE" val="i"/>
  <p:tag name="KSO_WM_UNIT_INDEX" val="45"/>
</p:tagLst>
</file>

<file path=ppt/tags/tag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46"/>
  <p:tag name="KSO_WM_UNIT_LAYERLEVEL" val="1"/>
  <p:tag name="KSO_WM_TAG_VERSION" val="3.0"/>
  <p:tag name="KSO_WM_BEAUTIFY_FLAG" val="#wm#"/>
  <p:tag name="KSO_WM_UNIT_TYPE" val="i"/>
  <p:tag name="KSO_WM_UNIT_INDEX" val="46"/>
</p:tagLst>
</file>

<file path=ppt/tags/tag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47"/>
  <p:tag name="KSO_WM_UNIT_LAYERLEVEL" val="1"/>
  <p:tag name="KSO_WM_TAG_VERSION" val="3.0"/>
  <p:tag name="KSO_WM_BEAUTIFY_FLAG" val="#wm#"/>
  <p:tag name="KSO_WM_UNIT_TYPE" val="i"/>
  <p:tag name="KSO_WM_UNIT_INDEX" val="47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48"/>
  <p:tag name="KSO_WM_UNIT_LAYERLEVEL" val="1"/>
  <p:tag name="KSO_WM_TAG_VERSION" val="3.0"/>
  <p:tag name="KSO_WM_BEAUTIFY_FLAG" val="#wm#"/>
  <p:tag name="KSO_WM_UNIT_TYPE" val="i"/>
  <p:tag name="KSO_WM_UNIT_INDEX" val="48"/>
</p:tagLst>
</file>

<file path=ppt/tags/tag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49"/>
  <p:tag name="KSO_WM_UNIT_LAYERLEVEL" val="1"/>
  <p:tag name="KSO_WM_TAG_VERSION" val="3.0"/>
  <p:tag name="KSO_WM_BEAUTIFY_FLAG" val="#wm#"/>
  <p:tag name="KSO_WM_UNIT_TYPE" val="i"/>
  <p:tag name="KSO_WM_UNIT_INDEX" val="49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50"/>
  <p:tag name="KSO_WM_UNIT_LAYERLEVEL" val="1"/>
  <p:tag name="KSO_WM_TAG_VERSION" val="3.0"/>
  <p:tag name="KSO_WM_BEAUTIFY_FLAG" val="#wm#"/>
  <p:tag name="KSO_WM_UNIT_TYPE" val="i"/>
  <p:tag name="KSO_WM_UNIT_INDEX" val="50"/>
</p:tagLst>
</file>

<file path=ppt/tags/tag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51"/>
  <p:tag name="KSO_WM_UNIT_LAYERLEVEL" val="1"/>
  <p:tag name="KSO_WM_TAG_VERSION" val="3.0"/>
  <p:tag name="KSO_WM_BEAUTIFY_FLAG" val="#wm#"/>
  <p:tag name="KSO_WM_UNIT_TYPE" val="i"/>
  <p:tag name="KSO_WM_UNIT_INDEX" val="51"/>
</p:tagLst>
</file>

<file path=ppt/tags/tag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52"/>
  <p:tag name="KSO_WM_UNIT_LAYERLEVEL" val="1"/>
  <p:tag name="KSO_WM_TAG_VERSION" val="3.0"/>
  <p:tag name="KSO_WM_BEAUTIFY_FLAG" val="#wm#"/>
  <p:tag name="KSO_WM_UNIT_TYPE" val="i"/>
  <p:tag name="KSO_WM_UNIT_INDEX" val="52"/>
</p:tagLst>
</file>

<file path=ppt/tags/tag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53"/>
  <p:tag name="KSO_WM_UNIT_LAYERLEVEL" val="1"/>
  <p:tag name="KSO_WM_TAG_VERSION" val="3.0"/>
  <p:tag name="KSO_WM_BEAUTIFY_FLAG" val="#wm#"/>
  <p:tag name="KSO_WM_UNIT_TYPE" val="i"/>
  <p:tag name="KSO_WM_UNIT_INDEX" val="53"/>
</p:tagLst>
</file>

<file path=ppt/tags/tag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54"/>
  <p:tag name="KSO_WM_UNIT_LAYERLEVEL" val="1"/>
  <p:tag name="KSO_WM_TAG_VERSION" val="3.0"/>
  <p:tag name="KSO_WM_BEAUTIFY_FLAG" val="#wm#"/>
  <p:tag name="KSO_WM_UNIT_TYPE" val="i"/>
  <p:tag name="KSO_WM_UNIT_INDEX" val="54"/>
</p:tagLst>
</file>

<file path=ppt/tags/tag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55"/>
  <p:tag name="KSO_WM_UNIT_LAYERLEVEL" val="1"/>
  <p:tag name="KSO_WM_TAG_VERSION" val="3.0"/>
  <p:tag name="KSO_WM_BEAUTIFY_FLAG" val="#wm#"/>
  <p:tag name="KSO_WM_UNIT_TYPE" val="i"/>
  <p:tag name="KSO_WM_UNIT_INDEX" val="55"/>
</p:tagLst>
</file>

<file path=ppt/tags/tag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56"/>
  <p:tag name="KSO_WM_UNIT_LAYERLEVEL" val="1"/>
  <p:tag name="KSO_WM_TAG_VERSION" val="3.0"/>
  <p:tag name="KSO_WM_BEAUTIFY_FLAG" val="#wm#"/>
  <p:tag name="KSO_WM_UNIT_TYPE" val="i"/>
  <p:tag name="KSO_WM_UNIT_INDEX" val="56"/>
</p:tagLst>
</file>

<file path=ppt/tags/tag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57"/>
  <p:tag name="KSO_WM_UNIT_LAYERLEVEL" val="1"/>
  <p:tag name="KSO_WM_TAG_VERSION" val="3.0"/>
  <p:tag name="KSO_WM_BEAUTIFY_FLAG" val="#wm#"/>
  <p:tag name="KSO_WM_UNIT_TYPE" val="i"/>
  <p:tag name="KSO_WM_UNIT_INDEX" val="57"/>
</p:tagLst>
</file>

<file path=ppt/tags/tag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58"/>
  <p:tag name="KSO_WM_UNIT_LAYERLEVEL" val="1"/>
  <p:tag name="KSO_WM_TAG_VERSION" val="3.0"/>
  <p:tag name="KSO_WM_BEAUTIFY_FLAG" val="#wm#"/>
  <p:tag name="KSO_WM_UNIT_TYPE" val="i"/>
  <p:tag name="KSO_WM_UNIT_INDEX" val="58"/>
</p:tagLst>
</file>

<file path=ppt/tags/tag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59"/>
  <p:tag name="KSO_WM_UNIT_LAYERLEVEL" val="1"/>
  <p:tag name="KSO_WM_TAG_VERSION" val="3.0"/>
  <p:tag name="KSO_WM_BEAUTIFY_FLAG" val="#wm#"/>
  <p:tag name="KSO_WM_UNIT_TYPE" val="i"/>
  <p:tag name="KSO_WM_UNIT_INDEX" val="59"/>
</p:tagLst>
</file>

<file path=ppt/tags/tag1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60"/>
  <p:tag name="KSO_WM_UNIT_LAYERLEVEL" val="1"/>
  <p:tag name="KSO_WM_TAG_VERSION" val="3.0"/>
  <p:tag name="KSO_WM_BEAUTIFY_FLAG" val="#wm#"/>
  <p:tag name="KSO_WM_UNIT_TYPE" val="i"/>
  <p:tag name="KSO_WM_UNIT_INDEX" val="60"/>
</p:tagLst>
</file>

<file path=ppt/tags/tag1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61"/>
  <p:tag name="KSO_WM_UNIT_LAYERLEVEL" val="1"/>
  <p:tag name="KSO_WM_TAG_VERSION" val="3.0"/>
  <p:tag name="KSO_WM_BEAUTIFY_FLAG" val="#wm#"/>
  <p:tag name="KSO_WM_UNIT_TYPE" val="i"/>
  <p:tag name="KSO_WM_UNIT_INDEX" val="61"/>
</p:tagLst>
</file>

<file path=ppt/tags/tag1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62"/>
  <p:tag name="KSO_WM_UNIT_LAYERLEVEL" val="1"/>
  <p:tag name="KSO_WM_TAG_VERSION" val="3.0"/>
  <p:tag name="KSO_WM_BEAUTIFY_FLAG" val="#wm#"/>
  <p:tag name="KSO_WM_UNIT_TYPE" val="i"/>
  <p:tag name="KSO_WM_UNIT_INDEX" val="62"/>
</p:tagLst>
</file>

<file path=ppt/tags/tag1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63"/>
  <p:tag name="KSO_WM_UNIT_LAYERLEVEL" val="1"/>
  <p:tag name="KSO_WM_TAG_VERSION" val="3.0"/>
  <p:tag name="KSO_WM_BEAUTIFY_FLAG" val="#wm#"/>
  <p:tag name="KSO_WM_UNIT_TYPE" val="i"/>
  <p:tag name="KSO_WM_UNIT_INDEX" val="63"/>
</p:tagLst>
</file>

<file path=ppt/tags/tag1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64"/>
  <p:tag name="KSO_WM_UNIT_LAYERLEVEL" val="1"/>
  <p:tag name="KSO_WM_TAG_VERSION" val="3.0"/>
  <p:tag name="KSO_WM_BEAUTIFY_FLAG" val="#wm#"/>
  <p:tag name="KSO_WM_UNIT_TYPE" val="i"/>
  <p:tag name="KSO_WM_UNIT_INDEX" val="64"/>
</p:tagLst>
</file>

<file path=ppt/tags/tag1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65"/>
  <p:tag name="KSO_WM_UNIT_LAYERLEVEL" val="1"/>
  <p:tag name="KSO_WM_TAG_VERSION" val="3.0"/>
  <p:tag name="KSO_WM_BEAUTIFY_FLAG" val="#wm#"/>
  <p:tag name="KSO_WM_UNIT_TYPE" val="i"/>
  <p:tag name="KSO_WM_UNIT_INDEX" val="65"/>
</p:tagLst>
</file>

<file path=ppt/tags/tag1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66"/>
  <p:tag name="KSO_WM_UNIT_LAYERLEVEL" val="1"/>
  <p:tag name="KSO_WM_TAG_VERSION" val="3.0"/>
  <p:tag name="KSO_WM_BEAUTIFY_FLAG" val="#wm#"/>
  <p:tag name="KSO_WM_UNIT_TYPE" val="i"/>
  <p:tag name="KSO_WM_UNIT_INDEX" val="66"/>
</p:tagLst>
</file>

<file path=ppt/tags/tag1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67"/>
  <p:tag name="KSO_WM_UNIT_LAYERLEVEL" val="1"/>
  <p:tag name="KSO_WM_TAG_VERSION" val="3.0"/>
  <p:tag name="KSO_WM_BEAUTIFY_FLAG" val="#wm#"/>
  <p:tag name="KSO_WM_UNIT_TYPE" val="i"/>
  <p:tag name="KSO_WM_UNIT_INDEX" val="67"/>
</p:tagLst>
</file>

<file path=ppt/tags/tag108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  <p:tag name="LAYOUTZORDER" val="2"/>
  <p:tag name="KSO_WM_UNIT_ID" val="_4*i*4"/>
  <p:tag name="KSO_WM_UNIT_LAYERLEVEL" val="1"/>
  <p:tag name="KSO_WM_TEMPLATE_USER_THEME" val="1"/>
  <p:tag name="KSO_WM_UNIT_HIGHLIGHT" val="0"/>
  <p:tag name="KSO_WM_UNIT_COMPATIBLE" val="0"/>
  <p:tag name="KSO_WM_UNIT_DIAGRAM_ISNUMVISUAL" val="0"/>
  <p:tag name="KSO_WM_UNIT_DIAGRAM_ISREFERUNIT" val="0"/>
</p:tagLst>
</file>

<file path=ppt/tags/tag109.xml><?xml version="1.0" encoding="utf-8"?>
<p:tagLst xmlns:p="http://schemas.openxmlformats.org/presentationml/2006/main">
  <p:tag name="KSO_WM_UNIT_TYPE" val="i"/>
  <p:tag name="KSO_WM_UNIT_INDEX" val="13"/>
  <p:tag name="KSO_WM_BEAUTIFY_FLAG" val="#wm#"/>
  <p:tag name="KSO_WM_TAG_VERSION" val="3.0"/>
  <p:tag name="LAYOUTZORDER" val="1"/>
  <p:tag name="KSO_WM_UNIT_ID" val="_4*i*13"/>
  <p:tag name="KSO_WM_UNIT_LAYERLEVEL" val="1"/>
  <p:tag name="KSO_WM_TEMPLATE_USER_THEME" val="1"/>
  <p:tag name="KSO_WM_UNIT_HIGHLIGHT" val="0"/>
  <p:tag name="KSO_WM_UNIT_COMPATIBLE" val="0"/>
  <p:tag name="KSO_WM_UNIT_DIAGRAM_ISNUMVISUAL" val="0"/>
  <p:tag name="KSO_WM_UNIT_DIAGRAM_ISREFERUNIT" val="0"/>
</p:tagLst>
</file>

<file path=ppt/tags/tag110.xml><?xml version="1.0" encoding="utf-8"?>
<p:tagLst xmlns:p="http://schemas.openxmlformats.org/presentationml/2006/main">
  <p:tag name="KSO_WM_UNIT_TYPE" val="i"/>
  <p:tag name="KSO_WM_UNIT_INDEX" val="17"/>
  <p:tag name="KSO_WM_BEAUTIFY_FLAG" val="#wm#"/>
  <p:tag name="KSO_WM_TAG_VERSION" val="3.0"/>
  <p:tag name="LAYOUTZORDER" val="2"/>
  <p:tag name="KSO_WM_UNIT_ID" val="_4*i*17"/>
  <p:tag name="KSO_WM_UNIT_LAYERLEVEL" val="1"/>
  <p:tag name="KSO_WM_TEMPLATE_USER_THEME" val="1"/>
  <p:tag name="KSO_WM_UNIT_HIGHLIGHT" val="0"/>
  <p:tag name="KSO_WM_UNIT_COMPATIBLE" val="0"/>
  <p:tag name="KSO_WM_UNIT_DIAGRAM_ISNUMVISUAL" val="0"/>
  <p:tag name="KSO_WM_UNIT_DIAGRAM_ISREFERUNIT" val="0"/>
</p:tagLst>
</file>

<file path=ppt/tags/tag111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  <p:tag name="LAYOUTZORDER" val="3"/>
  <p:tag name="KSO_WM_UNIT_ID" val="_4*i*2"/>
  <p:tag name="KSO_WM_UNIT_LAYERLEVEL" val="1"/>
  <p:tag name="KSO_WM_TEMPLATE_USER_THEME" val="1"/>
  <p:tag name="KSO_WM_UNIT_HIGHLIGHT" val="0"/>
  <p:tag name="KSO_WM_UNIT_COMPATIBLE" val="0"/>
  <p:tag name="KSO_WM_UNIT_DIAGRAM_ISNUMVISUAL" val="0"/>
  <p:tag name="KSO_WM_UNIT_DIAGRAM_ISREFERUNIT" val="0"/>
</p:tagLst>
</file>

<file path=ppt/tags/tag112.xml><?xml version="1.0" encoding="utf-8"?>
<p:tagLst xmlns:p="http://schemas.openxmlformats.org/presentationml/2006/main">
  <p:tag name="KSO_WM_UNIT_TYPE" val="i"/>
  <p:tag name="KSO_WM_UNIT_INDEX" val="9"/>
  <p:tag name="KSO_WM_BEAUTIFY_FLAG" val="#wm#"/>
  <p:tag name="KSO_WM_TAG_VERSION" val="3.0"/>
  <p:tag name="LAYOUTZORDER" val="5"/>
  <p:tag name="KSO_WM_UNIT_ID" val="_4*i*9"/>
  <p:tag name="KSO_WM_UNIT_LAYERLEVEL" val="1"/>
  <p:tag name="KSO_WM_TEMPLATE_USER_THEME" val="1"/>
  <p:tag name="KSO_WM_UNIT_HIGHLIGHT" val="0"/>
  <p:tag name="KSO_WM_UNIT_COMPATIBLE" val="0"/>
  <p:tag name="KSO_WM_UNIT_DIAGRAM_ISNUMVISUAL" val="0"/>
  <p:tag name="KSO_WM_UNIT_DIAGRAM_ISREFERUNIT" val="0"/>
</p:tagLst>
</file>

<file path=ppt/tags/tag113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LAYOUTZORDER" val="6"/>
  <p:tag name="KSO_WM_UNIT_ID" val="_4*i*1"/>
  <p:tag name="KSO_WM_UNIT_LAYERLEVEL" val="1"/>
  <p:tag name="KSO_WM_TEMPLATE_USER_THEME" val="1"/>
  <p:tag name="KSO_WM_UNIT_HIGHLIGHT" val="0"/>
  <p:tag name="KSO_WM_UNIT_COMPATIBLE" val="0"/>
  <p:tag name="KSO_WM_UNIT_DIAGRAM_ISNUMVISUAL" val="0"/>
  <p:tag name="KSO_WM_UNIT_DIAGRAM_ISREFERUNIT" val="0"/>
</p:tagLst>
</file>

<file path=ppt/tags/tag114.xml><?xml version="1.0" encoding="utf-8"?>
<p:tagLst xmlns:p="http://schemas.openxmlformats.org/presentationml/2006/main">
  <p:tag name="KSO_WM_UNIT_TYPE" val="i"/>
  <p:tag name="KSO_WM_UNIT_INDEX" val="7"/>
  <p:tag name="KSO_WM_BEAUTIFY_FLAG" val="#wm#"/>
  <p:tag name="KSO_WM_TAG_VERSION" val="3.0"/>
  <p:tag name="LAYOUTZORDER" val="7"/>
  <p:tag name="KSO_WM_UNIT_ID" val="_4*i*7"/>
  <p:tag name="KSO_WM_UNIT_LAYERLEVEL" val="1"/>
  <p:tag name="KSO_WM_TEMPLATE_USER_THEME" val="1"/>
  <p:tag name="KSO_WM_UNIT_HIGHLIGHT" val="0"/>
  <p:tag name="KSO_WM_UNIT_COMPATIBLE" val="0"/>
  <p:tag name="KSO_WM_UNIT_DIAGRAM_ISNUMVISUAL" val="0"/>
  <p:tag name="KSO_WM_UNIT_DIAGRAM_ISREFERUNIT" val="0"/>
</p:tagLst>
</file>

<file path=ppt/tags/tag115.xml><?xml version="1.0" encoding="utf-8"?>
<p:tagLst xmlns:p="http://schemas.openxmlformats.org/presentationml/2006/main">
  <p:tag name="KSO_WM_UNIT_TYPE" val="i"/>
  <p:tag name="KSO_WM_UNIT_INDEX" val="5"/>
  <p:tag name="KSO_WM_BEAUTIFY_FLAG" val="#wm#"/>
  <p:tag name="KSO_WM_TAG_VERSION" val="3.0"/>
  <p:tag name="LAYOUTZORDER" val="8"/>
  <p:tag name="KSO_WM_UNIT_ID" val="_4*i*5"/>
  <p:tag name="KSO_WM_UNIT_LAYERLEVEL" val="1"/>
  <p:tag name="KSO_WM_TEMPLATE_USER_THEME" val="1"/>
  <p:tag name="KSO_WM_UNIT_HIGHLIGHT" val="0"/>
  <p:tag name="KSO_WM_UNIT_COMPATIBLE" val="0"/>
  <p:tag name="KSO_WM_UNIT_DIAGRAM_ISNUMVISUAL" val="0"/>
  <p:tag name="KSO_WM_UNIT_DIAGRAM_ISREFERUNIT" val="0"/>
</p:tagLst>
</file>

<file path=ppt/tags/tag116.xml><?xml version="1.0" encoding="utf-8"?>
<p:tagLst xmlns:p="http://schemas.openxmlformats.org/presentationml/2006/main">
  <p:tag name="LAYOUTZORDER" val="19"/>
  <p:tag name="KSO_WM_UNIT_TYPE" val="i"/>
  <p:tag name="KSO_WM_UNIT_ID" val="_4*i*0"/>
  <p:tag name="KSO_WM_BEAUTIFY_FLAG" val="#wm#"/>
  <p:tag name="KSO_WM_TAG_VERSION" val="3.0"/>
  <p:tag name="KSO_WM_UNIT_LAYERLEVEL" val="1"/>
  <p:tag name="KSO_WM_TEMPLATE_USER_THEME" val="1"/>
  <p:tag name="KSO_WM_UNIT_HIGHLIGHT" val="0"/>
  <p:tag name="KSO_WM_UNIT_COMPATIBLE" val="0"/>
  <p:tag name="KSO_WM_UNIT_DIAGRAM_ISNUMVISUAL" val="0"/>
  <p:tag name="KSO_WM_UNIT_DIAGRAM_ISREFERUNIT" val="0"/>
  <p:tag name="KSO_WM_UNIT_INDEX" val="0"/>
</p:tagLst>
</file>

<file path=ppt/tags/tag117.xml><?xml version="1.0" encoding="utf-8"?>
<p:tagLst xmlns:p="http://schemas.openxmlformats.org/presentationml/2006/main">
  <p:tag name="LAYOUTZORDER" val="20"/>
  <p:tag name="KSO_WM_UNIT_TYPE" val="i"/>
  <p:tag name="KSO_WM_UNIT_ID" val="_4*i*0"/>
  <p:tag name="KSO_WM_BEAUTIFY_FLAG" val="#wm#"/>
  <p:tag name="KSO_WM_TAG_VERSION" val="3.0"/>
  <p:tag name="KSO_WM_UNIT_LAYERLEVEL" val="1"/>
  <p:tag name="KSO_WM_TEMPLATE_USER_THEME" val="1"/>
  <p:tag name="KSO_WM_UNIT_HIGHLIGHT" val="0"/>
  <p:tag name="KSO_WM_UNIT_COMPATIBLE" val="0"/>
  <p:tag name="KSO_WM_UNIT_DIAGRAM_ISNUMVISUAL" val="0"/>
  <p:tag name="KSO_WM_UNIT_DIAGRAM_ISREFERUNIT" val="0"/>
  <p:tag name="KSO_WM_UNIT_INDEX" val="0"/>
</p:tagLst>
</file>

<file path=ppt/tags/tag118.xml><?xml version="1.0" encoding="utf-8"?>
<p:tagLst xmlns:p="http://schemas.openxmlformats.org/presentationml/2006/main">
  <p:tag name="LAYOUTZORDER" val="21"/>
  <p:tag name="KSO_WM_UNIT_TYPE" val="i"/>
  <p:tag name="KSO_WM_UNIT_ID" val="_4*i*0"/>
  <p:tag name="KSO_WM_BEAUTIFY_FLAG" val="#wm#"/>
  <p:tag name="KSO_WM_TAG_VERSION" val="3.0"/>
  <p:tag name="KSO_WM_UNIT_LAYERLEVEL" val="1"/>
  <p:tag name="KSO_WM_TEMPLATE_USER_THEME" val="1"/>
  <p:tag name="KSO_WM_UNIT_HIGHLIGHT" val="0"/>
  <p:tag name="KSO_WM_UNIT_COMPATIBLE" val="0"/>
  <p:tag name="KSO_WM_UNIT_DIAGRAM_ISNUMVISUAL" val="0"/>
  <p:tag name="KSO_WM_UNIT_DIAGRAM_ISREFERUNIT" val="0"/>
  <p:tag name="KSO_WM_UNIT_INDEX" val="0"/>
</p:tagLst>
</file>

<file path=ppt/tags/tag119.xml><?xml version="1.0" encoding="utf-8"?>
<p:tagLst xmlns:p="http://schemas.openxmlformats.org/presentationml/2006/main">
  <p:tag name="LAYOUTZORDER" val="28"/>
  <p:tag name="KSO_WM_UNIT_TYPE" val="i"/>
  <p:tag name="KSO_WM_UNIT_ID" val="_4*i*0"/>
  <p:tag name="KSO_WM_BEAUTIFY_FLAG" val="#wm#"/>
  <p:tag name="KSO_WM_TAG_VERSION" val="3.0"/>
  <p:tag name="KSO_WM_UNIT_LAYERLEVEL" val="1"/>
  <p:tag name="KSO_WM_TEMPLATE_USER_THEME" val="1"/>
  <p:tag name="KSO_WM_UNIT_HIGHLIGHT" val="0"/>
  <p:tag name="KSO_WM_UNIT_COMPATIBLE" val="0"/>
  <p:tag name="KSO_WM_UNIT_DIAGRAM_ISNUMVISUAL" val="0"/>
  <p:tag name="KSO_WM_UNIT_DIAGRAM_ISREFERUNIT" val="0"/>
  <p:tag name="KSO_WM_UNIT_INDEX" val="0"/>
</p:tagLst>
</file>

<file path=ppt/tags/tag120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  <p:tag name="LAYOUTZORDER" val="29"/>
  <p:tag name="KSO_WM_UNIT_ID" val="_4*i*6"/>
  <p:tag name="KSO_WM_UNIT_LAYERLEVEL" val="1"/>
  <p:tag name="KSO_WM_TEMPLATE_USER_THEME" val="1"/>
  <p:tag name="KSO_WM_UNIT_HIGHLIGHT" val="0"/>
  <p:tag name="KSO_WM_UNIT_COMPATIBLE" val="0"/>
  <p:tag name="KSO_WM_UNIT_DIAGRAM_ISNUMVISUAL" val="0"/>
  <p:tag name="KSO_WM_UNIT_DIAGRAM_ISREFERUNIT" val="0"/>
</p:tagLst>
</file>

<file path=ppt/tags/tag121.xml><?xml version="1.0" encoding="utf-8"?>
<p:tagLst xmlns:p="http://schemas.openxmlformats.org/presentationml/2006/main">
  <p:tag name="KSO_WM_UNIT_TYPE" val="i"/>
  <p:tag name="KSO_WM_UNIT_INDEX" val="3"/>
  <p:tag name="KSO_WM_BEAUTIFY_FLAG" val="#wm#"/>
  <p:tag name="KSO_WM_TAG_VERSION" val="3.0"/>
  <p:tag name="LAYOUTZORDER" val="33"/>
  <p:tag name="KSO_WM_UNIT_ID" val="_4*i*3"/>
  <p:tag name="KSO_WM_UNIT_LAYERLEVEL" val="1"/>
  <p:tag name="KSO_WM_TEMPLATE_USER_THEME" val="1"/>
  <p:tag name="KSO_WM_UNIT_HIGHLIGHT" val="0"/>
  <p:tag name="KSO_WM_UNIT_COMPATIBLE" val="0"/>
  <p:tag name="KSO_WM_UNIT_DIAGRAM_ISNUMVISUAL" val="0"/>
  <p:tag name="KSO_WM_UNIT_DIAGRAM_ISREFERUNIT" val="0"/>
</p:tagLst>
</file>

<file path=ppt/tags/tag122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  <p:tag name="LAYOUTZORDER" val="35"/>
  <p:tag name="KSO_WM_UNIT_ID" val="_4*i*8"/>
  <p:tag name="KSO_WM_UNIT_LAYERLEVEL" val="1"/>
  <p:tag name="KSO_WM_TEMPLATE_USER_THEME" val="1"/>
  <p:tag name="KSO_WM_UNIT_HIGHLIGHT" val="0"/>
  <p:tag name="KSO_WM_UNIT_COMPATIBLE" val="0"/>
  <p:tag name="KSO_WM_UNIT_DIAGRAM_ISNUMVISUAL" val="0"/>
  <p:tag name="KSO_WM_UNIT_DIAGRAM_ISREFERUNIT" val="0"/>
</p:tagLst>
</file>

<file path=ppt/tags/tag123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  <p:tag name="LAYOUTZORDER" val="14"/>
  <p:tag name="KSO_WM_UNIT_ID" val="_4*i*16"/>
  <p:tag name="KSO_WM_UNIT_LAYERLEVEL" val="1"/>
  <p:tag name="KSO_WM_TEMPLATE_USER_THEME" val="1"/>
  <p:tag name="KSO_WM_UNIT_HIGHLIGHT" val="0"/>
  <p:tag name="KSO_WM_UNIT_COMPATIBLE" val="0"/>
  <p:tag name="KSO_WM_UNIT_DIAGRAM_ISNUMVISUAL" val="0"/>
  <p:tag name="KSO_WM_UNIT_DIAGRAM_ISREFERUNIT" val="0"/>
</p:tagLst>
</file>

<file path=ppt/tags/tag124.xml><?xml version="1.0" encoding="utf-8"?>
<p:tagLst xmlns:p="http://schemas.openxmlformats.org/presentationml/2006/main">
  <p:tag name="KSO_WM_UNIT_TYPE" val="i"/>
  <p:tag name="KSO_WM_UNIT_INDEX" val="23"/>
  <p:tag name="KSO_WM_BEAUTIFY_FLAG" val="#wm#"/>
  <p:tag name="KSO_WM_TAG_VERSION" val="3.0"/>
  <p:tag name="LAYOUTZORDER" val="22"/>
  <p:tag name="KSO_WM_UNIT_ID" val="_4*i*23"/>
  <p:tag name="KSO_WM_UNIT_LAYERLEVEL" val="1"/>
  <p:tag name="KSO_WM_TEMPLATE_USER_THEME" val="1"/>
  <p:tag name="KSO_WM_UNIT_HIGHLIGHT" val="0"/>
  <p:tag name="KSO_WM_UNIT_COMPATIBLE" val="0"/>
  <p:tag name="KSO_WM_UNIT_DIAGRAM_ISNUMVISUAL" val="0"/>
  <p:tag name="KSO_WM_UNIT_DIAGRAM_ISREFERUNIT" val="0"/>
</p:tagLst>
</file>

<file path=ppt/tags/tag125.xml><?xml version="1.0" encoding="utf-8"?>
<p:tagLst xmlns:p="http://schemas.openxmlformats.org/presentationml/2006/main">
  <p:tag name="LAYOUTZORDER" val="23"/>
  <p:tag name="KSO_WM_UNIT_TYPE" val="i"/>
  <p:tag name="KSO_WM_UNIT_ID" val="_4*i*0"/>
  <p:tag name="KSO_WM_BEAUTIFY_FLAG" val="#wm#"/>
  <p:tag name="KSO_WM_TAG_VERSION" val="3.0"/>
  <p:tag name="KSO_WM_UNIT_LAYERLEVEL" val="1"/>
  <p:tag name="KSO_WM_TEMPLATE_USER_THEME" val="1"/>
  <p:tag name="KSO_WM_UNIT_HIGHLIGHT" val="0"/>
  <p:tag name="KSO_WM_UNIT_COMPATIBLE" val="0"/>
  <p:tag name="KSO_WM_UNIT_DIAGRAM_ISNUMVISUAL" val="0"/>
  <p:tag name="KSO_WM_UNIT_DIAGRAM_ISREFERUNIT" val="0"/>
  <p:tag name="KSO_WM_UNIT_INDEX" val="0"/>
</p:tagLst>
</file>

<file path=ppt/tags/tag126.xml><?xml version="1.0" encoding="utf-8"?>
<p:tagLst xmlns:p="http://schemas.openxmlformats.org/presentationml/2006/main">
  <p:tag name="KSO_WM_UNIT_TYPE" val="i"/>
  <p:tag name="KSO_WM_UNIT_INDEX" val="17"/>
  <p:tag name="KSO_WM_BEAUTIFY_FLAG" val="#wm#"/>
  <p:tag name="KSO_WM_TAG_VERSION" val="3.0"/>
  <p:tag name="LAYOUTZORDER" val="24"/>
  <p:tag name="KSO_WM_UNIT_ID" val="_4*i*17"/>
  <p:tag name="KSO_WM_UNIT_LAYERLEVEL" val="1"/>
  <p:tag name="KSO_WM_TEMPLATE_USER_THEME" val="1"/>
  <p:tag name="KSO_WM_UNIT_HIGHLIGHT" val="0"/>
  <p:tag name="KSO_WM_UNIT_COMPATIBLE" val="0"/>
  <p:tag name="KSO_WM_UNIT_DIAGRAM_ISNUMVISUAL" val="0"/>
  <p:tag name="KSO_WM_UNIT_DIAGRAM_ISREFERUNIT" val="0"/>
</p:tagLst>
</file>

<file path=ppt/tags/tag127.xml><?xml version="1.0" encoding="utf-8"?>
<p:tagLst xmlns:p="http://schemas.openxmlformats.org/presentationml/2006/main">
  <p:tag name="LAYOUTZORDER" val="25"/>
  <p:tag name="KSO_WM_UNIT_TYPE" val="i"/>
  <p:tag name="KSO_WM_UNIT_ID" val="_4*i*0"/>
  <p:tag name="KSO_WM_BEAUTIFY_FLAG" val="#wm#"/>
  <p:tag name="KSO_WM_TAG_VERSION" val="3.0"/>
  <p:tag name="KSO_WM_UNIT_LAYERLEVEL" val="1"/>
  <p:tag name="KSO_WM_TEMPLATE_USER_THEME" val="1"/>
  <p:tag name="KSO_WM_UNIT_HIGHLIGHT" val="0"/>
  <p:tag name="KSO_WM_UNIT_COMPATIBLE" val="0"/>
  <p:tag name="KSO_WM_UNIT_DIAGRAM_ISNUMVISUAL" val="0"/>
  <p:tag name="KSO_WM_UNIT_DIAGRAM_ISREFERUNIT" val="0"/>
  <p:tag name="KSO_WM_UNIT_INDEX" val="0"/>
</p:tagLst>
</file>

<file path=ppt/tags/tag128.xml><?xml version="1.0" encoding="utf-8"?>
<p:tagLst xmlns:p="http://schemas.openxmlformats.org/presentationml/2006/main">
  <p:tag name="KSO_WM_UNIT_TYPE" val="i"/>
  <p:tag name="KSO_WM_UNIT_INDEX" val="20"/>
  <p:tag name="KSO_WM_BEAUTIFY_FLAG" val="#wm#"/>
  <p:tag name="KSO_WM_TAG_VERSION" val="3.0"/>
  <p:tag name="LAYOUTZORDER" val="30"/>
  <p:tag name="KSO_WM_UNIT_ID" val="_4*i*20"/>
  <p:tag name="KSO_WM_UNIT_LAYERLEVEL" val="1"/>
  <p:tag name="KSO_WM_TEMPLATE_USER_THEME" val="1"/>
  <p:tag name="KSO_WM_UNIT_HIGHLIGHT" val="0"/>
  <p:tag name="KSO_WM_UNIT_COMPATIBLE" val="0"/>
  <p:tag name="KSO_WM_UNIT_DIAGRAM_ISNUMVISUAL" val="0"/>
  <p:tag name="KSO_WM_UNIT_DIAGRAM_ISREFERUNIT" val="0"/>
</p:tagLst>
</file>

<file path=ppt/tags/tag129.xml><?xml version="1.0" encoding="utf-8"?>
<p:tagLst xmlns:p="http://schemas.openxmlformats.org/presentationml/2006/main">
  <p:tag name="KSO_WM_UNIT_TYPE" val="i"/>
  <p:tag name="KSO_WM_UNIT_INDEX" val="19"/>
  <p:tag name="KSO_WM_BEAUTIFY_FLAG" val="#wm#"/>
  <p:tag name="KSO_WM_TAG_VERSION" val="3.0"/>
  <p:tag name="LAYOUTZORDER" val="31"/>
  <p:tag name="KSO_WM_UNIT_ID" val="_4*i*19"/>
  <p:tag name="KSO_WM_UNIT_LAYERLEVEL" val="1"/>
  <p:tag name="KSO_WM_TEMPLATE_USER_THEME" val="1"/>
  <p:tag name="KSO_WM_UNIT_HIGHLIGHT" val="0"/>
  <p:tag name="KSO_WM_UNIT_COMPATIBLE" val="0"/>
  <p:tag name="KSO_WM_UNIT_DIAGRAM_ISNUMVISUAL" val="0"/>
  <p:tag name="KSO_WM_UNIT_DIAGRAM_ISREFERUNIT" val="0"/>
</p:tagLst>
</file>

<file path=ppt/tags/tag130.xml><?xml version="1.0" encoding="utf-8"?>
<p:tagLst xmlns:p="http://schemas.openxmlformats.org/presentationml/2006/main">
  <p:tag name="KSO_WM_UNIT_TYPE" val="i"/>
  <p:tag name="KSO_WM_UNIT_INDEX" val="21"/>
  <p:tag name="KSO_WM_BEAUTIFY_FLAG" val="#wm#"/>
  <p:tag name="KSO_WM_TAG_VERSION" val="3.0"/>
  <p:tag name="LAYOUTZORDER" val="32"/>
  <p:tag name="KSO_WM_UNIT_ID" val="_4*i*21"/>
  <p:tag name="KSO_WM_UNIT_LAYERLEVEL" val="1"/>
  <p:tag name="KSO_WM_TEMPLATE_USER_THEME" val="1"/>
  <p:tag name="KSO_WM_UNIT_HIGHLIGHT" val="0"/>
  <p:tag name="KSO_WM_UNIT_COMPATIBLE" val="0"/>
  <p:tag name="KSO_WM_UNIT_DIAGRAM_ISNUMVISUAL" val="0"/>
  <p:tag name="KSO_WM_UNIT_DIAGRAM_ISREFERUNIT" val="0"/>
</p:tagLst>
</file>

<file path=ppt/tags/tag131.xml><?xml version="1.0" encoding="utf-8"?>
<p:tagLst xmlns:p="http://schemas.openxmlformats.org/presentationml/2006/main">
  <p:tag name="KSO_WM_UNIT_TYPE" val="i"/>
  <p:tag name="KSO_WM_UNIT_INDEX" val="22"/>
  <p:tag name="KSO_WM_BEAUTIFY_FLAG" val="#wm#"/>
  <p:tag name="KSO_WM_TAG_VERSION" val="3.0"/>
  <p:tag name="LAYOUTZORDER" val="34"/>
  <p:tag name="KSO_WM_UNIT_ID" val="_4*i*22"/>
  <p:tag name="KSO_WM_UNIT_LAYERLEVEL" val="1"/>
  <p:tag name="KSO_WM_TEMPLATE_USER_THEME" val="1"/>
  <p:tag name="KSO_WM_UNIT_HIGHLIGHT" val="0"/>
  <p:tag name="KSO_WM_UNIT_COMPATIBLE" val="0"/>
  <p:tag name="KSO_WM_UNIT_DIAGRAM_ISNUMVISUAL" val="0"/>
  <p:tag name="KSO_WM_UNIT_DIAGRAM_ISREFERUNIT" val="0"/>
</p:tagLst>
</file>

<file path=ppt/tags/tag1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标题"/>
  <p:tag name="KSO_WM_UNIT_NOCLEAR" val="0"/>
  <p:tag name="KSO_WM_UNIT_TYPE" val="a"/>
  <p:tag name="KSO_WM_UNIT_INDEX" val="1"/>
  <p:tag name="KSO_WM_UNIT_VALUE" val="15"/>
</p:tagLst>
</file>

<file path=ppt/tags/tag133.xml><?xml version="1.0" encoding="utf-8"?>
<p:tagLst xmlns:p="http://schemas.openxmlformats.org/presentationml/2006/main">
  <p:tag name="KSO_WM_UNIT_HIGHLIGHT" val="0"/>
  <p:tag name="KSO_WM_UNIT_COMPATIBLE" val="1"/>
  <p:tag name="KSO_WM_UNIT_DIAGRAM_ISNUMVISUAL" val="0"/>
  <p:tag name="KSO_WM_UNIT_DIAGRAM_ISREFERUNIT" val="0"/>
  <p:tag name="KSO_WM_UNIT_ID" val="_4*e*1"/>
  <p:tag name="KSO_WM_UNIT_LAYERLEVEL" val="1"/>
  <p:tag name="KSO_WM_TAG_VERSION" val="3.0"/>
  <p:tag name="KSO_WM_BEAUTIFY_FLAG" val="#wm#"/>
  <p:tag name="KSO_WM_UNIT_PRESET_TEXT" val="节编号"/>
  <p:tag name="KSO_WM_UNIT_NOCLEAR" val="0"/>
  <p:tag name="KSO_WM_UNIT_TYPE" val="e"/>
  <p:tag name="KSO_WM_UNIT_INDEX" val="1"/>
  <p:tag name="KSO_WM_UNIT_VALUE" val="13"/>
</p:tagLst>
</file>

<file path=ppt/tags/tag1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b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副标题样式"/>
  <p:tag name="KSO_WM_UNIT_NOCLEAR" val="0"/>
  <p:tag name="KSO_WM_UNIT_VALUE" val="80"/>
  <p:tag name="KSO_WM_UNIT_TYPE" val="b"/>
  <p:tag name="KSO_WM_UNIT_INDEX" val="1"/>
</p:tagLst>
</file>

<file path=ppt/tags/tag135.xml><?xml version="1.0" encoding="utf-8"?>
<p:tagLst xmlns:p="http://schemas.openxmlformats.org/presentationml/2006/main">
  <p:tag name="KSO_WM_UNIT_TYPE" val="f"/>
  <p:tag name="KSO_WM_UNIT_INDEX" val="1"/>
  <p:tag name="KSO_WM_UNIT_ID" val="_5*f*1"/>
  <p:tag name="KSO_WM_BEAUTIFY_FLAG" val="#wm#"/>
  <p:tag name="KSO_WM_TAG_VERSION" val="3.0"/>
  <p:tag name="KSO_WM_UNIT_LAYERLEVEL" val="1"/>
  <p:tag name="KSO_WM_TEMPLATE_USER_THEME" val="1"/>
  <p:tag name="KSO_WM_UNIT_SUBTYPE" val="a"/>
  <p:tag name="KSO_WM_UNIT_TEXT_LAYER_COUNT" val="1"/>
  <p:tag name="KSO_WM_UNIT_PRESET_TEXT_INDEX" val="-1"/>
  <p:tag name="KSO_WM_UNIT_PRESET_TEXT_LEN" val="0"/>
  <p:tag name="KSO_WM_UNIT_NOCLEAR" val="0"/>
  <p:tag name="KSO_WM_UNIT_HIGHLIGHT" val="0"/>
  <p:tag name="KSO_WM_UNIT_COMPATIBLE" val="0"/>
  <p:tag name="KSO_WM_UNIT_DIAGRAM_ISNUMVISUAL" val="0"/>
  <p:tag name="KSO_WM_UNIT_DIAGRAM_ISREFERUNIT" val="0"/>
</p:tagLst>
</file>

<file path=ppt/tags/tag136.xml><?xml version="1.0" encoding="utf-8"?>
<p:tagLst xmlns:p="http://schemas.openxmlformats.org/presentationml/2006/main">
  <p:tag name="KSO_WM_UNIT_TYPE" val="f"/>
  <p:tag name="KSO_WM_UNIT_INDEX" val="2"/>
  <p:tag name="KSO_WM_UNIT_ID" val="_5*f*2"/>
  <p:tag name="KSO_WM_BEAUTIFY_FLAG" val="#wm#"/>
  <p:tag name="KSO_WM_TAG_VERSION" val="3.0"/>
  <p:tag name="KSO_WM_UNIT_LAYERLEVEL" val="1"/>
  <p:tag name="KSO_WM_TEMPLATE_USER_THEME" val="1"/>
  <p:tag name="KSO_WM_UNIT_SUBTYPE" val="a"/>
  <p:tag name="KSO_WM_UNIT_TEXT_LAYER_COUNT" val="1"/>
  <p:tag name="KSO_WM_UNIT_PRESET_TEXT_INDEX" val="-1"/>
  <p:tag name="KSO_WM_UNIT_PRESET_TEXT_LEN" val="0"/>
  <p:tag name="KSO_WM_UNIT_NOCLEAR" val="0"/>
  <p:tag name="KSO_WM_UNIT_HIGHLIGHT" val="0"/>
  <p:tag name="KSO_WM_UNIT_COMPATIBLE" val="0"/>
  <p:tag name="KSO_WM_UNIT_DIAGRAM_ISNUMVISUAL" val="0"/>
  <p:tag name="KSO_WM_UNIT_DIAGRAM_ISREFERUNIT" val="0"/>
</p:tagLst>
</file>

<file path=ppt/tags/tag137.xml><?xml version="1.0" encoding="utf-8"?>
<p:tagLst xmlns:p="http://schemas.openxmlformats.org/presentationml/2006/main">
  <p:tag name="KSO_WM_UNIT_ID" val="_5**"/>
  <p:tag name="KSO_WM_BEAUTIFY_FLAG" val="#wm#"/>
  <p:tag name="KSO_WM_TAG_VERSION" val="3.0"/>
  <p:tag name="KSO_WM_UNIT_LAYERLEVEL" val="1"/>
  <p:tag name="KSO_WM_TEMPLATE_USER_THEME" val="1"/>
  <p:tag name="KSO_WM_UNIT_HIGHLIGHT" val="0"/>
  <p:tag name="KSO_WM_UNIT_COMPATIBLE" val="0"/>
  <p:tag name="KSO_WM_UNIT_DIAGRAM_ISNUMVISUAL" val="0"/>
  <p:tag name="KSO_WM_UNIT_DIAGRAM_ISREFERUNIT" val="0"/>
</p:tagLst>
</file>

<file path=ppt/tags/tag138.xml><?xml version="1.0" encoding="utf-8"?>
<p:tagLst xmlns:p="http://schemas.openxmlformats.org/presentationml/2006/main">
  <p:tag name="KSO_WM_UNIT_ID" val="_5**"/>
  <p:tag name="KSO_WM_BEAUTIFY_FLAG" val="#wm#"/>
  <p:tag name="KSO_WM_TAG_VERSION" val="3.0"/>
  <p:tag name="KSO_WM_UNIT_LAYERLEVEL" val="1"/>
  <p:tag name="KSO_WM_TEMPLATE_USER_THEME" val="1"/>
  <p:tag name="KSO_WM_UNIT_HIGHLIGHT" val="0"/>
  <p:tag name="KSO_WM_UNIT_COMPATIBLE" val="0"/>
  <p:tag name="KSO_WM_UNIT_DIAGRAM_ISNUMVISUAL" val="0"/>
  <p:tag name="KSO_WM_UNIT_DIAGRAM_ISREFERUNIT" val="0"/>
</p:tagLst>
</file>

<file path=ppt/tags/tag139.xml><?xml version="1.0" encoding="utf-8"?>
<p:tagLst xmlns:p="http://schemas.openxmlformats.org/presentationml/2006/main">
  <p:tag name="KSO_WM_UNIT_ID" val="_5**"/>
  <p:tag name="KSO_WM_BEAUTIFY_FLAG" val="#wm#"/>
  <p:tag name="KSO_WM_TAG_VERSION" val="3.0"/>
  <p:tag name="KSO_WM_UNIT_LAYERLEVEL" val="1"/>
  <p:tag name="KSO_WM_TEMPLATE_USER_THEME" val="1"/>
  <p:tag name="KSO_WM_UNIT_HIGHLIGHT" val="0"/>
  <p:tag name="KSO_WM_UNIT_COMPATIBLE" val="0"/>
  <p:tag name="KSO_WM_UNIT_DIAGRAM_ISNUMVISUAL" val="0"/>
  <p:tag name="KSO_WM_UNIT_DIAGRAM_ISREFERUNIT" val="0"/>
</p:tagLst>
</file>

<file path=ppt/tags/tag140.xml><?xml version="1.0" encoding="utf-8"?>
<p:tagLst xmlns:p="http://schemas.openxmlformats.org/presentationml/2006/main">
  <p:tag name="KSO_WM_UNIT_TYPE" val="a"/>
  <p:tag name="KSO_WM_UNIT_INDEX" val="1"/>
  <p:tag name="KSO_WM_UNIT_ID" val="_5*a*1"/>
  <p:tag name="KSO_WM_BEAUTIFY_FLAG" val="#wm#"/>
  <p:tag name="KSO_WM_TAG_VERSION" val="3.0"/>
  <p:tag name="KSO_WM_UNIT_LAYERLEVEL" val="1"/>
  <p:tag name="KSO_WM_TEMPLATE_USER_THEME" val="1"/>
  <p:tag name="KSO_WM_UNIT_ISCONTENTSTITLE" val="0"/>
  <p:tag name="KSO_WM_UNIT_ISNUMDGMTITLE" val="0"/>
  <p:tag name="KSO_WM_UNIT_PRESET_TEXT_INDEX" val="-1"/>
  <p:tag name="KSO_WM_UNIT_PRESET_TEXT_LEN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VALUE" val="29"/>
</p:tagLst>
</file>

<file path=ppt/tags/tag141.xml><?xml version="1.0" encoding="utf-8"?>
<p:tagLst xmlns:p="http://schemas.openxmlformats.org/presentationml/2006/main">
  <p:tag name="KSO_WM_UNIT_TYPE" val="h_a"/>
  <p:tag name="KSO_WM_UNIT_INDEX" val="1_1"/>
  <p:tag name="KSO_WM_UNIT_ID" val="_6*h_a*1_1"/>
  <p:tag name="KSO_WM_BEAUTIFY_FLAG" val="#wm#"/>
  <p:tag name="KSO_WM_TAG_VERSION" val="3.0"/>
  <p:tag name="KSO_WM_UNIT_LAYERLEVEL" val="1_1"/>
  <p:tag name="KSO_WM_TEMPLATE_USER_THEME" val="1"/>
  <p:tag name="KSO_WM_UNIT_TEXT_LAYER_COUNT" val="1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SCONTENTSTITLE" val="0"/>
  <p:tag name="KSO_WM_UNIT_ISNUMDGMTITLE" val="0"/>
  <p:tag name="KSO_WM_UNIT_PRESET_TEXT" val="单击此处编辑母版文本样式"/>
  <p:tag name="KSO_WM_UNIT_VALUE" val="16"/>
</p:tagLst>
</file>

<file path=ppt/tags/tag142.xml><?xml version="1.0" encoding="utf-8"?>
<p:tagLst xmlns:p="http://schemas.openxmlformats.org/presentationml/2006/main">
  <p:tag name="KSO_WM_UNIT_TYPE" val="h_f"/>
  <p:tag name="KSO_WM_UNIT_INDEX" val="1_1"/>
  <p:tag name="KSO_WM_UNIT_ID" val="_6*h_f*1_1"/>
  <p:tag name="KSO_WM_BEAUTIFY_FLAG" val="#wm#"/>
  <p:tag name="KSO_WM_TAG_VERSION" val="3.0"/>
  <p:tag name="KSO_WM_UNIT_LAYERLEVEL" val="1_1"/>
  <p:tag name="KSO_WM_TEMPLATE_USER_THEME" val="1"/>
  <p:tag name="KSO_WM_UNIT_SUBTYPE" val="a"/>
  <p:tag name="KSO_WM_UNIT_TEXT_LAYER_COUNT" val="1"/>
  <p:tag name="KSO_WM_UNIT_PRESET_TEXT_INDEX" val="-1"/>
  <p:tag name="KSO_WM_UNIT_PRESET_TEXT_LEN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VALUE" val="144"/>
</p:tagLst>
</file>

<file path=ppt/tags/tag143.xml><?xml version="1.0" encoding="utf-8"?>
<p:tagLst xmlns:p="http://schemas.openxmlformats.org/presentationml/2006/main">
  <p:tag name="KSO_WM_UNIT_TYPE" val="h_a"/>
  <p:tag name="KSO_WM_UNIT_INDEX" val="2_1"/>
  <p:tag name="KSO_WM_UNIT_ID" val="_6*h_a*2_1"/>
  <p:tag name="KSO_WM_BEAUTIFY_FLAG" val="#wm#"/>
  <p:tag name="KSO_WM_TAG_VERSION" val="3.0"/>
  <p:tag name="KSO_WM_UNIT_LAYERLEVEL" val="1_1"/>
  <p:tag name="KSO_WM_TEMPLATE_USER_THEME" val="1"/>
  <p:tag name="KSO_WM_UNIT_TEXT_LAYER_COUNT" val="1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SCONTENTSTITLE" val="0"/>
  <p:tag name="KSO_WM_UNIT_ISNUMDGMTITLE" val="0"/>
  <p:tag name="KSO_WM_UNIT_PRESET_TEXT" val="单击此处编辑母版文本样式"/>
  <p:tag name="KSO_WM_UNIT_VALUE" val="16"/>
</p:tagLst>
</file>

<file path=ppt/tags/tag144.xml><?xml version="1.0" encoding="utf-8"?>
<p:tagLst xmlns:p="http://schemas.openxmlformats.org/presentationml/2006/main">
  <p:tag name="KSO_WM_UNIT_TYPE" val="h_f"/>
  <p:tag name="KSO_WM_UNIT_INDEX" val="2_1"/>
  <p:tag name="KSO_WM_UNIT_ID" val="_6*h_f*2_1"/>
  <p:tag name="KSO_WM_BEAUTIFY_FLAG" val="#wm#"/>
  <p:tag name="KSO_WM_TAG_VERSION" val="3.0"/>
  <p:tag name="KSO_WM_UNIT_LAYERLEVEL" val="1_1"/>
  <p:tag name="KSO_WM_TEMPLATE_USER_THEME" val="1"/>
  <p:tag name="KSO_WM_UNIT_SUBTYPE" val="a"/>
  <p:tag name="KSO_WM_UNIT_TEXT_LAYER_COUNT" val="1"/>
  <p:tag name="KSO_WM_UNIT_PRESET_TEXT_INDEX" val="-1"/>
  <p:tag name="KSO_WM_UNIT_PRESET_TEXT_LEN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VALUE" val="144"/>
</p:tagLst>
</file>

<file path=ppt/tags/tag145.xml><?xml version="1.0" encoding="utf-8"?>
<p:tagLst xmlns:p="http://schemas.openxmlformats.org/presentationml/2006/main">
  <p:tag name="KSO_WM_UNIT_ID" val="_6**"/>
  <p:tag name="KSO_WM_BEAUTIFY_FLAG" val="#wm#"/>
  <p:tag name="KSO_WM_TAG_VERSION" val="3.0"/>
  <p:tag name="KSO_WM_UNIT_LAYERLEVEL" val="1"/>
  <p:tag name="KSO_WM_TEMPLATE_USER_THEME" val="1"/>
  <p:tag name="KSO_WM_UNIT_HIGHLIGHT" val="0"/>
  <p:tag name="KSO_WM_UNIT_COMPATIBLE" val="0"/>
  <p:tag name="KSO_WM_UNIT_DIAGRAM_ISNUMVISUAL" val="0"/>
  <p:tag name="KSO_WM_UNIT_DIAGRAM_ISREFERUNIT" val="0"/>
</p:tagLst>
</file>

<file path=ppt/tags/tag146.xml><?xml version="1.0" encoding="utf-8"?>
<p:tagLst xmlns:p="http://schemas.openxmlformats.org/presentationml/2006/main">
  <p:tag name="KSO_WM_UNIT_ID" val="_6**"/>
  <p:tag name="KSO_WM_BEAUTIFY_FLAG" val="#wm#"/>
  <p:tag name="KSO_WM_TAG_VERSION" val="3.0"/>
  <p:tag name="KSO_WM_UNIT_LAYERLEVEL" val="1"/>
  <p:tag name="KSO_WM_TEMPLATE_USER_THEME" val="1"/>
  <p:tag name="KSO_WM_UNIT_HIGHLIGHT" val="0"/>
  <p:tag name="KSO_WM_UNIT_COMPATIBLE" val="0"/>
  <p:tag name="KSO_WM_UNIT_DIAGRAM_ISNUMVISUAL" val="0"/>
  <p:tag name="KSO_WM_UNIT_DIAGRAM_ISREFERUNIT" val="0"/>
</p:tagLst>
</file>

<file path=ppt/tags/tag147.xml><?xml version="1.0" encoding="utf-8"?>
<p:tagLst xmlns:p="http://schemas.openxmlformats.org/presentationml/2006/main">
  <p:tag name="KSO_WM_UNIT_ID" val="_6**"/>
  <p:tag name="KSO_WM_BEAUTIFY_FLAG" val="#wm#"/>
  <p:tag name="KSO_WM_TAG_VERSION" val="3.0"/>
  <p:tag name="KSO_WM_UNIT_LAYERLEVEL" val="1"/>
  <p:tag name="KSO_WM_TEMPLATE_USER_THEME" val="1"/>
  <p:tag name="KSO_WM_UNIT_HIGHLIGHT" val="0"/>
  <p:tag name="KSO_WM_UNIT_COMPATIBLE" val="0"/>
  <p:tag name="KSO_WM_UNIT_DIAGRAM_ISNUMVISUAL" val="0"/>
  <p:tag name="KSO_WM_UNIT_DIAGRAM_ISREFERUNIT" val="0"/>
</p:tagLst>
</file>

<file path=ppt/tags/tag148.xml><?xml version="1.0" encoding="utf-8"?>
<p:tagLst xmlns:p="http://schemas.openxmlformats.org/presentationml/2006/main">
  <p:tag name="KSO_WM_UNIT_TYPE" val="a"/>
  <p:tag name="KSO_WM_UNIT_INDEX" val="1"/>
  <p:tag name="KSO_WM_UNIT_ID" val="_6*a*1"/>
  <p:tag name="KSO_WM_BEAUTIFY_FLAG" val="#wm#"/>
  <p:tag name="KSO_WM_TAG_VERSION" val="3.0"/>
  <p:tag name="KSO_WM_UNIT_LAYERLEVEL" val="1"/>
  <p:tag name="KSO_WM_TEMPLATE_USER_THEME" val="1"/>
  <p:tag name="KSO_WM_UNIT_ISCONTENTSTITLE" val="0"/>
  <p:tag name="KSO_WM_UNIT_ISNUMDGMTITLE" val="0"/>
  <p:tag name="KSO_WM_UNIT_PRESET_TEXT_INDEX" val="-1"/>
  <p:tag name="KSO_WM_UNIT_PRESET_TEXT_LEN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VALUE" val="29"/>
</p:tagLst>
</file>

<file path=ppt/tags/tag149.xml><?xml version="1.0" encoding="utf-8"?>
<p:tagLst xmlns:p="http://schemas.openxmlformats.org/presentationml/2006/main">
  <p:tag name="KSO_WM_UNIT_ID" val="_7**"/>
  <p:tag name="KSO_WM_BEAUTIFY_FLAG" val="#wm#"/>
  <p:tag name="KSO_WM_TAG_VERSION" val="3.0"/>
  <p:tag name="KSO_WM_UNIT_LAYERLEVEL" val="1"/>
  <p:tag name="KSO_WM_TEMPLATE_USER_THEME" val="1"/>
  <p:tag name="KSO_WM_UNIT_HIGHLIGHT" val="0"/>
  <p:tag name="KSO_WM_UNIT_COMPATIBLE" val="0"/>
  <p:tag name="KSO_WM_UNIT_DIAGRAM_ISNUMVISUAL" val="0"/>
  <p:tag name="KSO_WM_UNIT_DIAGRAM_ISREFERUNIT" val="0"/>
</p:tagLst>
</file>

<file path=ppt/tags/tag150.xml><?xml version="1.0" encoding="utf-8"?>
<p:tagLst xmlns:p="http://schemas.openxmlformats.org/presentationml/2006/main">
  <p:tag name="KSO_WM_UNIT_ID" val="_7**"/>
  <p:tag name="KSO_WM_BEAUTIFY_FLAG" val="#wm#"/>
  <p:tag name="KSO_WM_TAG_VERSION" val="3.0"/>
  <p:tag name="KSO_WM_UNIT_LAYERLEVEL" val="1"/>
  <p:tag name="KSO_WM_TEMPLATE_USER_THEME" val="1"/>
  <p:tag name="KSO_WM_UNIT_HIGHLIGHT" val="0"/>
  <p:tag name="KSO_WM_UNIT_COMPATIBLE" val="0"/>
  <p:tag name="KSO_WM_UNIT_DIAGRAM_ISNUMVISUAL" val="0"/>
  <p:tag name="KSO_WM_UNIT_DIAGRAM_ISREFERUNIT" val="0"/>
</p:tagLst>
</file>

<file path=ppt/tags/tag151.xml><?xml version="1.0" encoding="utf-8"?>
<p:tagLst xmlns:p="http://schemas.openxmlformats.org/presentationml/2006/main">
  <p:tag name="KSO_WM_UNIT_ID" val="_7**"/>
  <p:tag name="KSO_WM_BEAUTIFY_FLAG" val="#wm#"/>
  <p:tag name="KSO_WM_TAG_VERSION" val="3.0"/>
  <p:tag name="KSO_WM_UNIT_LAYERLEVEL" val="1"/>
  <p:tag name="KSO_WM_TEMPLATE_USER_THEME" val="1"/>
  <p:tag name="KSO_WM_UNIT_HIGHLIGHT" val="0"/>
  <p:tag name="KSO_WM_UNIT_COMPATIBLE" val="0"/>
  <p:tag name="KSO_WM_UNIT_DIAGRAM_ISNUMVISUAL" val="0"/>
  <p:tag name="KSO_WM_UNIT_DIAGRAM_ISREFERUNIT" val="0"/>
</p:tagLst>
</file>

<file path=ppt/tags/tag152.xml><?xml version="1.0" encoding="utf-8"?>
<p:tagLst xmlns:p="http://schemas.openxmlformats.org/presentationml/2006/main">
  <p:tag name="KSO_WM_UNIT_TYPE" val="a"/>
  <p:tag name="KSO_WM_UNIT_INDEX" val="1"/>
  <p:tag name="KSO_WM_UNIT_ID" val="_7*a*1"/>
  <p:tag name="KSO_WM_BEAUTIFY_FLAG" val="#wm#"/>
  <p:tag name="KSO_WM_TAG_VERSION" val="3.0"/>
  <p:tag name="KSO_WM_UNIT_LAYERLEVEL" val="1"/>
  <p:tag name="KSO_WM_TEMPLATE_USER_THEME" val="1"/>
  <p:tag name="KSO_WM_UNIT_ISCONTENTSTITLE" val="0"/>
  <p:tag name="KSO_WM_UNIT_ISNUMDGMTITLE" val="0"/>
  <p:tag name="KSO_WM_UNIT_PRESET_TEXT_INDEX" val="-1"/>
  <p:tag name="KSO_WM_UNIT_PRESET_TEXT_LEN" val="0"/>
  <p:tag name="KSO_WM_UNIT_NOCLEAR" val="0"/>
  <p:tag name="KSO_WM_UNIT_HIGHLIGHT" val="0"/>
  <p:tag name="KSO_WM_UNIT_COMPATIBLE" val="0"/>
  <p:tag name="KSO_WM_UNIT_DIAGRAM_ISNUMVISUAL" val="0"/>
  <p:tag name="KSO_WM_UNIT_DIAGRAM_ISREFERUNIT" val="0"/>
</p:tagLst>
</file>

<file path=ppt/tags/tag153.xml><?xml version="1.0" encoding="utf-8"?>
<p:tagLst xmlns:p="http://schemas.openxmlformats.org/presentationml/2006/main">
  <p:tag name="KSO_WM_UNIT_ID" val="_8**"/>
  <p:tag name="KSO_WM_BEAUTIFY_FLAG" val="#wm#"/>
  <p:tag name="KSO_WM_TAG_VERSION" val="3.0"/>
  <p:tag name="KSO_WM_UNIT_LAYERLEVEL" val="1"/>
  <p:tag name="KSO_WM_TEMPLATE_USER_THEME" val="1"/>
  <p:tag name="KSO_WM_UNIT_HIGHLIGHT" val="0"/>
  <p:tag name="KSO_WM_UNIT_COMPATIBLE" val="0"/>
  <p:tag name="KSO_WM_UNIT_DIAGRAM_ISNUMVISUAL" val="0"/>
  <p:tag name="KSO_WM_UNIT_DIAGRAM_ISREFERUNIT" val="0"/>
</p:tagLst>
</file>

<file path=ppt/tags/tag154.xml><?xml version="1.0" encoding="utf-8"?>
<p:tagLst xmlns:p="http://schemas.openxmlformats.org/presentationml/2006/main">
  <p:tag name="KSO_WM_UNIT_ID" val="_8**"/>
  <p:tag name="KSO_WM_BEAUTIFY_FLAG" val="#wm#"/>
  <p:tag name="KSO_WM_TAG_VERSION" val="3.0"/>
  <p:tag name="KSO_WM_UNIT_LAYERLEVEL" val="1"/>
  <p:tag name="KSO_WM_TEMPLATE_USER_THEME" val="1"/>
  <p:tag name="KSO_WM_UNIT_HIGHLIGHT" val="0"/>
  <p:tag name="KSO_WM_UNIT_COMPATIBLE" val="0"/>
  <p:tag name="KSO_WM_UNIT_DIAGRAM_ISNUMVISUAL" val="0"/>
  <p:tag name="KSO_WM_UNIT_DIAGRAM_ISREFERUNIT" val="0"/>
</p:tagLst>
</file>

<file path=ppt/tags/tag155.xml><?xml version="1.0" encoding="utf-8"?>
<p:tagLst xmlns:p="http://schemas.openxmlformats.org/presentationml/2006/main">
  <p:tag name="KSO_WM_UNIT_ID" val="_8**"/>
  <p:tag name="KSO_WM_BEAUTIFY_FLAG" val="#wm#"/>
  <p:tag name="KSO_WM_TAG_VERSION" val="3.0"/>
  <p:tag name="KSO_WM_UNIT_LAYERLEVEL" val="1"/>
  <p:tag name="KSO_WM_TEMPLATE_USER_THEME" val="1"/>
  <p:tag name="KSO_WM_UNIT_HIGHLIGHT" val="0"/>
  <p:tag name="KSO_WM_UNIT_COMPATIBLE" val="0"/>
  <p:tag name="KSO_WM_UNIT_DIAGRAM_ISNUMVISUAL" val="0"/>
  <p:tag name="KSO_WM_UNIT_DIAGRAM_ISREFERUNIT" val="0"/>
</p:tagLst>
</file>

<file path=ppt/tags/tag156.xml><?xml version="1.0" encoding="utf-8"?>
<p:tagLst xmlns:p="http://schemas.openxmlformats.org/presentationml/2006/main">
  <p:tag name="KSO_WM_UNIT_TYPE" val="f"/>
  <p:tag name="KSO_WM_UNIT_INDEX" val="1"/>
  <p:tag name="KSO_WM_UNIT_ID" val="_9*f*1"/>
  <p:tag name="KSO_WM_BEAUTIFY_FLAG" val="#wm#"/>
  <p:tag name="KSO_WM_TAG_VERSION" val="3.0"/>
  <p:tag name="KSO_WM_UNIT_LAYERLEVEL" val="1"/>
  <p:tag name="KSO_WM_TEMPLATE_USER_THEME" val="1"/>
  <p:tag name="KSO_WM_UNIT_SUBTYPE" val="a"/>
  <p:tag name="KSO_WM_UNIT_TEXT_LAYER_COUNT" val="1"/>
  <p:tag name="KSO_WM_UNIT_PRESET_TEXT_INDEX" val="-1"/>
  <p:tag name="KSO_WM_UNIT_PRESET_TEXT_LEN" val="0"/>
  <p:tag name="KSO_WM_UNIT_NOCLEAR" val="0"/>
  <p:tag name="KSO_WM_UNIT_HIGHLIGHT" val="0"/>
  <p:tag name="KSO_WM_UNIT_COMPATIBLE" val="0"/>
  <p:tag name="KSO_WM_UNIT_DIAGRAM_ISNUMVISUAL" val="0"/>
  <p:tag name="KSO_WM_UNIT_DIAGRAM_ISREFERUNIT" val="0"/>
</p:tagLst>
</file>

<file path=ppt/tags/tag157.xml><?xml version="1.0" encoding="utf-8"?>
<p:tagLst xmlns:p="http://schemas.openxmlformats.org/presentationml/2006/main">
  <p:tag name="KSO_WM_UNIT_ID" val="_9**"/>
  <p:tag name="KSO_WM_BEAUTIFY_FLAG" val="#wm#"/>
  <p:tag name="KSO_WM_TAG_VERSION" val="3.0"/>
  <p:tag name="KSO_WM_UNIT_LAYERLEVEL" val="1"/>
  <p:tag name="KSO_WM_TEMPLATE_USER_THEME" val="1"/>
  <p:tag name="KSO_WM_UNIT_HIGHLIGHT" val="0"/>
  <p:tag name="KSO_WM_UNIT_COMPATIBLE" val="0"/>
  <p:tag name="KSO_WM_UNIT_DIAGRAM_ISNUMVISUAL" val="0"/>
  <p:tag name="KSO_WM_UNIT_DIAGRAM_ISREFERUNIT" val="0"/>
</p:tagLst>
</file>

<file path=ppt/tags/tag158.xml><?xml version="1.0" encoding="utf-8"?>
<p:tagLst xmlns:p="http://schemas.openxmlformats.org/presentationml/2006/main">
  <p:tag name="KSO_WM_UNIT_ID" val="_9**"/>
  <p:tag name="KSO_WM_BEAUTIFY_FLAG" val="#wm#"/>
  <p:tag name="KSO_WM_TAG_VERSION" val="3.0"/>
  <p:tag name="KSO_WM_UNIT_LAYERLEVEL" val="1"/>
  <p:tag name="KSO_WM_TEMPLATE_USER_THEME" val="1"/>
  <p:tag name="KSO_WM_UNIT_HIGHLIGHT" val="0"/>
  <p:tag name="KSO_WM_UNIT_COMPATIBLE" val="0"/>
  <p:tag name="KSO_WM_UNIT_DIAGRAM_ISNUMVISUAL" val="0"/>
  <p:tag name="KSO_WM_UNIT_DIAGRAM_ISREFERUNIT" val="0"/>
</p:tagLst>
</file>

<file path=ppt/tags/tag159.xml><?xml version="1.0" encoding="utf-8"?>
<p:tagLst xmlns:p="http://schemas.openxmlformats.org/presentationml/2006/main">
  <p:tag name="KSO_WM_UNIT_ID" val="_9**"/>
  <p:tag name="KSO_WM_BEAUTIFY_FLAG" val="#wm#"/>
  <p:tag name="KSO_WM_TAG_VERSION" val="3.0"/>
  <p:tag name="KSO_WM_UNIT_LAYERLEVEL" val="1"/>
  <p:tag name="KSO_WM_TEMPLATE_USER_THEME" val="1"/>
  <p:tag name="KSO_WM_UNIT_HIGHLIGHT" val="0"/>
  <p:tag name="KSO_WM_UNIT_COMPATIBLE" val="0"/>
  <p:tag name="KSO_WM_UNIT_DIAGRAM_ISNUMVISUAL" val="0"/>
  <p:tag name="KSO_WM_UNIT_DIAGRAM_ISREFERUNIT" val="0"/>
</p:tagLst>
</file>

<file path=ppt/tags/tag160.xml><?xml version="1.0" encoding="utf-8"?>
<p:tagLst xmlns:p="http://schemas.openxmlformats.org/presentationml/2006/main">
  <p:tag name="KSO_WM_UNIT_ID" val="_10**"/>
  <p:tag name="KSO_WM_BEAUTIFY_FLAG" val="#wm#"/>
  <p:tag name="KSO_WM_TAG_VERSION" val="3.0"/>
  <p:tag name="KSO_WM_UNIT_LAYERLEVEL" val="1"/>
  <p:tag name="KSO_WM_TEMPLATE_USER_THEME" val="1"/>
  <p:tag name="KSO_WM_UNIT_HIGHLIGHT" val="0"/>
  <p:tag name="KSO_WM_UNIT_COMPATIBLE" val="0"/>
  <p:tag name="KSO_WM_UNIT_DIAGRAM_ISNUMVISUAL" val="0"/>
  <p:tag name="KSO_WM_UNIT_DIAGRAM_ISREFERUNIT" val="0"/>
</p:tagLst>
</file>

<file path=ppt/tags/tag161.xml><?xml version="1.0" encoding="utf-8"?>
<p:tagLst xmlns:p="http://schemas.openxmlformats.org/presentationml/2006/main">
  <p:tag name="KSO_WM_UNIT_ID" val="_10**"/>
  <p:tag name="KSO_WM_BEAUTIFY_FLAG" val="#wm#"/>
  <p:tag name="KSO_WM_TAG_VERSION" val="3.0"/>
  <p:tag name="KSO_WM_UNIT_LAYERLEVEL" val="1"/>
  <p:tag name="KSO_WM_TEMPLATE_USER_THEME" val="1"/>
  <p:tag name="KSO_WM_UNIT_HIGHLIGHT" val="0"/>
  <p:tag name="KSO_WM_UNIT_COMPATIBLE" val="0"/>
  <p:tag name="KSO_WM_UNIT_DIAGRAM_ISNUMVISUAL" val="0"/>
  <p:tag name="KSO_WM_UNIT_DIAGRAM_ISREFERUNIT" val="0"/>
</p:tagLst>
</file>

<file path=ppt/tags/tag162.xml><?xml version="1.0" encoding="utf-8"?>
<p:tagLst xmlns:p="http://schemas.openxmlformats.org/presentationml/2006/main">
  <p:tag name="KSO_WM_UNIT_ID" val="_10**"/>
  <p:tag name="KSO_WM_BEAUTIFY_FLAG" val="#wm#"/>
  <p:tag name="KSO_WM_TAG_VERSION" val="3.0"/>
  <p:tag name="KSO_WM_UNIT_LAYERLEVEL" val="1"/>
  <p:tag name="KSO_WM_TEMPLATE_USER_THEME" val="1"/>
  <p:tag name="KSO_WM_UNIT_HIGHLIGHT" val="0"/>
  <p:tag name="KSO_WM_UNIT_COMPATIBLE" val="0"/>
  <p:tag name="KSO_WM_UNIT_DIAGRAM_ISNUMVISUAL" val="0"/>
  <p:tag name="KSO_WM_UNIT_DIAGRAM_ISREFERUNIT" val="0"/>
</p:tagLst>
</file>

<file path=ppt/tags/tag163.xml><?xml version="1.0" encoding="utf-8"?>
<p:tagLst xmlns:p="http://schemas.openxmlformats.org/presentationml/2006/main">
  <p:tag name="KSO_WM_UNIT_TYPE" val="f"/>
  <p:tag name="KSO_WM_UNIT_INDEX" val="1"/>
  <p:tag name="KSO_WM_UNIT_ID" val="_10*f*1"/>
  <p:tag name="KSO_WM_BEAUTIFY_FLAG" val="#wm#"/>
  <p:tag name="KSO_WM_TAG_VERSION" val="3.0"/>
  <p:tag name="KSO_WM_UNIT_LAYERLEVEL" val="1"/>
  <p:tag name="KSO_WM_TEMPLATE_USER_THEME" val="1"/>
  <p:tag name="KSO_WM_UNIT_SUBTYPE" val="a"/>
  <p:tag name="KSO_WM_UNIT_TEXT_LAYER_COUNT" val="1"/>
  <p:tag name="KSO_WM_UNIT_PRESET_TEXT_INDEX" val="-1"/>
  <p:tag name="KSO_WM_UNIT_PRESET_TEXT_LEN" val="0"/>
  <p:tag name="KSO_WM_UNIT_NOCLEAR" val="0"/>
  <p:tag name="KSO_WM_UNIT_HIGHLIGHT" val="0"/>
  <p:tag name="KSO_WM_UNIT_COMPATIBLE" val="0"/>
  <p:tag name="KSO_WM_UNIT_DIAGRAM_ISNUMVISUAL" val="0"/>
  <p:tag name="KSO_WM_UNIT_DIAGRAM_ISREFERUNIT" val="0"/>
</p:tagLst>
</file>

<file path=ppt/tags/tag164.xml><?xml version="1.0" encoding="utf-8"?>
<p:tagLst xmlns:p="http://schemas.openxmlformats.org/presentationml/2006/main">
  <p:tag name="KSO_WM_UNIT_TYPE" val="a"/>
  <p:tag name="KSO_WM_UNIT_INDEX" val="1"/>
  <p:tag name="KSO_WM_UNIT_ID" val="_10*a*1"/>
  <p:tag name="KSO_WM_BEAUTIFY_FLAG" val="#wm#"/>
  <p:tag name="KSO_WM_TAG_VERSION" val="3.0"/>
  <p:tag name="KSO_WM_UNIT_LAYERLEVEL" val="1"/>
  <p:tag name="KSO_WM_TEMPLATE_USER_THEME" val="1"/>
  <p:tag name="KSO_WM_UNIT_ISCONTENTSTITLE" val="0"/>
  <p:tag name="KSO_WM_UNIT_ISNUMDGMTITLE" val="0"/>
  <p:tag name="KSO_WM_UNIT_PRESET_TEXT_INDEX" val="-1"/>
  <p:tag name="KSO_WM_UNIT_PRESET_TEXT_LEN" val="0"/>
  <p:tag name="KSO_WM_UNIT_NOCLEAR" val="0"/>
  <p:tag name="KSO_WM_UNIT_HIGHLIGHT" val="0"/>
  <p:tag name="KSO_WM_UNIT_COMPATIBLE" val="0"/>
  <p:tag name="KSO_WM_UNIT_DIAGRAM_ISNUMVISUAL" val="0"/>
  <p:tag name="KSO_WM_UNIT_DIAGRAM_ISREFERUNIT" val="0"/>
</p:tagLst>
</file>

<file path=ppt/tags/tag165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  <p:tag name="LAYOUTZORDER" val="2"/>
  <p:tag name="KSO_WM_UNIT_ID" val="_11*i*4"/>
  <p:tag name="KSO_WM_UNIT_LAYERLEVEL" val="1"/>
  <p:tag name="KSO_WM_TEMPLATE_USER_THEME" val="1"/>
  <p:tag name="KSO_WM_UNIT_HIGHLIGHT" val="0"/>
  <p:tag name="KSO_WM_UNIT_COMPATIBLE" val="0"/>
  <p:tag name="KSO_WM_UNIT_DIAGRAM_ISNUMVISUAL" val="0"/>
  <p:tag name="KSO_WM_UNIT_DIAGRAM_ISREFERUNIT" val="0"/>
</p:tagLst>
</file>

<file path=ppt/tags/tag166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  <p:tag name="LAYOUTZORDER" val="3"/>
  <p:tag name="KSO_WM_UNIT_ID" val="_11*i*2"/>
  <p:tag name="KSO_WM_UNIT_LAYERLEVEL" val="1"/>
  <p:tag name="KSO_WM_TEMPLATE_USER_THEME" val="1"/>
  <p:tag name="KSO_WM_UNIT_HIGHLIGHT" val="0"/>
  <p:tag name="KSO_WM_UNIT_COMPATIBLE" val="0"/>
  <p:tag name="KSO_WM_UNIT_DIAGRAM_ISNUMVISUAL" val="0"/>
  <p:tag name="KSO_WM_UNIT_DIAGRAM_ISREFERUNIT" val="0"/>
</p:tagLst>
</file>

<file path=ppt/tags/tag167.xml><?xml version="1.0" encoding="utf-8"?>
<p:tagLst xmlns:p="http://schemas.openxmlformats.org/presentationml/2006/main">
  <p:tag name="LAYOUTZORDER" val="4"/>
  <p:tag name="KSO_WM_UNIT_TYPE" val="i"/>
  <p:tag name="KSO_WM_UNIT_ID" val="_11*i*0"/>
  <p:tag name="KSO_WM_BEAUTIFY_FLAG" val="#wm#"/>
  <p:tag name="KSO_WM_TAG_VERSION" val="3.0"/>
  <p:tag name="KSO_WM_UNIT_LAYERLEVEL" val="1"/>
  <p:tag name="KSO_WM_TEMPLATE_USER_THEME" val="1"/>
  <p:tag name="KSO_WM_UNIT_HIGHLIGHT" val="0"/>
  <p:tag name="KSO_WM_UNIT_COMPATIBLE" val="0"/>
  <p:tag name="KSO_WM_UNIT_DIAGRAM_ISNUMVISUAL" val="0"/>
  <p:tag name="KSO_WM_UNIT_DIAGRAM_ISREFERUNIT" val="0"/>
  <p:tag name="KSO_WM_UNIT_INDEX" val="0"/>
</p:tagLst>
</file>

<file path=ppt/tags/tag168.xml><?xml version="1.0" encoding="utf-8"?>
<p:tagLst xmlns:p="http://schemas.openxmlformats.org/presentationml/2006/main">
  <p:tag name="KSO_WM_UNIT_TYPE" val="i"/>
  <p:tag name="KSO_WM_UNIT_INDEX" val="9"/>
  <p:tag name="KSO_WM_BEAUTIFY_FLAG" val="#wm#"/>
  <p:tag name="KSO_WM_TAG_VERSION" val="3.0"/>
  <p:tag name="LAYOUTZORDER" val="5"/>
  <p:tag name="KSO_WM_UNIT_ID" val="_11*i*9"/>
  <p:tag name="KSO_WM_UNIT_LAYERLEVEL" val="1"/>
  <p:tag name="KSO_WM_TEMPLATE_USER_THEME" val="1"/>
  <p:tag name="KSO_WM_UNIT_HIGHLIGHT" val="0"/>
  <p:tag name="KSO_WM_UNIT_COMPATIBLE" val="0"/>
  <p:tag name="KSO_WM_UNIT_DIAGRAM_ISNUMVISUAL" val="0"/>
  <p:tag name="KSO_WM_UNIT_DIAGRAM_ISREFERUNIT" val="0"/>
</p:tagLst>
</file>

<file path=ppt/tags/tag169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LAYOUTZORDER" val="6"/>
  <p:tag name="KSO_WM_UNIT_ID" val="_11*i*1"/>
  <p:tag name="KSO_WM_UNIT_LAYERLEVEL" val="1"/>
  <p:tag name="KSO_WM_TEMPLATE_USER_THEME" val="1"/>
  <p:tag name="KSO_WM_UNIT_HIGHLIGHT" val="0"/>
  <p:tag name="KSO_WM_UNIT_COMPATIBLE" val="0"/>
  <p:tag name="KSO_WM_UNIT_DIAGRAM_ISNUMVISUAL" val="0"/>
  <p:tag name="KSO_WM_UNIT_DIAGRAM_ISREFERUNIT" val="0"/>
</p:tagLst>
</file>

<file path=ppt/tags/tag170.xml><?xml version="1.0" encoding="utf-8"?>
<p:tagLst xmlns:p="http://schemas.openxmlformats.org/presentationml/2006/main">
  <p:tag name="KSO_WM_UNIT_TYPE" val="i"/>
  <p:tag name="KSO_WM_UNIT_INDEX" val="7"/>
  <p:tag name="KSO_WM_BEAUTIFY_FLAG" val="#wm#"/>
  <p:tag name="KSO_WM_TAG_VERSION" val="3.0"/>
  <p:tag name="LAYOUTZORDER" val="7"/>
  <p:tag name="KSO_WM_UNIT_ID" val="_11*i*7"/>
  <p:tag name="KSO_WM_UNIT_LAYERLEVEL" val="1"/>
  <p:tag name="KSO_WM_TEMPLATE_USER_THEME" val="1"/>
  <p:tag name="KSO_WM_UNIT_HIGHLIGHT" val="0"/>
  <p:tag name="KSO_WM_UNIT_COMPATIBLE" val="0"/>
  <p:tag name="KSO_WM_UNIT_DIAGRAM_ISNUMVISUAL" val="0"/>
  <p:tag name="KSO_WM_UNIT_DIAGRAM_ISREFERUNIT" val="0"/>
</p:tagLst>
</file>

<file path=ppt/tags/tag171.xml><?xml version="1.0" encoding="utf-8"?>
<p:tagLst xmlns:p="http://schemas.openxmlformats.org/presentationml/2006/main">
  <p:tag name="KSO_WM_UNIT_TYPE" val="i"/>
  <p:tag name="KSO_WM_UNIT_INDEX" val="5"/>
  <p:tag name="KSO_WM_BEAUTIFY_FLAG" val="#wm#"/>
  <p:tag name="KSO_WM_TAG_VERSION" val="3.0"/>
  <p:tag name="LAYOUTZORDER" val="8"/>
  <p:tag name="KSO_WM_UNIT_ID" val="_11*i*5"/>
  <p:tag name="KSO_WM_UNIT_LAYERLEVEL" val="1"/>
  <p:tag name="KSO_WM_TEMPLATE_USER_THEME" val="1"/>
  <p:tag name="KSO_WM_UNIT_HIGHLIGHT" val="0"/>
  <p:tag name="KSO_WM_UNIT_COMPATIBLE" val="0"/>
  <p:tag name="KSO_WM_UNIT_DIAGRAM_ISNUMVISUAL" val="0"/>
  <p:tag name="KSO_WM_UNIT_DIAGRAM_ISREFERUNIT" val="0"/>
</p:tagLst>
</file>

<file path=ppt/tags/tag172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  <p:tag name="LAYOUTZORDER" val="14"/>
  <p:tag name="KSO_WM_UNIT_ID" val="_11*i*16"/>
  <p:tag name="KSO_WM_UNIT_LAYERLEVEL" val="1"/>
  <p:tag name="KSO_WM_TEMPLATE_USER_THEME" val="1"/>
  <p:tag name="KSO_WM_UNIT_HIGHLIGHT" val="0"/>
  <p:tag name="KSO_WM_UNIT_COMPATIBLE" val="0"/>
  <p:tag name="KSO_WM_UNIT_DIAGRAM_ISNUMVISUAL" val="0"/>
  <p:tag name="KSO_WM_UNIT_DIAGRAM_ISREFERUNIT" val="0"/>
</p:tagLst>
</file>

<file path=ppt/tags/tag173.xml><?xml version="1.0" encoding="utf-8"?>
<p:tagLst xmlns:p="http://schemas.openxmlformats.org/presentationml/2006/main">
  <p:tag name="KSO_WM_UNIT_TYPE" val="i"/>
  <p:tag name="KSO_WM_UNIT_INDEX" val="18"/>
  <p:tag name="KSO_WM_BEAUTIFY_FLAG" val="#wm#"/>
  <p:tag name="KSO_WM_TAG_VERSION" val="3.0"/>
  <p:tag name="LAYOUTZORDER" val="15"/>
  <p:tag name="KSO_WM_UNIT_ID" val="_11*i*18"/>
  <p:tag name="KSO_WM_UNIT_LAYERLEVEL" val="1"/>
  <p:tag name="KSO_WM_TEMPLATE_USER_THEME" val="1"/>
  <p:tag name="KSO_WM_UNIT_HIGHLIGHT" val="0"/>
  <p:tag name="KSO_WM_UNIT_COMPATIBLE" val="0"/>
  <p:tag name="KSO_WM_UNIT_DIAGRAM_ISNUMVISUAL" val="0"/>
  <p:tag name="KSO_WM_UNIT_DIAGRAM_ISREFERUNIT" val="0"/>
</p:tagLst>
</file>

<file path=ppt/tags/tag174.xml><?xml version="1.0" encoding="utf-8"?>
<p:tagLst xmlns:p="http://schemas.openxmlformats.org/presentationml/2006/main">
  <p:tag name="LAYOUTZORDER" val="19"/>
  <p:tag name="KSO_WM_UNIT_TYPE" val="i"/>
  <p:tag name="KSO_WM_UNIT_ID" val="_11*i*0"/>
  <p:tag name="KSO_WM_BEAUTIFY_FLAG" val="#wm#"/>
  <p:tag name="KSO_WM_TAG_VERSION" val="3.0"/>
  <p:tag name="KSO_WM_UNIT_LAYERLEVEL" val="1"/>
  <p:tag name="KSO_WM_TEMPLATE_USER_THEME" val="1"/>
  <p:tag name="KSO_WM_UNIT_HIGHLIGHT" val="0"/>
  <p:tag name="KSO_WM_UNIT_COMPATIBLE" val="0"/>
  <p:tag name="KSO_WM_UNIT_DIAGRAM_ISNUMVISUAL" val="0"/>
  <p:tag name="KSO_WM_UNIT_DIAGRAM_ISREFERUNIT" val="0"/>
  <p:tag name="KSO_WM_UNIT_INDEX" val="0"/>
</p:tagLst>
</file>

<file path=ppt/tags/tag175.xml><?xml version="1.0" encoding="utf-8"?>
<p:tagLst xmlns:p="http://schemas.openxmlformats.org/presentationml/2006/main">
  <p:tag name="LAYOUTZORDER" val="20"/>
  <p:tag name="KSO_WM_UNIT_TYPE" val="i"/>
  <p:tag name="KSO_WM_UNIT_ID" val="_11*i*0"/>
  <p:tag name="KSO_WM_BEAUTIFY_FLAG" val="#wm#"/>
  <p:tag name="KSO_WM_TAG_VERSION" val="3.0"/>
  <p:tag name="KSO_WM_UNIT_LAYERLEVEL" val="1"/>
  <p:tag name="KSO_WM_TEMPLATE_USER_THEME" val="1"/>
  <p:tag name="KSO_WM_UNIT_HIGHLIGHT" val="0"/>
  <p:tag name="KSO_WM_UNIT_COMPATIBLE" val="0"/>
  <p:tag name="KSO_WM_UNIT_DIAGRAM_ISNUMVISUAL" val="0"/>
  <p:tag name="KSO_WM_UNIT_DIAGRAM_ISREFERUNIT" val="0"/>
  <p:tag name="KSO_WM_UNIT_INDEX" val="0"/>
</p:tagLst>
</file>

<file path=ppt/tags/tag176.xml><?xml version="1.0" encoding="utf-8"?>
<p:tagLst xmlns:p="http://schemas.openxmlformats.org/presentationml/2006/main">
  <p:tag name="LAYOUTZORDER" val="21"/>
  <p:tag name="KSO_WM_UNIT_TYPE" val="i"/>
  <p:tag name="KSO_WM_UNIT_ID" val="_11*i*0"/>
  <p:tag name="KSO_WM_BEAUTIFY_FLAG" val="#wm#"/>
  <p:tag name="KSO_WM_TAG_VERSION" val="3.0"/>
  <p:tag name="KSO_WM_UNIT_LAYERLEVEL" val="1"/>
  <p:tag name="KSO_WM_TEMPLATE_USER_THEME" val="1"/>
  <p:tag name="KSO_WM_UNIT_HIGHLIGHT" val="0"/>
  <p:tag name="KSO_WM_UNIT_COMPATIBLE" val="0"/>
  <p:tag name="KSO_WM_UNIT_DIAGRAM_ISNUMVISUAL" val="0"/>
  <p:tag name="KSO_WM_UNIT_DIAGRAM_ISREFERUNIT" val="0"/>
  <p:tag name="KSO_WM_UNIT_INDEX" val="0"/>
</p:tagLst>
</file>

<file path=ppt/tags/tag177.xml><?xml version="1.0" encoding="utf-8"?>
<p:tagLst xmlns:p="http://schemas.openxmlformats.org/presentationml/2006/main">
  <p:tag name="KSO_WM_UNIT_TYPE" val="i"/>
  <p:tag name="KSO_WM_UNIT_INDEX" val="23"/>
  <p:tag name="KSO_WM_BEAUTIFY_FLAG" val="#wm#"/>
  <p:tag name="KSO_WM_TAG_VERSION" val="3.0"/>
  <p:tag name="LAYOUTZORDER" val="22"/>
  <p:tag name="KSO_WM_UNIT_ID" val="_11*i*23"/>
  <p:tag name="KSO_WM_UNIT_LAYERLEVEL" val="1"/>
  <p:tag name="KSO_WM_TEMPLATE_USER_THEME" val="1"/>
  <p:tag name="KSO_WM_UNIT_HIGHLIGHT" val="0"/>
  <p:tag name="KSO_WM_UNIT_COMPATIBLE" val="0"/>
  <p:tag name="KSO_WM_UNIT_DIAGRAM_ISNUMVISUAL" val="0"/>
  <p:tag name="KSO_WM_UNIT_DIAGRAM_ISREFERUNIT" val="0"/>
</p:tagLst>
</file>

<file path=ppt/tags/tag178.xml><?xml version="1.0" encoding="utf-8"?>
<p:tagLst xmlns:p="http://schemas.openxmlformats.org/presentationml/2006/main">
  <p:tag name="LAYOUTZORDER" val="23"/>
  <p:tag name="KSO_WM_UNIT_TYPE" val="i"/>
  <p:tag name="KSO_WM_UNIT_ID" val="_11*i*0"/>
  <p:tag name="KSO_WM_BEAUTIFY_FLAG" val="#wm#"/>
  <p:tag name="KSO_WM_TAG_VERSION" val="3.0"/>
  <p:tag name="KSO_WM_UNIT_LAYERLEVEL" val="1"/>
  <p:tag name="KSO_WM_TEMPLATE_USER_THEME" val="1"/>
  <p:tag name="KSO_WM_UNIT_HIGHLIGHT" val="0"/>
  <p:tag name="KSO_WM_UNIT_COMPATIBLE" val="0"/>
  <p:tag name="KSO_WM_UNIT_DIAGRAM_ISNUMVISUAL" val="0"/>
  <p:tag name="KSO_WM_UNIT_DIAGRAM_ISREFERUNIT" val="0"/>
  <p:tag name="KSO_WM_UNIT_INDEX" val="0"/>
</p:tagLst>
</file>

<file path=ppt/tags/tag179.xml><?xml version="1.0" encoding="utf-8"?>
<p:tagLst xmlns:p="http://schemas.openxmlformats.org/presentationml/2006/main">
  <p:tag name="KSO_WM_UNIT_TYPE" val="i"/>
  <p:tag name="KSO_WM_UNIT_INDEX" val="17"/>
  <p:tag name="KSO_WM_BEAUTIFY_FLAG" val="#wm#"/>
  <p:tag name="KSO_WM_TAG_VERSION" val="3.0"/>
  <p:tag name="LAYOUTZORDER" val="24"/>
  <p:tag name="KSO_WM_UNIT_ID" val="_11*i*17"/>
  <p:tag name="KSO_WM_UNIT_LAYERLEVEL" val="1"/>
  <p:tag name="KSO_WM_TEMPLATE_USER_THEME" val="1"/>
  <p:tag name="KSO_WM_UNIT_HIGHLIGHT" val="0"/>
  <p:tag name="KSO_WM_UNIT_COMPATIBLE" val="0"/>
  <p:tag name="KSO_WM_UNIT_DIAGRAM_ISNUMVISUAL" val="0"/>
  <p:tag name="KSO_WM_UNIT_DIAGRAM_ISREFERUNIT" val="0"/>
</p:tagLst>
</file>

<file path=ppt/tags/tag180.xml><?xml version="1.0" encoding="utf-8"?>
<p:tagLst xmlns:p="http://schemas.openxmlformats.org/presentationml/2006/main">
  <p:tag name="LAYOUTZORDER" val="25"/>
  <p:tag name="KSO_WM_UNIT_TYPE" val="i"/>
  <p:tag name="KSO_WM_UNIT_ID" val="_11*i*0"/>
  <p:tag name="KSO_WM_BEAUTIFY_FLAG" val="#wm#"/>
  <p:tag name="KSO_WM_TAG_VERSION" val="3.0"/>
  <p:tag name="KSO_WM_UNIT_LAYERLEVEL" val="1"/>
  <p:tag name="KSO_WM_TEMPLATE_USER_THEME" val="1"/>
  <p:tag name="KSO_WM_UNIT_HIGHLIGHT" val="0"/>
  <p:tag name="KSO_WM_UNIT_COMPATIBLE" val="0"/>
  <p:tag name="KSO_WM_UNIT_DIAGRAM_ISNUMVISUAL" val="0"/>
  <p:tag name="KSO_WM_UNIT_DIAGRAM_ISREFERUNIT" val="0"/>
  <p:tag name="KSO_WM_UNIT_INDEX" val="0"/>
</p:tagLst>
</file>

<file path=ppt/tags/tag181.xml><?xml version="1.0" encoding="utf-8"?>
<p:tagLst xmlns:p="http://schemas.openxmlformats.org/presentationml/2006/main">
  <p:tag name="LAYOUTZORDER" val="28"/>
  <p:tag name="KSO_WM_UNIT_TYPE" val="i"/>
  <p:tag name="KSO_WM_UNIT_ID" val="_11*i*0"/>
  <p:tag name="KSO_WM_BEAUTIFY_FLAG" val="#wm#"/>
  <p:tag name="KSO_WM_TAG_VERSION" val="3.0"/>
  <p:tag name="KSO_WM_UNIT_LAYERLEVEL" val="1"/>
  <p:tag name="KSO_WM_TEMPLATE_USER_THEME" val="1"/>
  <p:tag name="KSO_WM_UNIT_HIGHLIGHT" val="0"/>
  <p:tag name="KSO_WM_UNIT_COMPATIBLE" val="0"/>
  <p:tag name="KSO_WM_UNIT_DIAGRAM_ISNUMVISUAL" val="0"/>
  <p:tag name="KSO_WM_UNIT_DIAGRAM_ISREFERUNIT" val="0"/>
  <p:tag name="KSO_WM_UNIT_INDEX" val="0"/>
</p:tagLst>
</file>

<file path=ppt/tags/tag182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  <p:tag name="LAYOUTZORDER" val="29"/>
  <p:tag name="KSO_WM_UNIT_ID" val="_11*i*6"/>
  <p:tag name="KSO_WM_UNIT_LAYERLEVEL" val="1"/>
  <p:tag name="KSO_WM_TEMPLATE_USER_THEME" val="1"/>
  <p:tag name="KSO_WM_UNIT_HIGHLIGHT" val="0"/>
  <p:tag name="KSO_WM_UNIT_COMPATIBLE" val="0"/>
  <p:tag name="KSO_WM_UNIT_DIAGRAM_ISNUMVISUAL" val="0"/>
  <p:tag name="KSO_WM_UNIT_DIAGRAM_ISREFERUNIT" val="0"/>
</p:tagLst>
</file>

<file path=ppt/tags/tag183.xml><?xml version="1.0" encoding="utf-8"?>
<p:tagLst xmlns:p="http://schemas.openxmlformats.org/presentationml/2006/main">
  <p:tag name="KSO_WM_UNIT_TYPE" val="i"/>
  <p:tag name="KSO_WM_UNIT_INDEX" val="20"/>
  <p:tag name="KSO_WM_BEAUTIFY_FLAG" val="#wm#"/>
  <p:tag name="KSO_WM_TAG_VERSION" val="3.0"/>
  <p:tag name="LAYOUTZORDER" val="30"/>
  <p:tag name="KSO_WM_UNIT_ID" val="_11*i*20"/>
  <p:tag name="KSO_WM_UNIT_LAYERLEVEL" val="1"/>
  <p:tag name="KSO_WM_TEMPLATE_USER_THEME" val="1"/>
  <p:tag name="KSO_WM_UNIT_HIGHLIGHT" val="0"/>
  <p:tag name="KSO_WM_UNIT_COMPATIBLE" val="0"/>
  <p:tag name="KSO_WM_UNIT_DIAGRAM_ISNUMVISUAL" val="0"/>
  <p:tag name="KSO_WM_UNIT_DIAGRAM_ISREFERUNIT" val="0"/>
</p:tagLst>
</file>

<file path=ppt/tags/tag184.xml><?xml version="1.0" encoding="utf-8"?>
<p:tagLst xmlns:p="http://schemas.openxmlformats.org/presentationml/2006/main">
  <p:tag name="KSO_WM_UNIT_TYPE" val="i"/>
  <p:tag name="KSO_WM_UNIT_INDEX" val="19"/>
  <p:tag name="KSO_WM_BEAUTIFY_FLAG" val="#wm#"/>
  <p:tag name="KSO_WM_TAG_VERSION" val="3.0"/>
  <p:tag name="LAYOUTZORDER" val="31"/>
  <p:tag name="KSO_WM_UNIT_ID" val="_11*i*19"/>
  <p:tag name="KSO_WM_UNIT_LAYERLEVEL" val="1"/>
  <p:tag name="KSO_WM_TEMPLATE_USER_THEME" val="1"/>
  <p:tag name="KSO_WM_UNIT_HIGHLIGHT" val="0"/>
  <p:tag name="KSO_WM_UNIT_COMPATIBLE" val="0"/>
  <p:tag name="KSO_WM_UNIT_DIAGRAM_ISNUMVISUAL" val="0"/>
  <p:tag name="KSO_WM_UNIT_DIAGRAM_ISREFERUNIT" val="0"/>
</p:tagLst>
</file>

<file path=ppt/tags/tag185.xml><?xml version="1.0" encoding="utf-8"?>
<p:tagLst xmlns:p="http://schemas.openxmlformats.org/presentationml/2006/main">
  <p:tag name="KSO_WM_UNIT_TYPE" val="i"/>
  <p:tag name="KSO_WM_UNIT_INDEX" val="21"/>
  <p:tag name="KSO_WM_BEAUTIFY_FLAG" val="#wm#"/>
  <p:tag name="KSO_WM_TAG_VERSION" val="3.0"/>
  <p:tag name="LAYOUTZORDER" val="32"/>
  <p:tag name="KSO_WM_UNIT_ID" val="_11*i*21"/>
  <p:tag name="KSO_WM_UNIT_LAYERLEVEL" val="1"/>
  <p:tag name="KSO_WM_TEMPLATE_USER_THEME" val="1"/>
  <p:tag name="KSO_WM_UNIT_HIGHLIGHT" val="0"/>
  <p:tag name="KSO_WM_UNIT_COMPATIBLE" val="0"/>
  <p:tag name="KSO_WM_UNIT_DIAGRAM_ISNUMVISUAL" val="0"/>
  <p:tag name="KSO_WM_UNIT_DIAGRAM_ISREFERUNIT" val="0"/>
</p:tagLst>
</file>

<file path=ppt/tags/tag186.xml><?xml version="1.0" encoding="utf-8"?>
<p:tagLst xmlns:p="http://schemas.openxmlformats.org/presentationml/2006/main">
  <p:tag name="KSO_WM_UNIT_TYPE" val="i"/>
  <p:tag name="KSO_WM_UNIT_INDEX" val="3"/>
  <p:tag name="KSO_WM_BEAUTIFY_FLAG" val="#wm#"/>
  <p:tag name="KSO_WM_TAG_VERSION" val="3.0"/>
  <p:tag name="LAYOUTZORDER" val="33"/>
  <p:tag name="KSO_WM_UNIT_ID" val="_11*i*3"/>
  <p:tag name="KSO_WM_UNIT_LAYERLEVEL" val="1"/>
  <p:tag name="KSO_WM_TEMPLATE_USER_THEME" val="1"/>
  <p:tag name="KSO_WM_UNIT_HIGHLIGHT" val="0"/>
  <p:tag name="KSO_WM_UNIT_COMPATIBLE" val="0"/>
  <p:tag name="KSO_WM_UNIT_DIAGRAM_ISNUMVISUAL" val="0"/>
  <p:tag name="KSO_WM_UNIT_DIAGRAM_ISREFERUNIT" val="0"/>
</p:tagLst>
</file>

<file path=ppt/tags/tag187.xml><?xml version="1.0" encoding="utf-8"?>
<p:tagLst xmlns:p="http://schemas.openxmlformats.org/presentationml/2006/main">
  <p:tag name="KSO_WM_UNIT_TYPE" val="i"/>
  <p:tag name="KSO_WM_UNIT_INDEX" val="22"/>
  <p:tag name="KSO_WM_BEAUTIFY_FLAG" val="#wm#"/>
  <p:tag name="KSO_WM_TAG_VERSION" val="3.0"/>
  <p:tag name="LAYOUTZORDER" val="34"/>
  <p:tag name="KSO_WM_UNIT_ID" val="_11*i*22"/>
  <p:tag name="KSO_WM_UNIT_LAYERLEVEL" val="1"/>
  <p:tag name="KSO_WM_TEMPLATE_USER_THEME" val="1"/>
  <p:tag name="KSO_WM_UNIT_HIGHLIGHT" val="0"/>
  <p:tag name="KSO_WM_UNIT_COMPATIBLE" val="0"/>
  <p:tag name="KSO_WM_UNIT_DIAGRAM_ISNUMVISUAL" val="0"/>
  <p:tag name="KSO_WM_UNIT_DIAGRAM_ISREFERUNIT" val="0"/>
</p:tagLst>
</file>

<file path=ppt/tags/tag188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  <p:tag name="LAYOUTZORDER" val="35"/>
  <p:tag name="KSO_WM_UNIT_ID" val="_11*i*8"/>
  <p:tag name="KSO_WM_UNIT_LAYERLEVEL" val="1"/>
  <p:tag name="KSO_WM_TEMPLATE_USER_THEME" val="1"/>
  <p:tag name="KSO_WM_UNIT_HIGHLIGHT" val="0"/>
  <p:tag name="KSO_WM_UNIT_COMPATIBLE" val="0"/>
  <p:tag name="KSO_WM_UNIT_DIAGRAM_ISNUMVISUAL" val="0"/>
  <p:tag name="KSO_WM_UNIT_DIAGRAM_ISREFERUNIT" val="0"/>
</p:tagLst>
</file>

<file path=ppt/tags/tag189.xml><?xml version="1.0" encoding="utf-8"?>
<p:tagLst xmlns:p="http://schemas.openxmlformats.org/presentationml/2006/main">
  <p:tag name="LAYOUTZORDER" val="36"/>
  <p:tag name="KSO_WM_UNIT_TYPE" val="i"/>
  <p:tag name="KSO_WM_UNIT_ID" val="_11*i*0"/>
  <p:tag name="KSO_WM_BEAUTIFY_FLAG" val="#wm#"/>
  <p:tag name="KSO_WM_TAG_VERSION" val="3.0"/>
  <p:tag name="KSO_WM_UNIT_LAYERLEVEL" val="1"/>
  <p:tag name="KSO_WM_TEMPLATE_USER_THEME" val="1"/>
  <p:tag name="KSO_WM_UNIT_HIGHLIGHT" val="0"/>
  <p:tag name="KSO_WM_UNIT_COMPATIBLE" val="0"/>
  <p:tag name="KSO_WM_UNIT_DIAGRAM_ISNUMVISUAL" val="0"/>
  <p:tag name="KSO_WM_UNIT_DIAGRAM_ISREFERUNIT" val="0"/>
  <p:tag name="KSO_WM_UNIT_INDEX" val="0"/>
</p:tagLst>
</file>

<file path=ppt/tags/tag190.xml><?xml version="1.0" encoding="utf-8"?>
<p:tagLst xmlns:p="http://schemas.openxmlformats.org/presentationml/2006/main">
  <p:tag name="LAYOUTZORDER" val="37"/>
  <p:tag name="KSO_WM_UNIT_TYPE" val="i"/>
  <p:tag name="KSO_WM_UNIT_ID" val="_11*i*0"/>
  <p:tag name="KSO_WM_BEAUTIFY_FLAG" val="#wm#"/>
  <p:tag name="KSO_WM_TAG_VERSION" val="3.0"/>
  <p:tag name="KSO_WM_UNIT_LAYERLEVEL" val="1"/>
  <p:tag name="KSO_WM_TEMPLATE_USER_THEME" val="1"/>
  <p:tag name="KSO_WM_UNIT_HIGHLIGHT" val="0"/>
  <p:tag name="KSO_WM_UNIT_COMPATIBLE" val="0"/>
  <p:tag name="KSO_WM_UNIT_DIAGRAM_ISNUMVISUAL" val="0"/>
  <p:tag name="KSO_WM_UNIT_DIAGRAM_ISREFERUNIT" val="0"/>
  <p:tag name="KSO_WM_UNIT_INDEX" val="0"/>
</p:tagLst>
</file>

<file path=ppt/tags/tag191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编辑母版标题"/>
  <p:tag name="KSO_WM_UNIT_ID" val="_11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26"/>
</p:tagLst>
</file>

<file path=ppt/tags/tag192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  <p:tag name="KSO_WM_UNIT_PRESET_TEXT" val="日期"/>
  <p:tag name="KSO_WM_UNIT_ID" val="_11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18"/>
  <p:tag name="KSO_WM_UNIT_SUBTYPE" val="c"/>
  <p:tag name="KSO_WM_UNIT_TEXT_LAYER_COUNT" val="1"/>
</p:tagLst>
</file>

<file path=ppt/tags/tag193.xml><?xml version="1.0" encoding="utf-8"?>
<p:tagLst xmlns:p="http://schemas.openxmlformats.org/presentationml/2006/main">
  <p:tag name="KSO_WM_UNIT_TYPE" val="f"/>
  <p:tag name="KSO_WM_UNIT_SUBTYPE" val="b"/>
  <p:tag name="KSO_WM_UNIT_INDEX" val="2"/>
  <p:tag name="KSO_WM_BEAUTIFY_FLAG" val="#wm#"/>
  <p:tag name="KSO_WM_TAG_VERSION" val="3.0"/>
  <p:tag name="KSO_WM_UNIT_PRESET_TEXT" val="署名"/>
  <p:tag name="KSO_WM_UNIT_ID" val="_11*f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TEXT_LAYER_COUNT" val="1"/>
  <p:tag name="KSO_WM_UNIT_VALUE" val="14"/>
</p:tagLst>
</file>

<file path=ppt/tags/tag194.xml><?xml version="1.0" encoding="utf-8"?>
<p:tagLst xmlns:p="http://schemas.openxmlformats.org/presentationml/2006/main">
  <p:tag name="LAYOUTZORDER" val="3"/>
  <p:tag name="KSO_WM_UNIT_ID" val="_0*i*1"/>
  <p:tag name="KSO_WM_BEAUTIFY_FLAG" val="#wm#"/>
  <p:tag name="KSO_WM_TAG_VERSION" val="3.0"/>
  <p:tag name="KSO_WM_UNIT_LAYERLEVEL" val="1"/>
  <p:tag name="KSO_WM_TEMPLATE_USER_THEME" val="1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</p:tagLst>
</file>

<file path=ppt/tags/tag195.xml><?xml version="1.0" encoding="utf-8"?>
<p:tagLst xmlns:p="http://schemas.openxmlformats.org/presentationml/2006/main">
  <p:tag name="LAYOUTZORDER" val="3"/>
  <p:tag name="KSO_WM_UNIT_TYPE" val="i"/>
  <p:tag name="KSO_WM_UNIT_INDEX" val="2"/>
  <p:tag name="KSO_WM_UNIT_ID" val="_0*i*2"/>
  <p:tag name="KSO_WM_BEAUTIFY_FLAG" val="#wm#"/>
  <p:tag name="KSO_WM_TAG_VERSION" val="3.0"/>
  <p:tag name="KSO_WM_UNIT_LAYERLEVEL" val="1"/>
  <p:tag name="KSO_WM_TEMPLATE_USER_THEME" val="1"/>
  <p:tag name="KSO_WM_UNIT_HIGHLIGHT" val="0"/>
  <p:tag name="KSO_WM_UNIT_COMPATIBLE" val="0"/>
  <p:tag name="KSO_WM_UNIT_DIAGRAM_ISNUMVISUAL" val="0"/>
  <p:tag name="KSO_WM_UNIT_DIAGRAM_ISREFERUNIT" val="0"/>
</p:tagLst>
</file>

<file path=ppt/tags/tag196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LAYERLEVEL" val="1"/>
  <p:tag name="KSO_WM_TEMPLATE_USER_THEME" val="1"/>
  <p:tag name="KSO_WM_UNIT_HIGHLIGHT" val="0"/>
  <p:tag name="KSO_WM_UNIT_COMPATIBLE" val="0"/>
  <p:tag name="KSO_WM_UNIT_DIAGRAM_ISNUMVISUAL" val="0"/>
  <p:tag name="KSO_WM_UNIT_DIAGRAM_ISREFERUNIT" val="0"/>
</p:tagLst>
</file>

<file path=ppt/tags/tag197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LAYERLEVEL" val="1"/>
  <p:tag name="KSO_WM_TEMPLATE_USER_THEME" val="1"/>
  <p:tag name="KSO_WM_UNIT_HIGHLIGHT" val="0"/>
  <p:tag name="KSO_WM_UNIT_COMPATIBLE" val="0"/>
  <p:tag name="KSO_WM_UNIT_DIAGRAM_ISNUMVISUAL" val="0"/>
  <p:tag name="KSO_WM_UNIT_DIAGRAM_ISREFERUNIT" val="0"/>
</p:tagLst>
</file>

<file path=ppt/tags/tag198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LAYERLEVEL" val="1"/>
  <p:tag name="KSO_WM_TEMPLATE_USER_THEME" val="1"/>
  <p:tag name="KSO_WM_UNIT_HIGHLIGHT" val="0"/>
  <p:tag name="KSO_WM_UNIT_COMPATIBLE" val="0"/>
  <p:tag name="KSO_WM_UNIT_DIAGRAM_ISNUMVISUAL" val="0"/>
  <p:tag name="KSO_WM_UNIT_DIAGRAM_ISREFERUNIT" val="0"/>
</p:tagLst>
</file>

<file path=ppt/tags/tag199.xml><?xml version="1.0" encoding="utf-8"?>
<p:tagLst xmlns:p="http://schemas.openxmlformats.org/presentationml/2006/main">
  <p:tag name="KSO_WM_UNIT_TYPE" val="f"/>
  <p:tag name="KSO_WM_UNIT_INDEX" val="1"/>
  <p:tag name="KSO_WM_UNIT_ID" val="_0*f*1"/>
  <p:tag name="KSO_WM_BEAUTIFY_FLAG" val="#wm#"/>
  <p:tag name="KSO_WM_TAG_VERSION" val="1.0"/>
  <p:tag name="KSO_WM_UNIT_LAYERLEVEL" val="1"/>
  <p:tag name="KSO_WM_TEMPLATE_USER_THEME" val="1"/>
  <p:tag name="KSO_WM_UNIT_SUBTYPE" val="a"/>
  <p:tag name="KSO_WM_UNIT_TEXT_LAYER_COUNT" val="1"/>
  <p:tag name="KSO_WM_UNIT_PRESET_TEXT_INDEX" val="-1"/>
  <p:tag name="KSO_WM_UNIT_PRESET_TEXT_LEN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CATEGORY" val="custom"/>
  <p:tag name="KSO_WM_TEMPLATE_INDEX" val="40494995"/>
</p:tagLst>
</file>

<file path=ppt/tags/tag200.xml><?xml version="1.0" encoding="utf-8"?>
<p:tagLst xmlns:p="http://schemas.openxmlformats.org/presentationml/2006/main">
  <p:tag name="KSO_WM_UNIT_TYPE" val="a"/>
  <p:tag name="KSO_WM_UNIT_INDEX" val="1"/>
  <p:tag name="KSO_WM_UNIT_ID" val="_0*a*1"/>
  <p:tag name="KSO_WM_BEAUTIFY_FLAG" val="#wm#"/>
  <p:tag name="KSO_WM_TAG_VERSION" val="3.0"/>
  <p:tag name="KSO_WM_UNIT_LAYERLEVEL" val="1"/>
  <p:tag name="KSO_WM_TEMPLATE_USER_THEME" val="1"/>
  <p:tag name="KSO_WM_UNIT_ISCONTENTSTITLE" val="0"/>
  <p:tag name="KSO_WM_UNIT_ISNUMDGMTITLE" val="0"/>
  <p:tag name="KSO_WM_UNIT_PRESET_TEXT_INDEX" val="-1"/>
  <p:tag name="KSO_WM_UNIT_PRESET_TEXT_LEN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CATEGORY" val="custom"/>
  <p:tag name="KSO_WM_TEMPLATE_INDEX" val="40494995"/>
</p:tagLst>
</file>

<file path=ppt/tags/tag201.xml><?xml version="1.0" encoding="utf-8"?>
<p:tagLst xmlns:p="http://schemas.openxmlformats.org/presentationml/2006/main">
  <p:tag name="KSO_WM_TEMPLATE_THUMBS_INDEX" val="1、9"/>
  <p:tag name="KSO_WM_BEAUTIFY_FLAG" val="#wm#"/>
  <p:tag name="KSO_WM_TEMPLATE_CATEGORY" val="custom"/>
  <p:tag name="KSO_WM_TEMPLATE_USER_THEME" val="1"/>
  <p:tag name="KSO_WM_TEMPLATE_SUBCATEGORY" val="29"/>
  <p:tag name="KSO_WM_TEMPLATE_MASTER_TYPE" val="0"/>
  <p:tag name="KSO_WM_TEMPLATE_COLOR_TYPE" val="0"/>
  <p:tag name="KSO_WM_TAG_VERSION" val="3.0"/>
  <p:tag name="KSO_WM_TEMPLATE_INDEX" val="40494995"/>
</p:tagLst>
</file>

<file path=ppt/tags/tag202.xml><?xml version="1.0" encoding="utf-8"?>
<p:tagLst xmlns:p="http://schemas.openxmlformats.org/presentationml/2006/main">
  <p:tag name="KSO_WM_SLIDE_TYPE" val="title"/>
  <p:tag name="KSO_WM_TEMPLATE_THUMBS_INDEX" val="1、9"/>
  <p:tag name="KSO_WM_BEAUTIFY_FLAG" val="#wm#"/>
  <p:tag name="KSO_WM_TEMPLATE_CATEGORY" val="custom"/>
  <p:tag name="KSO_WM_TEMPLATE_USER_THEME" val="1"/>
  <p:tag name="KSO_WM_SLIDE_INDEX" val="1"/>
  <p:tag name="KSO_WM_SLIDE_ID" val="custom40494995_1"/>
  <p:tag name="KSO_WM_TEMPLATE_SUBCATEGORY" val="29"/>
  <p:tag name="KSO_WM_SLIDE_LAYOUT_CNT" val="1_1_1"/>
  <p:tag name="KSO_WM_TEMPLATE_MASTER_TYPE" val="0"/>
  <p:tag name="KSO_WM_TEMPLATE_COLOR_TYPE" val="0"/>
  <p:tag name="KSO_WM_SLIDE_ITEM_CNT" val="0"/>
  <p:tag name="KSO_WM_TAG_VERSION" val="3.0"/>
  <p:tag name="KSO_WM_TEMPLATE_INDEX" val="40494995"/>
  <p:tag name="KSO_WM_SLIDE_LAYOUT" val="a_b_f"/>
  <p:tag name="KSO_WM_SLIDE_SUBTYPE" val="pureTxt"/>
  <p:tag name="KSO_WM_SLIDE_THEME_ID" val="3427874"/>
  <p:tag name="KSO_WM_SLIDE_THEME_NAME" val="中国风传统文化主题教育模板"/>
</p:tagLst>
</file>

<file path=ppt/tags/tag2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40494995_4*l_h_i*1_1_1"/>
  <p:tag name="KSO_WM_TEMPLATE_CATEGORY" val="custom"/>
  <p:tag name="KSO_WM_TEMPLATE_INDEX" val="40494995"/>
  <p:tag name="KSO_WM_UNIT_LAYERLEVEL" val="1_1_1"/>
  <p:tag name="KSO_WM_TAG_VERSION" val="3.0"/>
  <p:tag name="KSO_WM_BEAUTIFY_FLAG" val="#wm#"/>
  <p:tag name="KSO_WM_DIAGRAM_GROUP_CODE" val="l1-1"/>
  <p:tag name="KSO_WM_UNIT_SUBTYPE" val="d"/>
  <p:tag name="KSO_WM_UNIT_TYPE" val="l_h_i"/>
  <p:tag name="KSO_WM_UNIT_INDEX" val="1_1_1"/>
  <p:tag name="KSO_WM_DIAGRAM_COLOR_TRICK" val="1"/>
  <p:tag name="KSO_WM_DIAGRAM_COLOR_TEXT_CAN_REMOVE" val="n"/>
  <p:tag name="KSO_WM_DIAGRAM_VERSION" val="3"/>
  <p:tag name="KSO_WM_DIAGRAM_MAX_ITEMCNT" val="6"/>
  <p:tag name="KSO_WM_DIAGRAM_MIN_ITEMCNT" val="2"/>
  <p:tag name="KSO_WM_DIAGRAM_VIRTUALLY_FRAME" val="{&quot;height&quot;:323.5,&quot;left&quot;:339.6999877929687,&quot;top&quot;:130.5,&quot;width&quot;:536.9000244140625}"/>
  <p:tag name="KSO_WM_DIAGRAM_COLOR_MATCH_VALUE" val="{&quot;shape&quot;:{&quot;fill&quot;:{&quot;type&quot;:0},&quot;glow&quot;:{&quot;colorType&quot;:0},&quot;line&quot;:{&quot;solidLine&quot;:{&quot;brightness&quot;:0.4000000059604645,&quot;colorType&quot;:1,&quot;foreColorIndex&quot;:6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6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2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40494995_4*l_h_f*1_1_1"/>
  <p:tag name="KSO_WM_TEMPLATE_CATEGORY" val="custom"/>
  <p:tag name="KSO_WM_TEMPLATE_INDEX" val="40494995"/>
  <p:tag name="KSO_WM_UNIT_LAYERLEVEL" val="1_1_1"/>
  <p:tag name="KSO_WM_TAG_VERSION" val="3.0"/>
  <p:tag name="KSO_WM_BEAUTIFY_FLAG" val="#wm#"/>
  <p:tag name="KSO_WM_UNIT_SUBTYPE" val="a"/>
  <p:tag name="KSO_WM_UNIT_TEXT_LAYER_COUNT" val="1"/>
  <p:tag name="KSO_WM_UNIT_NOCLEAR" val="0"/>
  <p:tag name="KSO_WM_UNIT_VALUE" val="14"/>
  <p:tag name="KSO_WM_DIAGRAM_GROUP_CODE" val="l1-1"/>
  <p:tag name="KSO_WM_UNIT_TYPE" val="l_h_f"/>
  <p:tag name="KSO_WM_UNIT_INDEX" val="1_1_1"/>
  <p:tag name="KSO_WM_DIAGRAM_COLOR_TRICK" val="1"/>
  <p:tag name="KSO_WM_DIAGRAM_COLOR_TEXT_CAN_REMOVE" val="n"/>
  <p:tag name="KSO_WM_DIAGRAM_VERSION" val="3"/>
  <p:tag name="KSO_WM_UNIT_PRESET_TEXT" val="添加目录项标题"/>
  <p:tag name="KSO_WM_UNIT_TEXT_TYPE" val="1"/>
  <p:tag name="KSO_WM_DIAGRAM_MAX_ITEMCNT" val="6"/>
  <p:tag name="KSO_WM_DIAGRAM_MIN_ITEMCNT" val="2"/>
  <p:tag name="KSO_WM_DIAGRAM_VIRTUALLY_FRAME" val="{&quot;height&quot;:323.5,&quot;left&quot;:339.6999877929687,&quot;top&quot;:130.5,&quot;width&quot;:536.90002441406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25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2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40494995_4*l_h_i*1_2_1"/>
  <p:tag name="KSO_WM_TEMPLATE_CATEGORY" val="custom"/>
  <p:tag name="KSO_WM_TEMPLATE_INDEX" val="40494995"/>
  <p:tag name="KSO_WM_UNIT_LAYERLEVEL" val="1_1_1"/>
  <p:tag name="KSO_WM_TAG_VERSION" val="3.0"/>
  <p:tag name="KSO_WM_BEAUTIFY_FLAG" val="#wm#"/>
  <p:tag name="KSO_WM_DIAGRAM_GROUP_CODE" val="l1-1"/>
  <p:tag name="KSO_WM_UNIT_SUBTYPE" val="d"/>
  <p:tag name="KSO_WM_UNIT_TYPE" val="l_h_i"/>
  <p:tag name="KSO_WM_UNIT_INDEX" val="1_2_1"/>
  <p:tag name="KSO_WM_DIAGRAM_COLOR_TRICK" val="1"/>
  <p:tag name="KSO_WM_DIAGRAM_COLOR_TEXT_CAN_REMOVE" val="n"/>
  <p:tag name="KSO_WM_DIAGRAM_VERSION" val="3"/>
  <p:tag name="KSO_WM_DIAGRAM_MAX_ITEMCNT" val="6"/>
  <p:tag name="KSO_WM_DIAGRAM_MIN_ITEMCNT" val="2"/>
  <p:tag name="KSO_WM_DIAGRAM_VIRTUALLY_FRAME" val="{&quot;height&quot;:323.5,&quot;left&quot;:339.6999877929687,&quot;top&quot;:130.5,&quot;width&quot;:536.9000244140625}"/>
  <p:tag name="KSO_WM_DIAGRAM_COLOR_MATCH_VALUE" val="{&quot;shape&quot;:{&quot;fill&quot;:{&quot;type&quot;:0},&quot;glow&quot;:{&quot;colorType&quot;:0},&quot;line&quot;:{&quot;solidLine&quot;:{&quot;brightness&quot;:0.4000000059604645,&quot;colorType&quot;:1,&quot;foreColorIndex&quot;:6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6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2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40494995_4*l_h_f*1_2_1"/>
  <p:tag name="KSO_WM_TEMPLATE_CATEGORY" val="custom"/>
  <p:tag name="KSO_WM_TEMPLATE_INDEX" val="40494995"/>
  <p:tag name="KSO_WM_UNIT_LAYERLEVEL" val="1_1_1"/>
  <p:tag name="KSO_WM_TAG_VERSION" val="3.0"/>
  <p:tag name="KSO_WM_BEAUTIFY_FLAG" val="#wm#"/>
  <p:tag name="KSO_WM_UNIT_SUBTYPE" val="a"/>
  <p:tag name="KSO_WM_UNIT_TEXT_LAYER_COUNT" val="1"/>
  <p:tag name="KSO_WM_UNIT_NOCLEAR" val="0"/>
  <p:tag name="KSO_WM_DIAGRAM_GROUP_CODE" val="l1-1"/>
  <p:tag name="KSO_WM_UNIT_TYPE" val="l_h_f"/>
  <p:tag name="KSO_WM_UNIT_INDEX" val="1_2_1"/>
  <p:tag name="KSO_WM_DIAGRAM_COLOR_TRICK" val="1"/>
  <p:tag name="KSO_WM_DIAGRAM_COLOR_TEXT_CAN_REMOVE" val="n"/>
  <p:tag name="KSO_WM_DIAGRAM_VERSION" val="3"/>
  <p:tag name="KSO_WM_UNIT_PRESET_TEXT" val="添加目录项标题"/>
  <p:tag name="KSO_WM_UNIT_TEXT_TYPE" val="1"/>
  <p:tag name="KSO_WM_DIAGRAM_MAX_ITEMCNT" val="6"/>
  <p:tag name="KSO_WM_DIAGRAM_MIN_ITEMCNT" val="2"/>
  <p:tag name="KSO_WM_DIAGRAM_VIRTUALLY_FRAME" val="{&quot;height&quot;:323.5,&quot;left&quot;:339.6999877929687,&quot;top&quot;:130.5,&quot;width&quot;:536.90002441406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25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2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40494995_4*l_h_i*1_3_1"/>
  <p:tag name="KSO_WM_TEMPLATE_CATEGORY" val="custom"/>
  <p:tag name="KSO_WM_TEMPLATE_INDEX" val="40494995"/>
  <p:tag name="KSO_WM_UNIT_LAYERLEVEL" val="1_1_1"/>
  <p:tag name="KSO_WM_TAG_VERSION" val="3.0"/>
  <p:tag name="KSO_WM_BEAUTIFY_FLAG" val="#wm#"/>
  <p:tag name="KSO_WM_DIAGRAM_GROUP_CODE" val="l1-1"/>
  <p:tag name="KSO_WM_UNIT_SUBTYPE" val="d"/>
  <p:tag name="KSO_WM_UNIT_TYPE" val="l_h_i"/>
  <p:tag name="KSO_WM_UNIT_INDEX" val="1_3_1"/>
  <p:tag name="KSO_WM_DIAGRAM_COLOR_TRICK" val="1"/>
  <p:tag name="KSO_WM_DIAGRAM_COLOR_TEXT_CAN_REMOVE" val="n"/>
  <p:tag name="KSO_WM_DIAGRAM_VERSION" val="3"/>
  <p:tag name="KSO_WM_DIAGRAM_MAX_ITEMCNT" val="6"/>
  <p:tag name="KSO_WM_DIAGRAM_MIN_ITEMCNT" val="2"/>
  <p:tag name="KSO_WM_DIAGRAM_VIRTUALLY_FRAME" val="{&quot;height&quot;:323.5,&quot;left&quot;:339.6999877929687,&quot;top&quot;:130.5,&quot;width&quot;:536.9000244140625}"/>
  <p:tag name="KSO_WM_DIAGRAM_COLOR_MATCH_VALUE" val="{&quot;shape&quot;:{&quot;fill&quot;:{&quot;type&quot;:0},&quot;glow&quot;:{&quot;colorType&quot;:0},&quot;line&quot;:{&quot;solidLine&quot;:{&quot;brightness&quot;:0.4000000059604645,&quot;colorType&quot;:1,&quot;foreColorIndex&quot;:6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6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2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40494995_4*l_h_f*1_3_1"/>
  <p:tag name="KSO_WM_TEMPLATE_CATEGORY" val="custom"/>
  <p:tag name="KSO_WM_TEMPLATE_INDEX" val="40494995"/>
  <p:tag name="KSO_WM_UNIT_LAYERLEVEL" val="1_1_1"/>
  <p:tag name="KSO_WM_TAG_VERSION" val="3.0"/>
  <p:tag name="KSO_WM_BEAUTIFY_FLAG" val="#wm#"/>
  <p:tag name="KSO_WM_UNIT_SUBTYPE" val="a"/>
  <p:tag name="KSO_WM_UNIT_TEXT_LAYER_COUNT" val="1"/>
  <p:tag name="KSO_WM_UNIT_NOCLEAR" val="0"/>
  <p:tag name="KSO_WM_DIAGRAM_GROUP_CODE" val="l1-1"/>
  <p:tag name="KSO_WM_UNIT_TYPE" val="l_h_f"/>
  <p:tag name="KSO_WM_UNIT_INDEX" val="1_3_1"/>
  <p:tag name="KSO_WM_DIAGRAM_COLOR_TRICK" val="1"/>
  <p:tag name="KSO_WM_DIAGRAM_COLOR_TEXT_CAN_REMOVE" val="n"/>
  <p:tag name="KSO_WM_DIAGRAM_VERSION" val="3"/>
  <p:tag name="KSO_WM_UNIT_PRESET_TEXT" val="添加目录项标题"/>
  <p:tag name="KSO_WM_UNIT_TEXT_TYPE" val="1"/>
  <p:tag name="KSO_WM_DIAGRAM_MAX_ITEMCNT" val="6"/>
  <p:tag name="KSO_WM_DIAGRAM_MIN_ITEMCNT" val="2"/>
  <p:tag name="KSO_WM_DIAGRAM_VIRTUALLY_FRAME" val="{&quot;height&quot;:323.5,&quot;left&quot;:339.6999877929687,&quot;top&quot;:130.5,&quot;width&quot;:536.90002441406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25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2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40494995_4*l_h_i*1_4_1"/>
  <p:tag name="KSO_WM_TEMPLATE_CATEGORY" val="custom"/>
  <p:tag name="KSO_WM_TEMPLATE_INDEX" val="40494995"/>
  <p:tag name="KSO_WM_UNIT_LAYERLEVEL" val="1_1_1"/>
  <p:tag name="KSO_WM_TAG_VERSION" val="3.0"/>
  <p:tag name="KSO_WM_BEAUTIFY_FLAG" val="#wm#"/>
  <p:tag name="KSO_WM_DIAGRAM_GROUP_CODE" val="l1-1"/>
  <p:tag name="KSO_WM_UNIT_SUBTYPE" val="d"/>
  <p:tag name="KSO_WM_UNIT_TYPE" val="l_h_i"/>
  <p:tag name="KSO_WM_UNIT_INDEX" val="1_4_1"/>
  <p:tag name="KSO_WM_DIAGRAM_COLOR_TRICK" val="1"/>
  <p:tag name="KSO_WM_DIAGRAM_COLOR_TEXT_CAN_REMOVE" val="n"/>
  <p:tag name="KSO_WM_DIAGRAM_VERSION" val="3"/>
  <p:tag name="KSO_WM_DIAGRAM_MAX_ITEMCNT" val="6"/>
  <p:tag name="KSO_WM_DIAGRAM_MIN_ITEMCNT" val="2"/>
  <p:tag name="KSO_WM_DIAGRAM_VIRTUALLY_FRAME" val="{&quot;height&quot;:323.5,&quot;left&quot;:339.6999877929687,&quot;top&quot;:130.5,&quot;width&quot;:536.9000244140625}"/>
  <p:tag name="KSO_WM_DIAGRAM_COLOR_MATCH_VALUE" val="{&quot;shape&quot;:{&quot;fill&quot;:{&quot;type&quot;:0},&quot;glow&quot;:{&quot;colorType&quot;:0},&quot;line&quot;:{&quot;solidLine&quot;:{&quot;brightness&quot;:0.4000000059604645,&quot;colorType&quot;:1,&quot;foreColorIndex&quot;:6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6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2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40494995_4*l_h_f*1_4_1"/>
  <p:tag name="KSO_WM_TEMPLATE_CATEGORY" val="custom"/>
  <p:tag name="KSO_WM_TEMPLATE_INDEX" val="40494995"/>
  <p:tag name="KSO_WM_UNIT_LAYERLEVEL" val="1_1_1"/>
  <p:tag name="KSO_WM_TAG_VERSION" val="3.0"/>
  <p:tag name="KSO_WM_BEAUTIFY_FLAG" val="#wm#"/>
  <p:tag name="KSO_WM_UNIT_SUBTYPE" val="a"/>
  <p:tag name="KSO_WM_UNIT_TEXT_LAYER_COUNT" val="1"/>
  <p:tag name="KSO_WM_UNIT_NOCLEAR" val="0"/>
  <p:tag name="KSO_WM_DIAGRAM_GROUP_CODE" val="l1-1"/>
  <p:tag name="KSO_WM_UNIT_TYPE" val="l_h_f"/>
  <p:tag name="KSO_WM_UNIT_INDEX" val="1_4_1"/>
  <p:tag name="KSO_WM_DIAGRAM_COLOR_TRICK" val="1"/>
  <p:tag name="KSO_WM_DIAGRAM_COLOR_TEXT_CAN_REMOVE" val="n"/>
  <p:tag name="KSO_WM_DIAGRAM_VERSION" val="3"/>
  <p:tag name="KSO_WM_UNIT_PRESET_TEXT" val="添加目录项标题"/>
  <p:tag name="KSO_WM_UNIT_TEXT_TYPE" val="1"/>
  <p:tag name="KSO_WM_DIAGRAM_MAX_ITEMCNT" val="6"/>
  <p:tag name="KSO_WM_DIAGRAM_MIN_ITEMCNT" val="2"/>
  <p:tag name="KSO_WM_DIAGRAM_VIRTUALLY_FRAME" val="{&quot;height&quot;:323.5,&quot;left&quot;:339.6999877929687,&quot;top&quot;:130.5,&quot;width&quot;:536.90002441406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25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2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40494995_4*a*1"/>
  <p:tag name="KSO_WM_TEMPLATE_CATEGORY" val="custom"/>
  <p:tag name="KSO_WM_TEMPLATE_INDEX" val="40494995"/>
  <p:tag name="KSO_WM_UNIT_LAYERLEVEL" val="1"/>
  <p:tag name="KSO_WM_TAG_VERSION" val="3.0"/>
  <p:tag name="KSO_WM_BEAUTIFY_FLAG" val="#wm#"/>
  <p:tag name="KSO_WM_UNIT_ISCONTENTSTITLE" val="1"/>
  <p:tag name="KSO_WM_UNIT_ISNUMDGMTITLE" val="0"/>
  <p:tag name="KSO_WM_UNIT_NOCLEAR" val="0"/>
  <p:tag name="KSO_WM_UNIT_VALUE" val="2"/>
  <p:tag name="KSO_WM_DIAGRAM_GROUP_CODE" val="l1-1"/>
  <p:tag name="KSO_WM_UNIT_TYPE" val="a"/>
  <p:tag name="KSO_WM_UNIT_INDEX" val="1"/>
  <p:tag name="KSO_WM_UNIT_PRESET_TEXT_INDEX" val="-1"/>
  <p:tag name="KSO_WM_UNIT_PRESET_TEXT_LEN" val="0"/>
</p:tagLst>
</file>

<file path=ppt/tags/tag212.xml><?xml version="1.0" encoding="utf-8"?>
<p:tagLst xmlns:p="http://schemas.openxmlformats.org/presentationml/2006/main">
  <p:tag name="KSO_WM_SLIDE_ID" val="custom40494995_4"/>
  <p:tag name="KSO_WM_TEMPLATE_SUBCATEGORY" val="0"/>
  <p:tag name="KSO_WM_TEMPLATE_MASTER_TYPE" val="0"/>
  <p:tag name="KSO_WM_TEMPLATE_COLOR_TYPE" val="0"/>
  <p:tag name="KSO_WM_SLIDE_ITEM_CNT" val="4"/>
  <p:tag name="KSO_WM_SLIDE_INDEX" val="4"/>
  <p:tag name="KSO_WM_TAG_VERSION" val="3.0"/>
  <p:tag name="KSO_WM_BEAUTIFY_FLAG" val="#wm#"/>
  <p:tag name="KSO_WM_TEMPLATE_CATEGORY" val="custom"/>
  <p:tag name="KSO_WM_TEMPLATE_INDEX" val="40494995"/>
  <p:tag name="KSO_WM_DIAGRAM_GROUP_CODE" val="l1-1"/>
  <p:tag name="KSO_WM_SLIDE_DIAGTYPE" val="l"/>
  <p:tag name="KSO_WM_SLIDE_LAYOUT" val="a_l"/>
  <p:tag name="KSO_WM_SLIDE_LAYOUT_CNT" val="1_1"/>
  <p:tag name="KSO_WM_SLIDE_TYPE" val="contents"/>
  <p:tag name="KSO_WM_SLIDE_SUBTYPE" val="diag"/>
  <p:tag name="KSO_WM_SLIDE_THEME_ID" val="3427874"/>
  <p:tag name="KSO_WM_SLIDE_THEME_NAME" val="中国风传统文化主题教育模板"/>
</p:tagLst>
</file>

<file path=ppt/tags/tag213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ID" val="custom40494995_7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4995"/>
  <p:tag name="KSO_WM_TEMPLATE_CATEGORY" val="custom"/>
  <p:tag name="KSO_WM_UNIT_ISCONTENTSTITLE" val="0"/>
  <p:tag name="KSO_WM_UNIT_VALUE" val="17"/>
  <p:tag name="KSO_WM_UNIT_TEXT_TYPE" val="1"/>
  <p:tag name="KSO_WM_UNIT_PRESET_TEXT" val="添加章节标题"/>
</p:tagLst>
</file>

<file path=ppt/tags/tag214.xml><?xml version="1.0" encoding="utf-8"?>
<p:tagLst xmlns:p="http://schemas.openxmlformats.org/presentationml/2006/main">
  <p:tag name="KSO_WM_UNIT_NOCLEAR" val="0"/>
  <p:tag name="KSO_WM_UNIT_HIGHLIGHT" val="0"/>
  <p:tag name="KSO_WM_UNIT_COMPATIBLE" val="1"/>
  <p:tag name="KSO_WM_UNIT_DIAGRAM_ISNUMVISUAL" val="0"/>
  <p:tag name="KSO_WM_UNIT_DIAGRAM_ISREFERUNIT" val="0"/>
  <p:tag name="KSO_WM_UNIT_TYPE" val="e"/>
  <p:tag name="KSO_WM_UNIT_INDEX" val="1"/>
  <p:tag name="KSO_WM_UNIT_ID" val="custom40494995_7*e*1"/>
  <p:tag name="KSO_WM_TEMPLATE_CATEGORY" val="custom"/>
  <p:tag name="KSO_WM_TEMPLATE_INDEX" val="40494995"/>
  <p:tag name="KSO_WM_UNIT_LAYERLEVEL" val="1"/>
  <p:tag name="KSO_WM_TAG_VERSION" val="3.0"/>
  <p:tag name="KSO_WM_BEAUTIFY_FLAG" val="#wm#"/>
  <p:tag name="KSO_WM_UNIT_PRESET_TEXT_INDEX" val="-1"/>
  <p:tag name="KSO_WM_UNIT_PRESET_TEXT_LEN" val="0"/>
</p:tagLst>
</file>

<file path=ppt/tags/tag215.xml><?xml version="1.0" encoding="utf-8"?>
<p:tagLst xmlns:p="http://schemas.openxmlformats.org/presentationml/2006/main">
  <p:tag name="KSO_WM_SLIDE_TYPE" val="sectionTitle"/>
  <p:tag name="KSO_WM_BEAUTIFY_FLAG" val="#wm#"/>
  <p:tag name="KSO_WM_TEMPLATE_CATEGORY" val="custom"/>
  <p:tag name="KSO_WM_TEMPLATE_USER_THEME" val="1"/>
  <p:tag name="KSO_WM_SLIDE_INDEX" val="7"/>
  <p:tag name="KSO_WM_SLIDE_ID" val="custom40494995_7"/>
  <p:tag name="KSO_WM_TEMPLATE_SUBCATEGORY" val="29"/>
  <p:tag name="KSO_WM_SLIDE_LAYOUT_CNT" val="1_1_1"/>
  <p:tag name="KSO_WM_TEMPLATE_MASTER_TYPE" val="0"/>
  <p:tag name="KSO_WM_TEMPLATE_COLOR_TYPE" val="0"/>
  <p:tag name="KSO_WM_SLIDE_ITEM_CNT" val="0"/>
  <p:tag name="KSO_WM_TAG_VERSION" val="3.0"/>
  <p:tag name="KSO_WM_TEMPLATE_INDEX" val="40494995"/>
  <p:tag name="KSO_WM_SLIDE_LAYOUT" val="a_b_e"/>
  <p:tag name="KSO_WM_SLIDE_SUBTYPE" val="pureTxt"/>
  <p:tag name="KSO_WM_SLIDE_THEME_ID" val="3427874"/>
  <p:tag name="KSO_WM_SLIDE_THEME_NAME" val="中国风传统文化主题教育模板"/>
</p:tagLst>
</file>

<file path=ppt/tags/tag216.xml><?xml version="1.0" encoding="utf-8"?>
<p:tagLst xmlns:p="http://schemas.openxmlformats.org/presentationml/2006/main">
  <p:tag name="KSO_WM_DIAGRAM_VIRTUALLY_FRAME" val="{&quot;height&quot;:367.45,&quot;left&quot;:268.15976377952757,&quot;top&quot;:102.2,&quot;width&quot;:561.8402362204724}"/>
</p:tagLst>
</file>

<file path=ppt/tags/tag217.xml><?xml version="1.0" encoding="utf-8"?>
<p:tagLst xmlns:p="http://schemas.openxmlformats.org/presentationml/2006/main">
  <p:tag name="KSO_WM_BEAUTIFY_FLAG" val="#wm#"/>
  <p:tag name="KSO_WM_UNIT_TYPE" val="l_h_i"/>
  <p:tag name="KSO_WM_UNIT_INDEX" val="1_1_2"/>
  <p:tag name="KSO_WM_UNIT_ID" val="diagram19882022_2*l_h_i*1_1_2"/>
  <p:tag name="KSO_WM_TEMPLATE_INDEX" val="19882022"/>
  <p:tag name="KSO_WM_TAG_VERSION" val="2.0"/>
  <p:tag name="KSO_WM_DIAGRAM_GROUP_CODE" val="l1-1"/>
  <p:tag name="KSO_WM_DIAGRAM_VIRTUALLY_FRAME" val="{&quot;height&quot;:367.45,&quot;left&quot;:268.15976377952757,&quot;top&quot;:102.2,&quot;width&quot;:561.8402362204724}"/>
</p:tagLst>
</file>

<file path=ppt/tags/tag218.xml><?xml version="1.0" encoding="utf-8"?>
<p:tagLst xmlns:p="http://schemas.openxmlformats.org/presentationml/2006/main">
  <p:tag name="KSO_WM_BEAUTIFY_FLAG" val="#wm#"/>
  <p:tag name="KSO_WM_UNIT_TYPE" val="l_h_i"/>
  <p:tag name="KSO_WM_UNIT_INDEX" val="1_1_5"/>
  <p:tag name="KSO_WM_UNIT_ID" val="diagram19882022_2*l_h_i*1_1_5"/>
  <p:tag name="KSO_WM_TEMPLATE_INDEX" val="19882022"/>
  <p:tag name="KSO_WM_TAG_VERSION" val="2.0"/>
  <p:tag name="KSO_WM_DIAGRAM_GROUP_CODE" val="l1-1"/>
  <p:tag name="KSO_WM_DIAGRAM_VIRTUALLY_FRAME" val="{&quot;height&quot;:367.45,&quot;left&quot;:268.15976377952757,&quot;top&quot;:102.2,&quot;width&quot;:561.8402362204724}"/>
</p:tagLst>
</file>

<file path=ppt/tags/tag219.xml><?xml version="1.0" encoding="utf-8"?>
<p:tagLst xmlns:p="http://schemas.openxmlformats.org/presentationml/2006/main">
  <p:tag name="KSO_WM_DIAGRAM_VIRTUALLY_FRAME" val="{&quot;height&quot;:367.45,&quot;left&quot;:268.15976377952757,&quot;top&quot;:102.2,&quot;width&quot;:561.8402362204724}"/>
</p:tagLst>
</file>

<file path=ppt/tags/tag220.xml><?xml version="1.0" encoding="utf-8"?>
<p:tagLst xmlns:p="http://schemas.openxmlformats.org/presentationml/2006/main">
  <p:tag name="KSO_WM_BEAUTIFY_FLAG" val="#wm#"/>
  <p:tag name="KSO_WM_UNIT_TYPE" val="l_h_i"/>
  <p:tag name="KSO_WM_UNIT_INDEX" val="1_2_2"/>
  <p:tag name="KSO_WM_UNIT_ID" val="diagram19882022_2*l_h_i*1_2_2"/>
  <p:tag name="KSO_WM_TEMPLATE_INDEX" val="19882022"/>
  <p:tag name="KSO_WM_TAG_VERSION" val="2.0"/>
  <p:tag name="KSO_WM_DIAGRAM_GROUP_CODE" val="l1-1"/>
  <p:tag name="KSO_WM_DIAGRAM_VIRTUALLY_FRAME" val="{&quot;height&quot;:367.45,&quot;left&quot;:268.15976377952757,&quot;top&quot;:102.2,&quot;width&quot;:561.8402362204724}"/>
</p:tagLst>
</file>

<file path=ppt/tags/tag221.xml><?xml version="1.0" encoding="utf-8"?>
<p:tagLst xmlns:p="http://schemas.openxmlformats.org/presentationml/2006/main">
  <p:tag name="KSO_WM_BEAUTIFY_FLAG" val="#wm#"/>
  <p:tag name="KSO_WM_UNIT_TYPE" val="l_h_i"/>
  <p:tag name="KSO_WM_UNIT_INDEX" val="1_1_6"/>
  <p:tag name="KSO_WM_UNIT_ID" val="diagram19882022_2*l_h_i*1_1_6"/>
  <p:tag name="KSO_WM_TEMPLATE_INDEX" val="19882022"/>
  <p:tag name="KSO_WM_TAG_VERSION" val="2.0"/>
  <p:tag name="KSO_WM_DIAGRAM_GROUP_CODE" val="l1-1"/>
  <p:tag name="KSO_WM_DIAGRAM_VIRTUALLY_FRAME" val="{&quot;height&quot;:367.45,&quot;left&quot;:268.15976377952757,&quot;top&quot;:102.2,&quot;width&quot;:561.8402362204724}"/>
</p:tagLst>
</file>

<file path=ppt/tags/tag222.xml><?xml version="1.0" encoding="utf-8"?>
<p:tagLst xmlns:p="http://schemas.openxmlformats.org/presentationml/2006/main">
  <p:tag name="KSO_WM_UNIT_INDEX" val="13"/>
  <p:tag name="KSO_WM_UNIT_TYPE" val="i"/>
  <p:tag name="KSO_WM_BEAUTIFY_FLAG" val="#wm#"/>
</p:tagLst>
</file>

<file path=ppt/tags/tag223.xml><?xml version="1.0" encoding="utf-8"?>
<p:tagLst xmlns:p="http://schemas.openxmlformats.org/presentationml/2006/main">
  <p:tag name="KSO_WM_UNIT_INDEX" val="14"/>
  <p:tag name="KSO_WM_UNIT_TYPE" val="i"/>
  <p:tag name="KSO_WM_BEAUTIFY_FLAG" val="#wm#"/>
</p:tagLst>
</file>

<file path=ppt/tags/tag224.xml><?xml version="1.0" encoding="utf-8"?>
<p:tagLst xmlns:p="http://schemas.openxmlformats.org/presentationml/2006/main">
  <p:tag name="KSO_WM_DIAGRAM_VIRTUALLY_FRAME" val="{&quot;height&quot;:367.45,&quot;left&quot;:268.15976377952757,&quot;top&quot;:102.2,&quot;width&quot;:561.8402362204724}"/>
</p:tagLst>
</file>

<file path=ppt/tags/tag225.xml><?xml version="1.0" encoding="utf-8"?>
<p:tagLst xmlns:p="http://schemas.openxmlformats.org/presentationml/2006/main">
  <p:tag name="KSO_WM_BEAUTIFY_FLAG" val="#wm#"/>
  <p:tag name="KSO_WM_UNIT_TYPE" val="l_h_i"/>
  <p:tag name="KSO_WM_UNIT_INDEX" val="1_1_3"/>
  <p:tag name="KSO_WM_UNIT_ID" val="diagram19882022_2*l_h_i*1_1_3"/>
  <p:tag name="KSO_WM_TEMPLATE_INDEX" val="19882022"/>
  <p:tag name="KSO_WM_TAG_VERSION" val="2.0"/>
  <p:tag name="KSO_WM_DIAGRAM_GROUP_CODE" val="l1-1"/>
  <p:tag name="KSO_WM_DIAGRAM_VIRTUALLY_FRAME" val="{&quot;height&quot;:367.45,&quot;left&quot;:268.15976377952757,&quot;top&quot;:102.2,&quot;width&quot;:561.8402362204724}"/>
</p:tagLst>
</file>

<file path=ppt/tags/tag226.xml><?xml version="1.0" encoding="utf-8"?>
<p:tagLst xmlns:p="http://schemas.openxmlformats.org/presentationml/2006/main">
  <p:tag name="KSO_WM_BEAUTIFY_FLAG" val="#wm#"/>
  <p:tag name="KSO_WM_UNIT_TYPE" val="l_h_i"/>
  <p:tag name="KSO_WM_UNIT_INDEX" val="1_1_4"/>
  <p:tag name="KSO_WM_UNIT_ID" val="diagram19882022_2*l_h_i*1_1_4"/>
  <p:tag name="KSO_WM_TEMPLATE_INDEX" val="19882022"/>
  <p:tag name="KSO_WM_TAG_VERSION" val="2.0"/>
  <p:tag name="KSO_WM_DIAGRAM_GROUP_CODE" val="l1-1"/>
  <p:tag name="KSO_WM_DIAGRAM_VIRTUALLY_FRAME" val="{&quot;height&quot;:367.45,&quot;left&quot;:268.15976377952757,&quot;top&quot;:102.2,&quot;width&quot;:561.8402362204724}"/>
</p:tagLst>
</file>

<file path=ppt/tags/tag227.xml><?xml version="1.0" encoding="utf-8"?>
<p:tagLst xmlns:p="http://schemas.openxmlformats.org/presentationml/2006/main">
  <p:tag name="KSO_WM_DIAGRAM_VIRTUALLY_FRAME" val="{&quot;height&quot;:367.45,&quot;left&quot;:268.15976377952757,&quot;top&quot;:102.2,&quot;width&quot;:561.8402362204724}"/>
</p:tagLst>
</file>

<file path=ppt/tags/tag228.xml><?xml version="1.0" encoding="utf-8"?>
<p:tagLst xmlns:p="http://schemas.openxmlformats.org/presentationml/2006/main">
  <p:tag name="KSO_WM_BEAUTIFY_FLAG" val="#wm#"/>
  <p:tag name="KSO_WM_UNIT_TYPE" val="l_h_i"/>
  <p:tag name="KSO_WM_UNIT_INDEX" val="1_2_3"/>
  <p:tag name="KSO_WM_UNIT_ID" val="diagram19882022_2*l_h_i*1_2_3"/>
  <p:tag name="KSO_WM_TEMPLATE_INDEX" val="19882022"/>
  <p:tag name="KSO_WM_TAG_VERSION" val="2.0"/>
  <p:tag name="KSO_WM_DIAGRAM_GROUP_CODE" val="l1-1"/>
  <p:tag name="KSO_WM_DIAGRAM_VIRTUALLY_FRAME" val="{&quot;height&quot;:367.45,&quot;left&quot;:268.15976377952757,&quot;top&quot;:102.2,&quot;width&quot;:561.8402362204724}"/>
</p:tagLst>
</file>

<file path=ppt/tags/tag229.xml><?xml version="1.0" encoding="utf-8"?>
<p:tagLst xmlns:p="http://schemas.openxmlformats.org/presentationml/2006/main">
  <p:tag name="KSO_WM_BEAUTIFY_FLAG" val="#wm#"/>
  <p:tag name="KSO_WM_UNIT_TYPE" val="l_h_i"/>
  <p:tag name="KSO_WM_UNIT_INDEX" val="1_2_4"/>
  <p:tag name="KSO_WM_UNIT_ID" val="diagram19882022_2*l_h_i*1_2_4"/>
  <p:tag name="KSO_WM_TEMPLATE_INDEX" val="19882022"/>
  <p:tag name="KSO_WM_TAG_VERSION" val="2.0"/>
  <p:tag name="KSO_WM_DIAGRAM_GROUP_CODE" val="l1-1"/>
  <p:tag name="KSO_WM_DIAGRAM_VIRTUALLY_FRAME" val="{&quot;height&quot;:367.45,&quot;left&quot;:268.15976377952757,&quot;top&quot;:102.2,&quot;width&quot;:561.8402362204724}"/>
</p:tagLst>
</file>

<file path=ppt/tags/tag230.xml><?xml version="1.0" encoding="utf-8"?>
<p:tagLst xmlns:p="http://schemas.openxmlformats.org/presentationml/2006/main">
  <p:tag name="KSO_WM_UNIT_INDEX" val="16"/>
  <p:tag name="KSO_WM_UNIT_TYPE" val="f"/>
  <p:tag name="KSO_WM_UNIT_SUBTYPE" val="a"/>
  <p:tag name="KSO_WM_BEAUTIFY_FLAG" val="#wm#"/>
</p:tagLst>
</file>

<file path=ppt/tags/tag231.xml><?xml version="1.0" encoding="utf-8"?>
<p:tagLst xmlns:p="http://schemas.openxmlformats.org/presentationml/2006/main">
  <p:tag name="KSO_WM_BEAUTIFY_FLAG" val="#wm#"/>
  <p:tag name="KSO_WM_UNIT_TYPE" val="l_h_i"/>
  <p:tag name="KSO_WM_UNIT_INDEX" val="1_1_1"/>
  <p:tag name="KSO_WM_UNIT_ID" val="diagram19882022_2*l_h_i*1_1_1"/>
  <p:tag name="KSO_WM_TEMPLATE_INDEX" val="19882022"/>
  <p:tag name="KSO_WM_TAG_VERSION" val="2.0"/>
  <p:tag name="KSO_WM_DIAGRAM_GROUP_CODE" val="l1-1"/>
  <p:tag name="KSO_WM_UNIT_SUBTYPE" val="d"/>
  <p:tag name="KSO_WM_DIAGRAM_VIRTUALLY_FRAME" val="{&quot;height&quot;:367.45,&quot;left&quot;:268.15976377952757,&quot;top&quot;:102.2,&quot;width&quot;:561.8402362204724}"/>
</p:tagLst>
</file>

<file path=ppt/tags/tag232.xml><?xml version="1.0" encoding="utf-8"?>
<p:tagLst xmlns:p="http://schemas.openxmlformats.org/presentationml/2006/main">
  <p:tag name="KSO_WM_BEAUTIFY_FLAG" val="#wm#"/>
  <p:tag name="KSO_WM_UNIT_TYPE" val="l_h_i"/>
  <p:tag name="KSO_WM_UNIT_INDEX" val="1_2_1"/>
  <p:tag name="KSO_WM_UNIT_ID" val="diagram19882022_2*l_h_i*1_2_1"/>
  <p:tag name="KSO_WM_TEMPLATE_INDEX" val="19882022"/>
  <p:tag name="KSO_WM_TAG_VERSION" val="2.0"/>
  <p:tag name="KSO_WM_DIAGRAM_GROUP_CODE" val="l1-1"/>
  <p:tag name="KSO_WM_UNIT_SUBTYPE" val="d"/>
  <p:tag name="KSO_WM_DIAGRAM_VIRTUALLY_FRAME" val="{&quot;height&quot;:367.45,&quot;left&quot;:268.15976377952757,&quot;top&quot;:102.2,&quot;width&quot;:561.8402362204724}"/>
</p:tagLst>
</file>

<file path=ppt/tags/tag233.xml><?xml version="1.0" encoding="utf-8"?>
<p:tagLst xmlns:p="http://schemas.openxmlformats.org/presentationml/2006/main">
  <p:tag name="KSO_WM_BEAUTIFY_FLAG" val="#wm#"/>
  <p:tag name="KSO_WM_UNIT_TYPE" val="l_h_f"/>
  <p:tag name="KSO_WM_UNIT_INDEX" val="1_1_1"/>
  <p:tag name="KSO_WM_UNIT_ID" val="diagram19882022_2*l_h_f*1_1_1"/>
  <p:tag name="KSO_WM_TEMPLATE_INDEX" val="19882022"/>
  <p:tag name="KSO_WM_TAG_VERSION" val="2.0"/>
  <p:tag name="KSO_WM_DIAGRAM_GROUP_CODE" val="l1-1"/>
  <p:tag name="KSO_WM_DIAGRAM_VIRTUALLY_FRAME" val="{&quot;height&quot;:367.45,&quot;left&quot;:268.15976377952757,&quot;top&quot;:102.2,&quot;width&quot;:561.8402362204724}"/>
</p:tagLst>
</file>

<file path=ppt/tags/tag234.xml><?xml version="1.0" encoding="utf-8"?>
<p:tagLst xmlns:p="http://schemas.openxmlformats.org/presentationml/2006/main">
  <p:tag name="KSO_WM_UNIT_INDEX" val="25"/>
  <p:tag name="KSO_WM_UNIT_TYPE" val="i"/>
  <p:tag name="KSO_WM_UNIT_SUBTYPE" val="h"/>
  <p:tag name="KSO_WM_BEAUTIFY_FLAG" val="#wm#"/>
</p:tagLst>
</file>

<file path=ppt/tags/tag235.xml><?xml version="1.0" encoding="utf-8"?>
<p:tagLst xmlns:p="http://schemas.openxmlformats.org/presentationml/2006/main">
  <p:tag name="KSO_WM_UNIT_INDEX" val="26"/>
  <p:tag name="KSO_WM_UNIT_TYPE" val="i"/>
  <p:tag name="KSO_WM_UNIT_SUBTYPE" val="h"/>
  <p:tag name="KSO_WM_BEAUTIFY_FLAG" val="#wm#"/>
</p:tagLst>
</file>

<file path=ppt/tags/tag236.xml><?xml version="1.0" encoding="utf-8"?>
<p:tagLst xmlns:p="http://schemas.openxmlformats.org/presentationml/2006/main">
  <p:tag name="KSO_WM_UNIT_INDEX" val="27"/>
  <p:tag name="KSO_WM_UNIT_TYPE" val="i"/>
  <p:tag name="KSO_WM_UNIT_SUBTYPE" val="h"/>
  <p:tag name="KSO_WM_BEAUTIFY_FLAG" val="#wm#"/>
</p:tagLst>
</file>

<file path=ppt/tags/tag237.xml><?xml version="1.0" encoding="utf-8"?>
<p:tagLst xmlns:p="http://schemas.openxmlformats.org/presentationml/2006/main">
  <p:tag name="KSO_WM_UNIT_INDEX" val="28"/>
  <p:tag name="KSO_WM_UNIT_TYPE" val="i"/>
  <p:tag name="KSO_WM_UNIT_SUBTYPE" val="h"/>
  <p:tag name="KSO_WM_BEAUTIFY_FLAG" val="#wm#"/>
</p:tagLst>
</file>

<file path=ppt/tags/tag238.xml><?xml version="1.0" encoding="utf-8"?>
<p:tagLst xmlns:p="http://schemas.openxmlformats.org/presentationml/2006/main">
  <p:tag name="KSO_WM_DIAGRAM_VIRTUALLY_FRAME" val="{&quot;height&quot;:367.45,&quot;left&quot;:268.15976377952757,&quot;top&quot;:102.2,&quot;width&quot;:561.8402362204724}"/>
</p:tagLst>
</file>

<file path=ppt/tags/tag239.xml><?xml version="1.0" encoding="utf-8"?>
<p:tagLst xmlns:p="http://schemas.openxmlformats.org/presentationml/2006/main">
  <p:tag name="KSO_WM_BEAUTIFY_FLAG" val="#wm#"/>
  <p:tag name="KSO_WM_UNIT_TYPE" val="l_h_i"/>
  <p:tag name="KSO_WM_UNIT_INDEX" val="1_2_5"/>
  <p:tag name="KSO_WM_UNIT_ID" val="diagram19882022_2*l_h_i*1_2_5"/>
  <p:tag name="KSO_WM_TEMPLATE_INDEX" val="19882022"/>
  <p:tag name="KSO_WM_TAG_VERSION" val="2.0"/>
  <p:tag name="KSO_WM_DIAGRAM_GROUP_CODE" val="l1-1"/>
  <p:tag name="KSO_WM_DIAGRAM_VIRTUALLY_FRAME" val="{&quot;height&quot;:367.45,&quot;left&quot;:268.15976377952757,&quot;top&quot;:102.2,&quot;width&quot;:561.8402362204724}"/>
</p:tagLst>
</file>

<file path=ppt/tags/tag240.xml><?xml version="1.0" encoding="utf-8"?>
<p:tagLst xmlns:p="http://schemas.openxmlformats.org/presentationml/2006/main">
  <p:tag name="KSO_WM_BEAUTIFY_FLAG" val="#wm#"/>
  <p:tag name="KSO_WM_UNIT_TYPE" val="l_h_i"/>
  <p:tag name="KSO_WM_UNIT_INDEX" val="1_2_6"/>
  <p:tag name="KSO_WM_UNIT_ID" val="diagram19882022_2*l_h_i*1_2_6"/>
  <p:tag name="KSO_WM_TEMPLATE_INDEX" val="19882022"/>
  <p:tag name="KSO_WM_TAG_VERSION" val="2.0"/>
  <p:tag name="KSO_WM_DIAGRAM_GROUP_CODE" val="l1-1"/>
  <p:tag name="KSO_WM_DIAGRAM_VIRTUALLY_FRAME" val="{&quot;height&quot;:367.45,&quot;left&quot;:268.15976377952757,&quot;top&quot;:102.2,&quot;width&quot;:561.8402362204724}"/>
</p:tagLst>
</file>

<file path=ppt/tags/tag241.xml><?xml version="1.0" encoding="utf-8"?>
<p:tagLst xmlns:p="http://schemas.openxmlformats.org/presentationml/2006/main">
  <p:tag name="KSO_WM_BEAUTIFY_FLAG" val="#wm#"/>
  <p:tag name="KSO_WM_UNIT_TYPE" val="l_h_f"/>
  <p:tag name="KSO_WM_UNIT_INDEX" val="1_2_1"/>
  <p:tag name="KSO_WM_UNIT_ID" val="diagram19882022_2*l_h_f*1_2_1"/>
  <p:tag name="KSO_WM_TEMPLATE_INDEX" val="19882022"/>
  <p:tag name="KSO_WM_TAG_VERSION" val="2.0"/>
  <p:tag name="KSO_WM_DIAGRAM_GROUP_CODE" val="l1-1"/>
  <p:tag name="KSO_WM_DIAGRAM_VIRTUALLY_FRAME" val="{&quot;height&quot;:367.45,&quot;left&quot;:268.15976377952757,&quot;top&quot;:102.2,&quot;width&quot;:561.8402362204724}"/>
</p:tagLst>
</file>

<file path=ppt/tags/tag2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243.xml><?xml version="1.0" encoding="utf-8"?>
<p:tagLst xmlns:p="http://schemas.openxmlformats.org/presentationml/2006/main">
  <p:tag name="KSO_WM_BEAUTIFY_FLAG" val="#wm#"/>
  <p:tag name="KSO_WM_SLIDE_ID" val="custom40494995_8"/>
  <p:tag name="KSO_WM_SLIDE_INDEX" val="8"/>
  <p:tag name="KSO_WM_SLIDE_ITEM_CNT" val="0"/>
  <p:tag name="KSO_WM_SLIDE_LAYOUT" val="a_f"/>
  <p:tag name="KSO_WM_SLIDE_LAYOUT_CNT" val="1_1"/>
  <p:tag name="KSO_WM_SLIDE_POSITION" val="54*28"/>
  <p:tag name="KSO_WM_SLIDE_SIZE" val="850*457"/>
  <p:tag name="KSO_WM_SLIDE_SUBTYPE" val="pureTxt"/>
  <p:tag name="KSO_WM_SLIDE_TYPE" val="text"/>
  <p:tag name="KSO_WM_TAG_VERSION" val="3.0"/>
  <p:tag name="KSO_WM_TEMPLATE_CATEGORY" val="custom"/>
  <p:tag name="KSO_WM_TEMPLATE_INDEX" val="40494995"/>
  <p:tag name="KSO_WM_TEMPLATE_JOB_ID" val="2"/>
  <p:tag name="KSO_WM_TEMPLATE_OUTLINE_ID" val="15"/>
  <p:tag name="KSO_WM_TEMPLATE_SCENE_ID" val="1"/>
  <p:tag name="KSO_WM_TEMPLATE_THUMBS_INDEX" val="1、6、10、14、20、26、27、28、29、31"/>
  <p:tag name="KSO_WM_TEMPLATE_TOPIC_DEFAULT" val="1"/>
  <p:tag name="KSO_WM_TEMPLATE_TOPIC_ID" val="2869567"/>
  <p:tag name="KSO_WM_TEMPLATE_USER_THEME" val="1"/>
  <p:tag name="KSO_WM_TEMPLATE_SUBCATEGORY" val="29"/>
  <p:tag name="KSO_WM_TEMPLATE_MASTER_TYPE" val="0"/>
  <p:tag name="KSO_WM_TEMPLATE_COLOR_TYPE" val="0"/>
</p:tagLst>
</file>

<file path=ppt/tags/tag244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ID" val="custom40494995_7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4995"/>
  <p:tag name="KSO_WM_TEMPLATE_CATEGORY" val="custom"/>
  <p:tag name="KSO_WM_UNIT_ISCONTENTSTITLE" val="0"/>
  <p:tag name="KSO_WM_UNIT_VALUE" val="17"/>
  <p:tag name="KSO_WM_UNIT_TEXT_TYPE" val="1"/>
  <p:tag name="KSO_WM_UNIT_PRESET_TEXT" val="添加章节标题"/>
</p:tagLst>
</file>

<file path=ppt/tags/tag245.xml><?xml version="1.0" encoding="utf-8"?>
<p:tagLst xmlns:p="http://schemas.openxmlformats.org/presentationml/2006/main">
  <p:tag name="KSO_WM_UNIT_NOCLEAR" val="0"/>
  <p:tag name="KSO_WM_UNIT_HIGHLIGHT" val="0"/>
  <p:tag name="KSO_WM_UNIT_COMPATIBLE" val="1"/>
  <p:tag name="KSO_WM_UNIT_DIAGRAM_ISNUMVISUAL" val="0"/>
  <p:tag name="KSO_WM_UNIT_DIAGRAM_ISREFERUNIT" val="0"/>
  <p:tag name="KSO_WM_UNIT_TYPE" val="e"/>
  <p:tag name="KSO_WM_UNIT_INDEX" val="1"/>
  <p:tag name="KSO_WM_UNIT_ID" val="custom40494995_7*e*1"/>
  <p:tag name="KSO_WM_TEMPLATE_CATEGORY" val="custom"/>
  <p:tag name="KSO_WM_TEMPLATE_INDEX" val="40494995"/>
  <p:tag name="KSO_WM_UNIT_LAYERLEVEL" val="1"/>
  <p:tag name="KSO_WM_TAG_VERSION" val="3.0"/>
  <p:tag name="KSO_WM_BEAUTIFY_FLAG" val="#wm#"/>
  <p:tag name="KSO_WM_UNIT_PRESET_TEXT_INDEX" val="-1"/>
  <p:tag name="KSO_WM_UNIT_PRESET_TEXT_LEN" val="0"/>
</p:tagLst>
</file>

<file path=ppt/tags/tag246.xml><?xml version="1.0" encoding="utf-8"?>
<p:tagLst xmlns:p="http://schemas.openxmlformats.org/presentationml/2006/main">
  <p:tag name="TIMING" val="|1.3"/>
  <p:tag name="KSO_WM_SLIDE_TYPE" val="sectionTitle"/>
  <p:tag name="KSO_WM_BEAUTIFY_FLAG" val="#wm#"/>
  <p:tag name="KSO_WM_TEMPLATE_CATEGORY" val="custom"/>
  <p:tag name="KSO_WM_TEMPLATE_USER_THEME" val="1"/>
  <p:tag name="KSO_WM_SLIDE_INDEX" val="7"/>
  <p:tag name="KSO_WM_SLIDE_ID" val="custom40494995_7"/>
  <p:tag name="KSO_WM_TEMPLATE_SUBCATEGORY" val="29"/>
  <p:tag name="KSO_WM_SLIDE_LAYOUT_CNT" val="1_1_1"/>
  <p:tag name="KSO_WM_TEMPLATE_MASTER_TYPE" val="0"/>
  <p:tag name="KSO_WM_TEMPLATE_COLOR_TYPE" val="0"/>
  <p:tag name="KSO_WM_SLIDE_ITEM_CNT" val="0"/>
  <p:tag name="KSO_WM_TAG_VERSION" val="3.0"/>
  <p:tag name="KSO_WM_TEMPLATE_INDEX" val="40494995"/>
  <p:tag name="KSO_WM_SLIDE_LAYOUT" val="a_b_e"/>
  <p:tag name="KSO_WM_SLIDE_SUBTYPE" val="pureTxt"/>
  <p:tag name="KSO_WM_SLIDE_THEME_ID" val="3427874"/>
  <p:tag name="KSO_WM_SLIDE_THEME_NAME" val="中国风传统文化主题教育模板"/>
</p:tagLst>
</file>

<file path=ppt/tags/tag247.xml><?xml version="1.0" encoding="utf-8"?>
<p:tagLst xmlns:p="http://schemas.openxmlformats.org/presentationml/2006/main">
  <p:tag name="KSO_WM_UNIT_INDEX" val="10"/>
  <p:tag name="KSO_WM_UNIT_TYPE" val="i"/>
  <p:tag name="KSO_WM_BEAUTIFY_FLAG" val="#wm#"/>
</p:tagLst>
</file>

<file path=ppt/tags/tag2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TYPE" val="f"/>
  <p:tag name="KSO_WM_UNIT_INDEX" val="1"/>
  <p:tag name="KSO_WM_UNIT_TEXT_LAYER_COUNT" val="1"/>
</p:tagLst>
</file>

<file path=ppt/tags/tag249.xml><?xml version="1.0" encoding="utf-8"?>
<p:tagLst xmlns:p="http://schemas.openxmlformats.org/presentationml/2006/main">
  <p:tag name="KSO_WM_UNIT_INDEX" val="16"/>
  <p:tag name="KSO_WM_UNIT_TYPE" val="i"/>
  <p:tag name="KSO_WM_BEAUTIFY_FLAG" val="#wm#"/>
</p:tagLst>
</file>

<file path=ppt/tags/tag250.xml><?xml version="1.0" encoding="utf-8"?>
<p:tagLst xmlns:p="http://schemas.openxmlformats.org/presentationml/2006/main">
  <p:tag name="KSO_WM_UNIT_INDEX" val="8"/>
  <p:tag name="KSO_WM_UNIT_TYPE" val="i"/>
  <p:tag name="KSO_WM_BEAUTIFY_FLAG" val="#wm#"/>
</p:tagLst>
</file>

<file path=ppt/tags/tag251.xml><?xml version="1.0" encoding="utf-8"?>
<p:tagLst xmlns:p="http://schemas.openxmlformats.org/presentationml/2006/main">
  <p:tag name="KSO_WM_UNIT_INDEX" val="14"/>
  <p:tag name="KSO_WM_UNIT_TYPE" val="i"/>
  <p:tag name="KSO_WM_BEAUTIFY_FLAG" val="#wm#"/>
</p:tagLst>
</file>

<file path=ppt/tags/tag252.xml><?xml version="1.0" encoding="utf-8"?>
<p:tagLst xmlns:p="http://schemas.openxmlformats.org/presentationml/2006/main">
  <p:tag name="KSO_WM_UNIT_INDEX" val="17"/>
  <p:tag name="KSO_WM_UNIT_TYPE" val="i"/>
  <p:tag name="KSO_WM_BEAUTIFY_FLAG" val="#wm#"/>
</p:tagLst>
</file>

<file path=ppt/tags/tag253.xml><?xml version="1.0" encoding="utf-8"?>
<p:tagLst xmlns:p="http://schemas.openxmlformats.org/presentationml/2006/main">
  <p:tag name="KSO_WM_UNIT_INDEX" val="9"/>
  <p:tag name="KSO_WM_UNIT_TYPE" val="i"/>
  <p:tag name="KSO_WM_BEAUTIFY_FLAG" val="#wm#"/>
</p:tagLst>
</file>

<file path=ppt/tags/tag254.xml><?xml version="1.0" encoding="utf-8"?>
<p:tagLst xmlns:p="http://schemas.openxmlformats.org/presentationml/2006/main">
  <p:tag name="KSO_WM_UNIT_INDEX" val="15"/>
  <p:tag name="KSO_WM_UNIT_TYPE" val="i"/>
  <p:tag name="KSO_WM_BEAUTIFY_FLAG" val="#wm#"/>
</p:tagLst>
</file>

<file path=ppt/tags/tag255.xml><?xml version="1.0" encoding="utf-8"?>
<p:tagLst xmlns:p="http://schemas.openxmlformats.org/presentationml/2006/main">
  <p:tag name="KSO_WM_UNIT_INDEX" val="13"/>
  <p:tag name="KSO_WM_UNIT_TYPE" val="f"/>
  <p:tag name="KSO_WM_UNIT_SUBTYPE" val="a"/>
  <p:tag name="KSO_WM_BEAUTIFY_FLAG" val="#wm#"/>
</p:tagLst>
</file>

<file path=ppt/tags/tag256.xml><?xml version="1.0" encoding="utf-8"?>
<p:tagLst xmlns:p="http://schemas.openxmlformats.org/presentationml/2006/main">
  <p:tag name="KSO_WM_UNIT_INDEX" val="6"/>
  <p:tag name="KSO_WM_UNIT_TYPE" val="f"/>
  <p:tag name="KSO_WM_UNIT_SUBTYPE" val="a"/>
  <p:tag name="KSO_WM_BEAUTIFY_FLAG" val="#wm#"/>
</p:tagLst>
</file>

<file path=ppt/tags/tag257.xml><?xml version="1.0" encoding="utf-8"?>
<p:tagLst xmlns:p="http://schemas.openxmlformats.org/presentationml/2006/main">
  <p:tag name="KSO_WM_UNIT_INDEX" val="11"/>
  <p:tag name="KSO_WM_UNIT_TYPE" val="f"/>
  <p:tag name="KSO_WM_UNIT_SUBTYPE" val="a"/>
  <p:tag name="KSO_WM_BEAUTIFY_FLAG" val="#wm#"/>
</p:tagLst>
</file>

<file path=ppt/tags/tag258.xml><?xml version="1.0" encoding="utf-8"?>
<p:tagLst xmlns:p="http://schemas.openxmlformats.org/presentationml/2006/main">
  <p:tag name="KSO_WM_UNIT_INDEX" val="18"/>
  <p:tag name="KSO_WM_UNIT_TYPE" val="f"/>
  <p:tag name="KSO_WM_UNIT_SUBTYPE" val="a"/>
  <p:tag name="KSO_WM_BEAUTIFY_FLAG" val="#wm#"/>
</p:tagLst>
</file>

<file path=ppt/tags/tag259.xml><?xml version="1.0" encoding="utf-8"?>
<p:tagLst xmlns:p="http://schemas.openxmlformats.org/presentationml/2006/main">
  <p:tag name="KSO_WM_UNIT_INDEX" val="7"/>
  <p:tag name="KSO_WM_UNIT_TYPE" val="f"/>
  <p:tag name="KSO_WM_UNIT_SUBTYPE" val="a"/>
  <p:tag name="KSO_WM_BEAUTIFY_FLAG" val="#wm#"/>
</p:tagLst>
</file>

<file path=ppt/tags/tag260.xml><?xml version="1.0" encoding="utf-8"?>
<p:tagLst xmlns:p="http://schemas.openxmlformats.org/presentationml/2006/main">
  <p:tag name="KSO_WM_UNIT_INDEX" val="12"/>
  <p:tag name="KSO_WM_UNIT_TYPE" val="f"/>
  <p:tag name="KSO_WM_UNIT_SUBTYPE" val="a"/>
  <p:tag name="KSO_WM_BEAUTIFY_FLAG" val="#wm#"/>
</p:tagLst>
</file>

<file path=ppt/tags/tag261.xml><?xml version="1.0" encoding="utf-8"?>
<p:tagLst xmlns:p="http://schemas.openxmlformats.org/presentationml/2006/main">
  <p:tag name="KSO_WM_UNIT_INDEX" val="19"/>
  <p:tag name="KSO_WM_UNIT_TYPE" val="f"/>
  <p:tag name="KSO_WM_UNIT_SUBTYPE" val="a"/>
  <p:tag name="KSO_WM_BEAUTIFY_FLAG" val="#wm#"/>
</p:tagLst>
</file>

<file path=ppt/tags/tag262.xml><?xml version="1.0" encoding="utf-8"?>
<p:tagLst xmlns:p="http://schemas.openxmlformats.org/presentationml/2006/main">
  <p:tag name="KSO_WM_UNIT_INDEX" val="21"/>
  <p:tag name="KSO_WM_UNIT_TYPE" val="i"/>
  <p:tag name="KSO_WM_UNIT_SUBTYPE" val="h"/>
  <p:tag name="KSO_WM_BEAUTIFY_FLAG" val="#wm#"/>
</p:tagLst>
</file>

<file path=ppt/tags/tag263.xml><?xml version="1.0" encoding="utf-8"?>
<p:tagLst xmlns:p="http://schemas.openxmlformats.org/presentationml/2006/main">
  <p:tag name="KSO_WM_UNIT_INDEX" val="22"/>
  <p:tag name="KSO_WM_UNIT_TYPE" val="i"/>
  <p:tag name="KSO_WM_UNIT_SUBTYPE" val="h"/>
  <p:tag name="KSO_WM_BEAUTIFY_FLAG" val="#wm#"/>
</p:tagLst>
</file>

<file path=ppt/tags/tag264.xml><?xml version="1.0" encoding="utf-8"?>
<p:tagLst xmlns:p="http://schemas.openxmlformats.org/presentationml/2006/main">
  <p:tag name="KSO_WM_UNIT_INDEX" val="23"/>
  <p:tag name="KSO_WM_UNIT_TYPE" val="i"/>
  <p:tag name="KSO_WM_UNIT_SUBTYPE" val="h"/>
  <p:tag name="KSO_WM_BEAUTIFY_FLAG" val="#wm#"/>
</p:tagLst>
</file>

<file path=ppt/tags/tag265.xml><?xml version="1.0" encoding="utf-8"?>
<p:tagLst xmlns:p="http://schemas.openxmlformats.org/presentationml/2006/main">
  <p:tag name="KSO_WM_UNIT_INDEX" val="24"/>
  <p:tag name="KSO_WM_UNIT_TYPE" val="i"/>
  <p:tag name="KSO_WM_UNIT_SUBTYPE" val="h"/>
  <p:tag name="KSO_WM_BEAUTIFY_FLAG" val="#wm#"/>
</p:tagLst>
</file>

<file path=ppt/tags/tag266.xml><?xml version="1.0" encoding="utf-8"?>
<p:tagLst xmlns:p="http://schemas.openxmlformats.org/presentationml/2006/main">
  <p:tag name="KSO_WM_UNIT_TEXT" val="不合格物资来源"/>
  <p:tag name="KSO_WM_UNIT_INDEX" val="1"/>
  <p:tag name="KSO_WM_UNIT_TYPE" val="a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</p:tagLst>
</file>

<file path=ppt/tags/tag267.xml><?xml version="1.0" encoding="utf-8"?>
<p:tagLst xmlns:p="http://schemas.openxmlformats.org/presentationml/2006/main">
  <p:tag name="KSO_WM_BEAUTIFY_FLAG" val="#wm#"/>
  <p:tag name="KSO_WM_SLIDE_ID" val="custom40494995_8"/>
  <p:tag name="KSO_WM_SLIDE_INDEX" val="8"/>
  <p:tag name="KSO_WM_SLIDE_ITEM_CNT" val="0"/>
  <p:tag name="KSO_WM_SLIDE_LAYOUT" val="a_f"/>
  <p:tag name="KSO_WM_SLIDE_LAYOUT_CNT" val="1_1"/>
  <p:tag name="KSO_WM_SLIDE_POSITION" val="54*28"/>
  <p:tag name="KSO_WM_SLIDE_SIZE" val="850*457"/>
  <p:tag name="KSO_WM_SLIDE_SUBTYPE" val="pureTxt"/>
  <p:tag name="KSO_WM_SLIDE_TYPE" val="text"/>
  <p:tag name="KSO_WM_TAG_VERSION" val="3.0"/>
  <p:tag name="KSO_WM_TEMPLATE_CATEGORY" val="custom"/>
  <p:tag name="KSO_WM_TEMPLATE_INDEX" val="40494995"/>
  <p:tag name="KSO_WM_TEMPLATE_JOB_ID" val="2"/>
  <p:tag name="KSO_WM_TEMPLATE_OUTLINE_ID" val="15"/>
  <p:tag name="KSO_WM_TEMPLATE_SCENE_ID" val="1"/>
  <p:tag name="KSO_WM_TEMPLATE_THUMBS_INDEX" val="1、6、10、14、20、26、27、28、29、31"/>
  <p:tag name="KSO_WM_TEMPLATE_TOPIC_DEFAULT" val="1"/>
  <p:tag name="KSO_WM_TEMPLATE_TOPIC_ID" val="2869567"/>
  <p:tag name="KSO_WM_TEMPLATE_USER_THEME" val="1"/>
  <p:tag name="KSO_WM_TEMPLATE_SUBCATEGORY" val="29"/>
  <p:tag name="KSO_WM_TEMPLATE_MASTER_TYPE" val="0"/>
  <p:tag name="KSO_WM_TEMPLATE_COLOR_TYPE" val="0"/>
</p:tagLst>
</file>

<file path=ppt/tags/tag268.xml><?xml version="1.0" encoding="utf-8"?>
<p:tagLst xmlns:p="http://schemas.openxmlformats.org/presentationml/2006/main">
  <p:tag name="KSO_WM_DIAGRAM_VIRTUALLY_FRAME" val="{&quot;height&quot;:390.8,&quot;left&quot;:42.4,&quot;top&quot;:119.75,&quot;width&quot;:886}"/>
  <p:tag name="KSO_WM_UNIT_INDEX" val="1_3_1"/>
  <p:tag name="KSO_WM_UNIT_TYPE" val="l_h_f"/>
  <p:tag name="KSO_WM_UNIT_SUBTYPE" val="a"/>
  <p:tag name="KSO_WM_TEMPLATE_CATEGORY" val="diagram"/>
  <p:tag name="KSO_WM_TEMPLATE_INDEX" val="19882022"/>
  <p:tag name="KSO_WM_UNIT_ID" val="diagram19882022*l_h_f*1_3_1"/>
  <p:tag name="KSO_WM_DIAGRAM_GROUP_CODE" val="l1-1"/>
  <p:tag name="KSO_WM_TAG_VERSION" val="2.0"/>
  <p:tag name="KSO_WM_BEAUTIFY_FLAG" val="#wm#"/>
</p:tagLst>
</file>

<file path=ppt/tags/tag269.xml><?xml version="1.0" encoding="utf-8"?>
<p:tagLst xmlns:p="http://schemas.openxmlformats.org/presentationml/2006/main">
  <p:tag name="KSO_WM_DIAGRAM_VIRTUALLY_FRAME" val="{&quot;height&quot;:390.8,&quot;left&quot;:42.4,&quot;top&quot;:119.75,&quot;width&quot;:886}"/>
  <p:tag name="KSO_WM_UNIT_INDEX" val="1_1_1"/>
  <p:tag name="KSO_WM_UNIT_TYPE" val="l_h_i"/>
  <p:tag name="KSO_WM_UNIT_SUBTYPE" val="d"/>
  <p:tag name="KSO_WM_TEMPLATE_CATEGORY" val="diagram"/>
  <p:tag name="KSO_WM_TEMPLATE_INDEX" val="19882022"/>
  <p:tag name="KSO_WM_UNIT_ID" val="diagram19882022*l_h_i*1_1_1"/>
  <p:tag name="KSO_WM_DIAGRAM_GROUP_CODE" val="l1-1"/>
  <p:tag name="KSO_WM_TAG_VERSION" val="2.0"/>
  <p:tag name="KSO_WM_BEAUTIFY_FLAG" val="#wm#"/>
</p:tagLst>
</file>

<file path=ppt/tags/tag270.xml><?xml version="1.0" encoding="utf-8"?>
<p:tagLst xmlns:p="http://schemas.openxmlformats.org/presentationml/2006/main">
  <p:tag name="KSO_WM_DIAGRAM_VIRTUALLY_FRAME" val="{&quot;height&quot;:390.8,&quot;left&quot;:42.4,&quot;top&quot;:119.75,&quot;width&quot;:886}"/>
  <p:tag name="KSO_WM_UNIT_INDEX" val="1_5_1"/>
  <p:tag name="KSO_WM_UNIT_TYPE" val="l_h_i"/>
  <p:tag name="KSO_WM_UNIT_SUBTYPE" val="d"/>
  <p:tag name="KSO_WM_TEMPLATE_CATEGORY" val="diagram"/>
  <p:tag name="KSO_WM_TEMPLATE_INDEX" val="19882022"/>
  <p:tag name="KSO_WM_UNIT_ID" val="diagram19882022*l_h_i*1_5_1"/>
  <p:tag name="KSO_WM_DIAGRAM_GROUP_CODE" val="l1-1"/>
  <p:tag name="KSO_WM_TAG_VERSION" val="2.0"/>
  <p:tag name="KSO_WM_BEAUTIFY_FLAG" val="#wm#"/>
</p:tagLst>
</file>

<file path=ppt/tags/tag271.xml><?xml version="1.0" encoding="utf-8"?>
<p:tagLst xmlns:p="http://schemas.openxmlformats.org/presentationml/2006/main">
  <p:tag name="KSO_WM_DIAGRAM_VIRTUALLY_FRAME" val="{&quot;height&quot;:390.8,&quot;left&quot;:42.4,&quot;top&quot;:119.75,&quot;width&quot;:886}"/>
  <p:tag name="KSO_WM_UNIT_INDEX" val="1_7_3"/>
  <p:tag name="KSO_WM_UNIT_TYPE" val="l_h_i"/>
  <p:tag name="KSO_WM_UNIT_SUBTYPE" val="d"/>
  <p:tag name="KSO_WM_TEMPLATE_CATEGORY" val="diagram"/>
  <p:tag name="KSO_WM_TEMPLATE_INDEX" val="19882022"/>
  <p:tag name="KSO_WM_UNIT_ID" val="diagram19882022*l_h_i*1_7_3"/>
  <p:tag name="KSO_WM_DIAGRAM_GROUP_CODE" val="l1-1"/>
  <p:tag name="KSO_WM_TAG_VERSION" val="2.0"/>
  <p:tag name="KSO_WM_BEAUTIFY_FLAG" val="#wm#"/>
</p:tagLst>
</file>

<file path=ppt/tags/tag272.xml><?xml version="1.0" encoding="utf-8"?>
<p:tagLst xmlns:p="http://schemas.openxmlformats.org/presentationml/2006/main">
  <p:tag name="KSO_WM_DIAGRAM_VIRTUALLY_FRAME" val="{&quot;height&quot;:390.8,&quot;left&quot;:42.4,&quot;top&quot;:119.75,&quot;width&quot;:886}"/>
  <p:tag name="KSO_WM_UNIT_INDEX" val="1_10_1"/>
  <p:tag name="KSO_WM_UNIT_TYPE" val="l_h_i"/>
  <p:tag name="KSO_WM_UNIT_SUBTYPE" val="d"/>
  <p:tag name="KSO_WM_TEMPLATE_CATEGORY" val="diagram"/>
  <p:tag name="KSO_WM_TEMPLATE_INDEX" val="19882022"/>
  <p:tag name="KSO_WM_UNIT_ID" val="diagram19882022*l_h_i*1_10_1"/>
  <p:tag name="KSO_WM_DIAGRAM_GROUP_CODE" val="l1-1"/>
  <p:tag name="KSO_WM_TAG_VERSION" val="2.0"/>
  <p:tag name="KSO_WM_BEAUTIFY_FLAG" val="#wm#"/>
</p:tagLst>
</file>

<file path=ppt/tags/tag273.xml><?xml version="1.0" encoding="utf-8"?>
<p:tagLst xmlns:p="http://schemas.openxmlformats.org/presentationml/2006/main">
  <p:tag name="KSO_WM_UNIT_INDEX" val="8"/>
  <p:tag name="KSO_WM_UNIT_TYPE" val="i"/>
  <p:tag name="KSO_WM_UNIT_SUBTYPE" val="h"/>
  <p:tag name="KSO_WM_BEAUTIFY_FLAG" val="#wm#"/>
</p:tagLst>
</file>

<file path=ppt/tags/tag274.xml><?xml version="1.0" encoding="utf-8"?>
<p:tagLst xmlns:p="http://schemas.openxmlformats.org/presentationml/2006/main">
  <p:tag name="KSO_WM_UNIT_INDEX" val="9"/>
  <p:tag name="KSO_WM_UNIT_TYPE" val="i"/>
  <p:tag name="KSO_WM_UNIT_SUBTYPE" val="h"/>
  <p:tag name="KSO_WM_BEAUTIFY_FLAG" val="#wm#"/>
</p:tagLst>
</file>

<file path=ppt/tags/tag275.xml><?xml version="1.0" encoding="utf-8"?>
<p:tagLst xmlns:p="http://schemas.openxmlformats.org/presentationml/2006/main">
  <p:tag name="KSO_WM_UNIT_INDEX" val="10"/>
  <p:tag name="KSO_WM_UNIT_TYPE" val="i"/>
  <p:tag name="KSO_WM_UNIT_SUBTYPE" val="h"/>
  <p:tag name="KSO_WM_BEAUTIFY_FLAG" val="#wm#"/>
</p:tagLst>
</file>

<file path=ppt/tags/tag276.xml><?xml version="1.0" encoding="utf-8"?>
<p:tagLst xmlns:p="http://schemas.openxmlformats.org/presentationml/2006/main">
  <p:tag name="KSO_WM_UNIT_INDEX" val="11"/>
  <p:tag name="KSO_WM_UNIT_TYPE" val="i"/>
  <p:tag name="KSO_WM_UNIT_SUBTYPE" val="h"/>
  <p:tag name="KSO_WM_BEAUTIFY_FLAG" val="#wm#"/>
</p:tagLst>
</file>

<file path=ppt/tags/tag277.xml><?xml version="1.0" encoding="utf-8"?>
<p:tagLst xmlns:p="http://schemas.openxmlformats.org/presentationml/2006/main">
  <p:tag name="KSO_WM_UNIT_INDEX" val="6"/>
  <p:tag name="KSO_WM_UNIT_TYPE" val="f"/>
  <p:tag name="KSO_WM_UNIT_SUBTYPE" val="a"/>
  <p:tag name="KSO_WM_BEAUTIFY_FLAG" val="#wm#"/>
</p:tagLst>
</file>

<file path=ppt/tags/tag278.xml><?xml version="1.0" encoding="utf-8"?>
<p:tagLst xmlns:p="http://schemas.openxmlformats.org/presentationml/2006/main">
  <p:tag name="KSO_WM_DIAGRAM_VIRTUALLY_FRAME" val="{&quot;height&quot;:390.8,&quot;left&quot;:42.4,&quot;top&quot;:119.75,&quot;width&quot;:886}"/>
  <p:tag name="KSO_WM_UNIT_INDEX" val="1_5_3"/>
  <p:tag name="KSO_WM_UNIT_TYPE" val="l_h_f"/>
  <p:tag name="KSO_WM_UNIT_SUBTYPE" val="a"/>
  <p:tag name="KSO_WM_TEMPLATE_CATEGORY" val="diagram"/>
  <p:tag name="KSO_WM_TEMPLATE_INDEX" val="19882022"/>
  <p:tag name="KSO_WM_UNIT_ID" val="diagram19882022*l_h_f*1_5_3"/>
  <p:tag name="KSO_WM_DIAGRAM_GROUP_CODE" val="l1-1"/>
  <p:tag name="KSO_WM_TAG_VERSION" val="2.0"/>
  <p:tag name="KSO_WM_BEAUTIFY_FLAG" val="#wm#"/>
</p:tagLst>
</file>

<file path=ppt/tags/tag279.xml><?xml version="1.0" encoding="utf-8"?>
<p:tagLst xmlns:p="http://schemas.openxmlformats.org/presentationml/2006/main">
  <p:tag name="KSO_WM_DIAGRAM_VIRTUALLY_FRAME" val="{&quot;height&quot;:390.8,&quot;left&quot;:42.4,&quot;top&quot;:119.75,&quot;width&quot;:886}"/>
  <p:tag name="KSO_WM_UNIT_INDEX" val="1_7_2"/>
  <p:tag name="KSO_WM_UNIT_TYPE" val="l_h_f"/>
  <p:tag name="KSO_WM_UNIT_SUBTYPE" val="a"/>
  <p:tag name="KSO_WM_TEMPLATE_CATEGORY" val="diagram"/>
  <p:tag name="KSO_WM_TEMPLATE_INDEX" val="19882022"/>
  <p:tag name="KSO_WM_UNIT_ID" val="diagram19882022*l_h_f*1_7_2"/>
  <p:tag name="KSO_WM_DIAGRAM_GROUP_CODE" val="l1-1"/>
  <p:tag name="KSO_WM_TAG_VERSION" val="2.0"/>
  <p:tag name="KSO_WM_BEAUTIFY_FLAG" val="#wm#"/>
</p:tagLst>
</file>

<file path=ppt/tags/tag280.xml><?xml version="1.0" encoding="utf-8"?>
<p:tagLst xmlns:p="http://schemas.openxmlformats.org/presentationml/2006/main">
  <p:tag name="KSO_WM_DIAGRAM_VIRTUALLY_FRAME" val="{&quot;height&quot;:390.8,&quot;left&quot;:42.4,&quot;top&quot;:119.75,&quot;width&quot;:886}"/>
  <p:tag name="KSO_WM_UNIT_INDEX" val="1_10_3"/>
  <p:tag name="KSO_WM_UNIT_TYPE" val="l_h_f"/>
  <p:tag name="KSO_WM_UNIT_SUBTYPE" val="a"/>
  <p:tag name="KSO_WM_TEMPLATE_CATEGORY" val="diagram"/>
  <p:tag name="KSO_WM_TEMPLATE_INDEX" val="19882022"/>
  <p:tag name="KSO_WM_UNIT_ID" val="diagram19882022*l_h_f*1_10_3"/>
  <p:tag name="KSO_WM_DIAGRAM_GROUP_CODE" val="l1-1"/>
  <p:tag name="KSO_WM_TAG_VERSION" val="2.0"/>
  <p:tag name="KSO_WM_BEAUTIFY_FLAG" val="#wm#"/>
</p:tagLst>
</file>

<file path=ppt/tags/tag281.xml><?xml version="1.0" encoding="utf-8"?>
<p:tagLst xmlns:p="http://schemas.openxmlformats.org/presentationml/2006/main">
  <p:tag name="KSO_WM_DIAGRAM_VIRTUALLY_FRAME" val="{&quot;height&quot;:390.8,&quot;left&quot;:42.4,&quot;top&quot;:119.75,&quot;width&quot;:886}"/>
  <p:tag name="KSO_WM_UNIT_INDEX" val="1_4_1"/>
  <p:tag name="KSO_WM_UNIT_TYPE" val="l_h_f"/>
  <p:tag name="KSO_WM_UNIT_SUBTYPE" val="a"/>
  <p:tag name="KSO_WM_TEMPLATE_CATEGORY" val="diagram"/>
  <p:tag name="KSO_WM_TEMPLATE_INDEX" val="19882022"/>
  <p:tag name="KSO_WM_UNIT_ID" val="diagram19882022*l_h_f*1_4_1"/>
  <p:tag name="KSO_WM_DIAGRAM_GROUP_CODE" val="l1-1"/>
  <p:tag name="KSO_WM_TAG_VERSION" val="2.0"/>
  <p:tag name="KSO_WM_BEAUTIFY_FLAG" val="#wm#"/>
</p:tagLst>
</file>

<file path=ppt/tags/tag282.xml><?xml version="1.0" encoding="utf-8"?>
<p:tagLst xmlns:p="http://schemas.openxmlformats.org/presentationml/2006/main">
  <p:tag name="KSO_WM_DIAGRAM_VIRTUALLY_FRAME" val="{&quot;height&quot;:390.8,&quot;left&quot;:42.4,&quot;top&quot;:119.75,&quot;width&quot;:886}"/>
  <p:tag name="KSO_WM_UNIT_INDEX" val="1_2_1"/>
  <p:tag name="KSO_WM_UNIT_TYPE" val="l_h_i"/>
  <p:tag name="KSO_WM_UNIT_SUBTYPE" val="d"/>
  <p:tag name="KSO_WM_TEMPLATE_CATEGORY" val="diagram"/>
  <p:tag name="KSO_WM_TEMPLATE_INDEX" val="19882022"/>
  <p:tag name="KSO_WM_UNIT_ID" val="diagram19882022*l_h_i*1_2_1"/>
  <p:tag name="KSO_WM_DIAGRAM_GROUP_CODE" val="l1-1"/>
  <p:tag name="KSO_WM_TAG_VERSION" val="2.0"/>
  <p:tag name="KSO_WM_BEAUTIFY_FLAG" val="#wm#"/>
</p:tagLst>
</file>

<file path=ppt/tags/tag283.xml><?xml version="1.0" encoding="utf-8"?>
<p:tagLst xmlns:p="http://schemas.openxmlformats.org/presentationml/2006/main">
  <p:tag name="KSO_WM_DIAGRAM_VIRTUALLY_FRAME" val="{&quot;height&quot;:390.8,&quot;left&quot;:42.4,&quot;top&quot;:119.75,&quot;width&quot;:886}"/>
  <p:tag name="KSO_WM_UNIT_INDEX" val="1_6_1"/>
  <p:tag name="KSO_WM_UNIT_TYPE" val="l_h_i"/>
  <p:tag name="KSO_WM_UNIT_SUBTYPE" val="d"/>
  <p:tag name="KSO_WM_TEMPLATE_CATEGORY" val="diagram"/>
  <p:tag name="KSO_WM_TEMPLATE_INDEX" val="19882022"/>
  <p:tag name="KSO_WM_UNIT_ID" val="diagram19882022*l_h_i*1_6_1"/>
  <p:tag name="KSO_WM_DIAGRAM_GROUP_CODE" val="l1-1"/>
  <p:tag name="KSO_WM_TAG_VERSION" val="2.0"/>
  <p:tag name="KSO_WM_BEAUTIFY_FLAG" val="#wm#"/>
</p:tagLst>
</file>

<file path=ppt/tags/tag284.xml><?xml version="1.0" encoding="utf-8"?>
<p:tagLst xmlns:p="http://schemas.openxmlformats.org/presentationml/2006/main">
  <p:tag name="KSO_WM_DIAGRAM_VIRTUALLY_FRAME" val="{&quot;height&quot;:390.8,&quot;left&quot;:42.4,&quot;top&quot;:119.75,&quot;width&quot;:886}"/>
  <p:tag name="KSO_WM_UNIT_INDEX" val="1_8_3"/>
  <p:tag name="KSO_WM_UNIT_TYPE" val="l_h_i"/>
  <p:tag name="KSO_WM_UNIT_SUBTYPE" val="d"/>
  <p:tag name="KSO_WM_TEMPLATE_CATEGORY" val="diagram"/>
  <p:tag name="KSO_WM_TEMPLATE_INDEX" val="19882022"/>
  <p:tag name="KSO_WM_UNIT_ID" val="diagram19882022*l_h_i*1_8_3"/>
  <p:tag name="KSO_WM_DIAGRAM_GROUP_CODE" val="l1-1"/>
  <p:tag name="KSO_WM_TAG_VERSION" val="2.0"/>
  <p:tag name="KSO_WM_BEAUTIFY_FLAG" val="#wm#"/>
</p:tagLst>
</file>

<file path=ppt/tags/tag285.xml><?xml version="1.0" encoding="utf-8"?>
<p:tagLst xmlns:p="http://schemas.openxmlformats.org/presentationml/2006/main">
  <p:tag name="KSO_WM_DIAGRAM_VIRTUALLY_FRAME" val="{&quot;height&quot;:390.8,&quot;left&quot;:42.4,&quot;top&quot;:119.75,&quot;width&quot;:886}"/>
  <p:tag name="KSO_WM_UNIT_INDEX" val="1_9_3"/>
  <p:tag name="KSO_WM_UNIT_TYPE" val="l_h_i"/>
  <p:tag name="KSO_WM_UNIT_SUBTYPE" val="d"/>
  <p:tag name="KSO_WM_TEMPLATE_CATEGORY" val="diagram"/>
  <p:tag name="KSO_WM_TEMPLATE_INDEX" val="19882022"/>
  <p:tag name="KSO_WM_UNIT_ID" val="diagram19882022*l_h_i*1_9_3"/>
  <p:tag name="KSO_WM_DIAGRAM_GROUP_CODE" val="l1-1"/>
  <p:tag name="KSO_WM_TAG_VERSION" val="2.0"/>
  <p:tag name="KSO_WM_BEAUTIFY_FLAG" val="#wm#"/>
</p:tagLst>
</file>

<file path=ppt/tags/tag286.xml><?xml version="1.0" encoding="utf-8"?>
<p:tagLst xmlns:p="http://schemas.openxmlformats.org/presentationml/2006/main">
  <p:tag name="KSO_WM_DIAGRAM_VIRTUALLY_FRAME" val="{&quot;height&quot;:390.8,&quot;left&quot;:42.4,&quot;top&quot;:119.75,&quot;width&quot;:886}"/>
  <p:tag name="KSO_WM_UNIT_INDEX" val="1_6_3"/>
  <p:tag name="KSO_WM_UNIT_TYPE" val="l_h_f"/>
  <p:tag name="KSO_WM_UNIT_SUBTYPE" val="a"/>
  <p:tag name="KSO_WM_TEMPLATE_CATEGORY" val="diagram"/>
  <p:tag name="KSO_WM_TEMPLATE_INDEX" val="19882022"/>
  <p:tag name="KSO_WM_UNIT_ID" val="diagram19882022*l_h_f*1_6_3"/>
  <p:tag name="KSO_WM_DIAGRAM_GROUP_CODE" val="l1-1"/>
  <p:tag name="KSO_WM_TAG_VERSION" val="2.0"/>
  <p:tag name="KSO_WM_BEAUTIFY_FLAG" val="#wm#"/>
</p:tagLst>
</file>

<file path=ppt/tags/tag287.xml><?xml version="1.0" encoding="utf-8"?>
<p:tagLst xmlns:p="http://schemas.openxmlformats.org/presentationml/2006/main">
  <p:tag name="KSO_WM_DIAGRAM_VIRTUALLY_FRAME" val="{&quot;height&quot;:390.8,&quot;left&quot;:42.4,&quot;top&quot;:119.75,&quot;width&quot;:886}"/>
  <p:tag name="KSO_WM_UNIT_INDEX" val="1_8_2"/>
  <p:tag name="KSO_WM_UNIT_TYPE" val="l_h_f"/>
  <p:tag name="KSO_WM_UNIT_SUBTYPE" val="a"/>
  <p:tag name="KSO_WM_TEMPLATE_CATEGORY" val="diagram"/>
  <p:tag name="KSO_WM_TEMPLATE_INDEX" val="19882022"/>
  <p:tag name="KSO_WM_UNIT_ID" val="diagram19882022*l_h_f*1_8_2"/>
  <p:tag name="KSO_WM_DIAGRAM_GROUP_CODE" val="l1-1"/>
  <p:tag name="KSO_WM_TAG_VERSION" val="2.0"/>
  <p:tag name="KSO_WM_BEAUTIFY_FLAG" val="#wm#"/>
</p:tagLst>
</file>

<file path=ppt/tags/tag288.xml><?xml version="1.0" encoding="utf-8"?>
<p:tagLst xmlns:p="http://schemas.openxmlformats.org/presentationml/2006/main">
  <p:tag name="KSO_WM_DIAGRAM_VIRTUALLY_FRAME" val="{&quot;height&quot;:390.8,&quot;left&quot;:42.4,&quot;top&quot;:119.75,&quot;width&quot;:886}"/>
  <p:tag name="KSO_WM_UNIT_INDEX" val="1_9_2"/>
  <p:tag name="KSO_WM_UNIT_TYPE" val="l_h_f"/>
  <p:tag name="KSO_WM_UNIT_SUBTYPE" val="a"/>
  <p:tag name="KSO_WM_TEMPLATE_CATEGORY" val="diagram"/>
  <p:tag name="KSO_WM_TEMPLATE_INDEX" val="19882022"/>
  <p:tag name="KSO_WM_UNIT_ID" val="diagram19882022*l_h_f*1_9_2"/>
  <p:tag name="KSO_WM_DIAGRAM_GROUP_CODE" val="l1-1"/>
  <p:tag name="KSO_WM_TAG_VERSION" val="2.0"/>
  <p:tag name="KSO_WM_BEAUTIFY_FLAG" val="#wm#"/>
</p:tagLst>
</file>

<file path=ppt/tags/tag289.xml><?xml version="1.0" encoding="utf-8"?>
<p:tagLst xmlns:p="http://schemas.openxmlformats.org/presentationml/2006/main">
  <p:tag name="KSO_WM_UNIT_TYPE" val="a"/>
  <p:tag name="KSO_WM_UNIT_INDEX" val="1"/>
  <p:tag name="KSO_WM_UNIT_ID" val="_7*a*1"/>
  <p:tag name="KSO_WM_BEAUTIFY_FLAG" val="#wm#"/>
  <p:tag name="KSO_WM_TAG_VERSION" val="3.0"/>
  <p:tag name="KSO_WM_UNIT_LAYERLEVEL" val="1"/>
  <p:tag name="KSO_WM_TEMPLATE_USER_THEME" val="1"/>
  <p:tag name="KSO_WM_UNIT_ISCONTENTSTITLE" val="0"/>
  <p:tag name="KSO_WM_UNIT_ISNUMDGMTITLE" val="0"/>
  <p:tag name="KSO_WM_UNIT_PRESET_TEXT_INDEX" val="-1"/>
  <p:tag name="KSO_WM_UNIT_PRESET_TEXT_LEN" val="0"/>
  <p:tag name="KSO_WM_UNIT_NOCLEAR" val="0"/>
  <p:tag name="KSO_WM_UNIT_HIGHLIGHT" val="0"/>
  <p:tag name="KSO_WM_UNIT_COMPATIBLE" val="0"/>
  <p:tag name="KSO_WM_UNIT_DIAGRAM_ISNUMVISUAL" val="0"/>
  <p:tag name="KSO_WM_UNIT_DIAGRAM_ISREFERUNIT" val="0"/>
</p:tagLst>
</file>

<file path=ppt/tags/tag290.xml><?xml version="1.0" encoding="utf-8"?>
<p:tagLst xmlns:p="http://schemas.openxmlformats.org/presentationml/2006/main">
  <p:tag name="KSO_WM_BEAUTIFY_FLAG" val="#wm#"/>
  <p:tag name="KSO_WM_SLIDE_ID" val="custom40494995_8"/>
  <p:tag name="KSO_WM_SLIDE_INDEX" val="8"/>
  <p:tag name="KSO_WM_SLIDE_ITEM_CNT" val="0"/>
  <p:tag name="KSO_WM_SLIDE_LAYOUT" val="a_f"/>
  <p:tag name="KSO_WM_SLIDE_LAYOUT_CNT" val="1_1"/>
  <p:tag name="KSO_WM_SLIDE_POSITION" val="54*28"/>
  <p:tag name="KSO_WM_SLIDE_SIZE" val="850*457"/>
  <p:tag name="KSO_WM_SLIDE_SUBTYPE" val="pureTxt"/>
  <p:tag name="KSO_WM_SLIDE_TYPE" val="text"/>
  <p:tag name="KSO_WM_TAG_VERSION" val="3.0"/>
  <p:tag name="KSO_WM_TEMPLATE_CATEGORY" val="custom"/>
  <p:tag name="KSO_WM_TEMPLATE_INDEX" val="40494995"/>
  <p:tag name="KSO_WM_TEMPLATE_JOB_ID" val="2"/>
  <p:tag name="KSO_WM_TEMPLATE_OUTLINE_ID" val="15"/>
  <p:tag name="KSO_WM_TEMPLATE_SCENE_ID" val="1"/>
  <p:tag name="KSO_WM_TEMPLATE_THUMBS_INDEX" val="1、6、10、14、20、26、27、28、29、31"/>
  <p:tag name="KSO_WM_TEMPLATE_TOPIC_DEFAULT" val="1"/>
  <p:tag name="KSO_WM_TEMPLATE_TOPIC_ID" val="2869567"/>
  <p:tag name="KSO_WM_TEMPLATE_USER_THEME" val="1"/>
  <p:tag name="KSO_WM_TEMPLATE_SUBCATEGORY" val="29"/>
  <p:tag name="KSO_WM_TEMPLATE_MASTER_TYPE" val="0"/>
  <p:tag name="KSO_WM_TEMPLATE_COLOR_TYPE" val="0"/>
</p:tagLst>
</file>

<file path=ppt/tags/tag291.xml><?xml version="1.0" encoding="utf-8"?>
<p:tagLst xmlns:p="http://schemas.openxmlformats.org/presentationml/2006/main">
  <p:tag name="KSO_WM_UNIT_INDEX" val="1_3_1"/>
  <p:tag name="KSO_WM_UNIT_TYPE" val="l_h_f"/>
  <p:tag name="KSO_WM_UNIT_SUBTYPE" val="a"/>
  <p:tag name="KSO_WM_TEMPLATE_CATEGORY" val="diagram"/>
  <p:tag name="KSO_WM_TEMPLATE_INDEX" val="19882022"/>
  <p:tag name="KSO_WM_UNIT_ID" val="diagram19882022*l_h_f*1_3_1"/>
  <p:tag name="KSO_WM_DIAGRAM_GROUP_CODE" val="l1-1"/>
  <p:tag name="KSO_WM_TAG_VERSION" val="2.0"/>
  <p:tag name="KSO_WM_BEAUTIFY_FLAG" val="#wm#"/>
  <p:tag name="KSO_WM_DIAGRAM_VIRTUALLY_FRAME" val="{&quot;height&quot;:392.45,&quot;left&quot;:46.25,&quot;top&quot;:112,&quot;width&quot;:886}"/>
</p:tagLst>
</file>

<file path=ppt/tags/tag292.xml><?xml version="1.0" encoding="utf-8"?>
<p:tagLst xmlns:p="http://schemas.openxmlformats.org/presentationml/2006/main">
  <p:tag name="KSO_WM_UNIT_INDEX" val="1_1_1"/>
  <p:tag name="KSO_WM_UNIT_TYPE" val="l_h_i"/>
  <p:tag name="KSO_WM_UNIT_SUBTYPE" val="d"/>
  <p:tag name="KSO_WM_TEMPLATE_CATEGORY" val="diagram"/>
  <p:tag name="KSO_WM_TEMPLATE_INDEX" val="19882022"/>
  <p:tag name="KSO_WM_UNIT_ID" val="diagram19882022*l_h_i*1_1_1"/>
  <p:tag name="KSO_WM_DIAGRAM_GROUP_CODE" val="l1-1"/>
  <p:tag name="KSO_WM_TAG_VERSION" val="2.0"/>
  <p:tag name="KSO_WM_BEAUTIFY_FLAG" val="#wm#"/>
  <p:tag name="KSO_WM_DIAGRAM_VIRTUALLY_FRAME" val="{&quot;height&quot;:392.45,&quot;left&quot;:46.25,&quot;top&quot;:112,&quot;width&quot;:886}"/>
</p:tagLst>
</file>

<file path=ppt/tags/tag293.xml><?xml version="1.0" encoding="utf-8"?>
<p:tagLst xmlns:p="http://schemas.openxmlformats.org/presentationml/2006/main">
  <p:tag name="KSO_WM_UNIT_INDEX" val="1_4_1"/>
  <p:tag name="KSO_WM_UNIT_TYPE" val="l_h_i"/>
  <p:tag name="KSO_WM_UNIT_SUBTYPE" val="d"/>
  <p:tag name="KSO_WM_TEMPLATE_CATEGORY" val="diagram"/>
  <p:tag name="KSO_WM_TEMPLATE_INDEX" val="19882022"/>
  <p:tag name="KSO_WM_UNIT_ID" val="diagram19882022*l_h_i*1_4_1"/>
  <p:tag name="KSO_WM_DIAGRAM_GROUP_CODE" val="l1-1"/>
  <p:tag name="KSO_WM_TAG_VERSION" val="2.0"/>
  <p:tag name="KSO_WM_BEAUTIFY_FLAG" val="#wm#"/>
  <p:tag name="KSO_WM_DIAGRAM_VIRTUALLY_FRAME" val="{&quot;height&quot;:392.45,&quot;left&quot;:46.25,&quot;top&quot;:112,&quot;width&quot;:886}"/>
</p:tagLst>
</file>

<file path=ppt/tags/tag294.xml><?xml version="1.0" encoding="utf-8"?>
<p:tagLst xmlns:p="http://schemas.openxmlformats.org/presentationml/2006/main">
  <p:tag name="KSO_WM_UNIT_INDEX" val="1_6_3"/>
  <p:tag name="KSO_WM_UNIT_TYPE" val="l_h_i"/>
  <p:tag name="KSO_WM_UNIT_SUBTYPE" val="d"/>
  <p:tag name="KSO_WM_TEMPLATE_CATEGORY" val="diagram"/>
  <p:tag name="KSO_WM_TEMPLATE_INDEX" val="19882022"/>
  <p:tag name="KSO_WM_UNIT_ID" val="diagram19882022*l_h_i*1_6_3"/>
  <p:tag name="KSO_WM_DIAGRAM_GROUP_CODE" val="l1-1"/>
  <p:tag name="KSO_WM_TAG_VERSION" val="2.0"/>
  <p:tag name="KSO_WM_BEAUTIFY_FLAG" val="#wm#"/>
  <p:tag name="KSO_WM_DIAGRAM_VIRTUALLY_FRAME" val="{&quot;height&quot;:392.45,&quot;left&quot;:46.25,&quot;top&quot;:112,&quot;width&quot;:886}"/>
</p:tagLst>
</file>

<file path=ppt/tags/tag295.xml><?xml version="1.0" encoding="utf-8"?>
<p:tagLst xmlns:p="http://schemas.openxmlformats.org/presentationml/2006/main">
  <p:tag name="KSO_WM_UNIT_INDEX" val="1_8_1"/>
  <p:tag name="KSO_WM_UNIT_TYPE" val="l_h_i"/>
  <p:tag name="KSO_WM_UNIT_SUBTYPE" val="d"/>
  <p:tag name="KSO_WM_TEMPLATE_CATEGORY" val="diagram"/>
  <p:tag name="KSO_WM_TEMPLATE_INDEX" val="19882022"/>
  <p:tag name="KSO_WM_UNIT_ID" val="diagram19882022*l_h_i*1_8_1"/>
  <p:tag name="KSO_WM_DIAGRAM_GROUP_CODE" val="l1-1"/>
  <p:tag name="KSO_WM_TAG_VERSION" val="2.0"/>
  <p:tag name="KSO_WM_BEAUTIFY_FLAG" val="#wm#"/>
  <p:tag name="KSO_WM_DIAGRAM_VIRTUALLY_FRAME" val="{&quot;height&quot;:392.45,&quot;left&quot;:46.25,&quot;top&quot;:112,&quot;width&quot;:886}"/>
</p:tagLst>
</file>

<file path=ppt/tags/tag296.xml><?xml version="1.0" encoding="utf-8"?>
<p:tagLst xmlns:p="http://schemas.openxmlformats.org/presentationml/2006/main">
  <p:tag name="KSO_WM_UNIT_INDEX" val="8"/>
  <p:tag name="KSO_WM_UNIT_TYPE" val="i"/>
  <p:tag name="KSO_WM_UNIT_SUBTYPE" val="h"/>
  <p:tag name="KSO_WM_BEAUTIFY_FLAG" val="#wm#"/>
</p:tagLst>
</file>

<file path=ppt/tags/tag297.xml><?xml version="1.0" encoding="utf-8"?>
<p:tagLst xmlns:p="http://schemas.openxmlformats.org/presentationml/2006/main">
  <p:tag name="KSO_WM_UNIT_INDEX" val="9"/>
  <p:tag name="KSO_WM_UNIT_TYPE" val="i"/>
  <p:tag name="KSO_WM_UNIT_SUBTYPE" val="h"/>
  <p:tag name="KSO_WM_BEAUTIFY_FLAG" val="#wm#"/>
</p:tagLst>
</file>

<file path=ppt/tags/tag298.xml><?xml version="1.0" encoding="utf-8"?>
<p:tagLst xmlns:p="http://schemas.openxmlformats.org/presentationml/2006/main">
  <p:tag name="KSO_WM_UNIT_INDEX" val="10"/>
  <p:tag name="KSO_WM_UNIT_TYPE" val="i"/>
  <p:tag name="KSO_WM_UNIT_SUBTYPE" val="h"/>
  <p:tag name="KSO_WM_BEAUTIFY_FLAG" val="#wm#"/>
</p:tagLst>
</file>

<file path=ppt/tags/tag299.xml><?xml version="1.0" encoding="utf-8"?>
<p:tagLst xmlns:p="http://schemas.openxmlformats.org/presentationml/2006/main">
  <p:tag name="KSO_WM_UNIT_INDEX" val="11"/>
  <p:tag name="KSO_WM_UNIT_TYPE" val="i"/>
  <p:tag name="KSO_WM_UNIT_SUBTYPE" val="h"/>
  <p:tag name="KSO_WM_BEAUTIFY_FLAG" val="#wm#"/>
</p:tagLst>
</file>

<file path=ppt/tags/tag300.xml><?xml version="1.0" encoding="utf-8"?>
<p:tagLst xmlns:p="http://schemas.openxmlformats.org/presentationml/2006/main">
  <p:tag name="KSO_WM_UNIT_INDEX" val="6"/>
  <p:tag name="KSO_WM_UNIT_TYPE" val="f"/>
  <p:tag name="KSO_WM_UNIT_SUBTYPE" val="a"/>
  <p:tag name="KSO_WM_BEAUTIFY_FLAG" val="#wm#"/>
</p:tagLst>
</file>

<file path=ppt/tags/tag301.xml><?xml version="1.0" encoding="utf-8"?>
<p:tagLst xmlns:p="http://schemas.openxmlformats.org/presentationml/2006/main">
  <p:tag name="KSO_WM_UNIT_INDEX" val="1_4_3"/>
  <p:tag name="KSO_WM_UNIT_TYPE" val="l_h_f"/>
  <p:tag name="KSO_WM_UNIT_SUBTYPE" val="a"/>
  <p:tag name="KSO_WM_TEMPLATE_CATEGORY" val="diagram"/>
  <p:tag name="KSO_WM_TEMPLATE_INDEX" val="19882022"/>
  <p:tag name="KSO_WM_UNIT_ID" val="diagram19882022*l_h_f*1_4_3"/>
  <p:tag name="KSO_WM_DIAGRAM_GROUP_CODE" val="l1-1"/>
  <p:tag name="KSO_WM_TAG_VERSION" val="2.0"/>
  <p:tag name="KSO_WM_BEAUTIFY_FLAG" val="#wm#"/>
  <p:tag name="KSO_WM_DIAGRAM_VIRTUALLY_FRAME" val="{&quot;height&quot;:392.45,&quot;left&quot;:46.25,&quot;top&quot;:112,&quot;width&quot;:886}"/>
</p:tagLst>
</file>

<file path=ppt/tags/tag302.xml><?xml version="1.0" encoding="utf-8"?>
<p:tagLst xmlns:p="http://schemas.openxmlformats.org/presentationml/2006/main">
  <p:tag name="KSO_WM_UNIT_INDEX" val="1_6_2"/>
  <p:tag name="KSO_WM_UNIT_TYPE" val="l_h_f"/>
  <p:tag name="KSO_WM_UNIT_SUBTYPE" val="a"/>
  <p:tag name="KSO_WM_TEMPLATE_CATEGORY" val="diagram"/>
  <p:tag name="KSO_WM_TEMPLATE_INDEX" val="19882022"/>
  <p:tag name="KSO_WM_UNIT_ID" val="diagram19882022*l_h_f*1_6_2"/>
  <p:tag name="KSO_WM_DIAGRAM_GROUP_CODE" val="l1-1"/>
  <p:tag name="KSO_WM_TAG_VERSION" val="2.0"/>
  <p:tag name="KSO_WM_BEAUTIFY_FLAG" val="#wm#"/>
  <p:tag name="KSO_WM_DIAGRAM_VIRTUALLY_FRAME" val="{&quot;height&quot;:392.45,&quot;left&quot;:46.25,&quot;top&quot;:112,&quot;width&quot;:886}"/>
</p:tagLst>
</file>

<file path=ppt/tags/tag303.xml><?xml version="1.0" encoding="utf-8"?>
<p:tagLst xmlns:p="http://schemas.openxmlformats.org/presentationml/2006/main">
  <p:tag name="KSO_WM_UNIT_INDEX" val="1_8_3"/>
  <p:tag name="KSO_WM_UNIT_TYPE" val="l_h_f"/>
  <p:tag name="KSO_WM_UNIT_SUBTYPE" val="a"/>
  <p:tag name="KSO_WM_TEMPLATE_CATEGORY" val="diagram"/>
  <p:tag name="KSO_WM_TEMPLATE_INDEX" val="19882022"/>
  <p:tag name="KSO_WM_UNIT_ID" val="diagram19882022*l_h_f*1_8_3"/>
  <p:tag name="KSO_WM_DIAGRAM_GROUP_CODE" val="l1-1"/>
  <p:tag name="KSO_WM_TAG_VERSION" val="2.0"/>
  <p:tag name="KSO_WM_BEAUTIFY_FLAG" val="#wm#"/>
  <p:tag name="KSO_WM_DIAGRAM_VIRTUALLY_FRAME" val="{&quot;height&quot;:392.45,&quot;left&quot;:46.25,&quot;top&quot;:112,&quot;width&quot;:886}"/>
</p:tagLst>
</file>

<file path=ppt/tags/tag304.xml><?xml version="1.0" encoding="utf-8"?>
<p:tagLst xmlns:p="http://schemas.openxmlformats.org/presentationml/2006/main">
  <p:tag name="KSO_WM_UNIT_INDEX" val="1_2_3"/>
  <p:tag name="KSO_WM_UNIT_TYPE" val="l_h_f"/>
  <p:tag name="KSO_WM_UNIT_SUBTYPE" val="a"/>
  <p:tag name="KSO_WM_TEMPLATE_CATEGORY" val="diagram"/>
  <p:tag name="KSO_WM_TEMPLATE_INDEX" val="19882022"/>
  <p:tag name="KSO_WM_UNIT_ID" val="diagram19882022*l_h_f*1_2_3"/>
  <p:tag name="KSO_WM_DIAGRAM_GROUP_CODE" val="l1-1"/>
  <p:tag name="KSO_WM_TAG_VERSION" val="2.0"/>
  <p:tag name="KSO_WM_BEAUTIFY_FLAG" val="#wm#"/>
  <p:tag name="KSO_WM_DIAGRAM_VIRTUALLY_FRAME" val="{&quot;height&quot;:392.45,&quot;left&quot;:46.25,&quot;top&quot;:112,&quot;width&quot;:886}"/>
</p:tagLst>
</file>

<file path=ppt/tags/tag305.xml><?xml version="1.0" encoding="utf-8"?>
<p:tagLst xmlns:p="http://schemas.openxmlformats.org/presentationml/2006/main">
  <p:tag name="KSO_WM_UNIT_INDEX" val="1_2_1"/>
  <p:tag name="KSO_WM_UNIT_TYPE" val="l_h_i"/>
  <p:tag name="KSO_WM_UNIT_SUBTYPE" val="d"/>
  <p:tag name="KSO_WM_TEMPLATE_CATEGORY" val="diagram"/>
  <p:tag name="KSO_WM_TEMPLATE_INDEX" val="19882022"/>
  <p:tag name="KSO_WM_UNIT_ID" val="diagram19882022*l_h_i*1_2_1"/>
  <p:tag name="KSO_WM_DIAGRAM_GROUP_CODE" val="l1-1"/>
  <p:tag name="KSO_WM_TAG_VERSION" val="2.0"/>
  <p:tag name="KSO_WM_BEAUTIFY_FLAG" val="#wm#"/>
  <p:tag name="KSO_WM_DIAGRAM_VIRTUALLY_FRAME" val="{&quot;height&quot;:392.45,&quot;left&quot;:46.25,&quot;top&quot;:112,&quot;width&quot;:886}"/>
</p:tagLst>
</file>

<file path=ppt/tags/tag306.xml><?xml version="1.0" encoding="utf-8"?>
<p:tagLst xmlns:p="http://schemas.openxmlformats.org/presentationml/2006/main">
  <p:tag name="KSO_WM_UNIT_INDEX" val="1_5_1"/>
  <p:tag name="KSO_WM_UNIT_TYPE" val="l_h_i"/>
  <p:tag name="KSO_WM_UNIT_SUBTYPE" val="d"/>
  <p:tag name="KSO_WM_TEMPLATE_CATEGORY" val="diagram"/>
  <p:tag name="KSO_WM_TEMPLATE_INDEX" val="19882022"/>
  <p:tag name="KSO_WM_UNIT_ID" val="diagram19882022*l_h_i*1_5_1"/>
  <p:tag name="KSO_WM_DIAGRAM_GROUP_CODE" val="l1-1"/>
  <p:tag name="KSO_WM_TAG_VERSION" val="2.0"/>
  <p:tag name="KSO_WM_BEAUTIFY_FLAG" val="#wm#"/>
  <p:tag name="KSO_WM_DIAGRAM_VIRTUALLY_FRAME" val="{&quot;height&quot;:392.45,&quot;left&quot;:46.25,&quot;top&quot;:112,&quot;width&quot;:886}"/>
</p:tagLst>
</file>

<file path=ppt/tags/tag307.xml><?xml version="1.0" encoding="utf-8"?>
<p:tagLst xmlns:p="http://schemas.openxmlformats.org/presentationml/2006/main">
  <p:tag name="KSO_WM_UNIT_INDEX" val="1_7_3"/>
  <p:tag name="KSO_WM_UNIT_TYPE" val="l_h_i"/>
  <p:tag name="KSO_WM_UNIT_SUBTYPE" val="d"/>
  <p:tag name="KSO_WM_TEMPLATE_CATEGORY" val="diagram"/>
  <p:tag name="KSO_WM_TEMPLATE_INDEX" val="19882022"/>
  <p:tag name="KSO_WM_UNIT_ID" val="diagram19882022*l_h_i*1_7_3"/>
  <p:tag name="KSO_WM_DIAGRAM_GROUP_CODE" val="l1-1"/>
  <p:tag name="KSO_WM_TAG_VERSION" val="2.0"/>
  <p:tag name="KSO_WM_BEAUTIFY_FLAG" val="#wm#"/>
  <p:tag name="KSO_WM_DIAGRAM_VIRTUALLY_FRAME" val="{&quot;height&quot;:392.45,&quot;left&quot;:46.25,&quot;top&quot;:112,&quot;width&quot;:886}"/>
</p:tagLst>
</file>

<file path=ppt/tags/tag308.xml><?xml version="1.0" encoding="utf-8"?>
<p:tagLst xmlns:p="http://schemas.openxmlformats.org/presentationml/2006/main">
  <p:tag name="KSO_WM_UNIT_INDEX" val="1_5_3"/>
  <p:tag name="KSO_WM_UNIT_TYPE" val="l_h_f"/>
  <p:tag name="KSO_WM_UNIT_SUBTYPE" val="a"/>
  <p:tag name="KSO_WM_TEMPLATE_CATEGORY" val="diagram"/>
  <p:tag name="KSO_WM_TEMPLATE_INDEX" val="19882022"/>
  <p:tag name="KSO_WM_UNIT_ID" val="diagram19882022*l_h_f*1_5_3"/>
  <p:tag name="KSO_WM_DIAGRAM_GROUP_CODE" val="l1-1"/>
  <p:tag name="KSO_WM_TAG_VERSION" val="2.0"/>
  <p:tag name="KSO_WM_BEAUTIFY_FLAG" val="#wm#"/>
  <p:tag name="KSO_WM_DIAGRAM_VIRTUALLY_FRAME" val="{&quot;height&quot;:392.45,&quot;left&quot;:46.25,&quot;top&quot;:112,&quot;width&quot;:886}"/>
</p:tagLst>
</file>

<file path=ppt/tags/tag309.xml><?xml version="1.0" encoding="utf-8"?>
<p:tagLst xmlns:p="http://schemas.openxmlformats.org/presentationml/2006/main">
  <p:tag name="KSO_WM_UNIT_INDEX" val="1_7_2"/>
  <p:tag name="KSO_WM_UNIT_TYPE" val="l_h_f"/>
  <p:tag name="KSO_WM_UNIT_SUBTYPE" val="a"/>
  <p:tag name="KSO_WM_TEMPLATE_CATEGORY" val="diagram"/>
  <p:tag name="KSO_WM_TEMPLATE_INDEX" val="19882022"/>
  <p:tag name="KSO_WM_UNIT_ID" val="diagram19882022*l_h_f*1_7_2"/>
  <p:tag name="KSO_WM_DIAGRAM_GROUP_CODE" val="l1-1"/>
  <p:tag name="KSO_WM_TAG_VERSION" val="2.0"/>
  <p:tag name="KSO_WM_BEAUTIFY_FLAG" val="#wm#"/>
  <p:tag name="KSO_WM_DIAGRAM_VIRTUALLY_FRAME" val="{&quot;height&quot;:392.45,&quot;left&quot;:46.25,&quot;top&quot;:112,&quot;width&quot;:886}"/>
</p:tagLst>
</file>

<file path=ppt/tags/tag310.xml><?xml version="1.0" encoding="utf-8"?>
<p:tagLst xmlns:p="http://schemas.openxmlformats.org/presentationml/2006/main">
  <p:tag name="KSO_WM_UNIT_TEXT" val="不合格类型及处理措施"/>
  <p:tag name="KSO_WM_UNIT_INDEX" val="1"/>
  <p:tag name="KSO_WM_UNIT_TYPE" val="a"/>
  <p:tag name="KSO_WM_BEAUTIFY_FLAG" val="#wm#"/>
  <p:tag name="KSO_WM_UNIT_ID" val="_7*a*1"/>
  <p:tag name="KSO_WM_TAG_VERSION" val="3.0"/>
  <p:tag name="KSO_WM_UNIT_LAYERLEVEL" val="1"/>
  <p:tag name="KSO_WM_TEMPLATE_USER_THEME" val="1"/>
  <p:tag name="KSO_WM_UNIT_ISCONTENTSTITLE" val="0"/>
  <p:tag name="KSO_WM_UNIT_ISNUMDGMTITLE" val="0"/>
  <p:tag name="KSO_WM_UNIT_PRESET_TEXT_INDEX" val="-1"/>
  <p:tag name="KSO_WM_UNIT_PRESET_TEXT_LEN" val="0"/>
  <p:tag name="KSO_WM_UNIT_NOCLEAR" val="0"/>
  <p:tag name="KSO_WM_UNIT_HIGHLIGHT" val="0"/>
  <p:tag name="KSO_WM_UNIT_COMPATIBLE" val="0"/>
  <p:tag name="KSO_WM_UNIT_DIAGRAM_ISNUMVISUAL" val="0"/>
  <p:tag name="KSO_WM_UNIT_DIAGRAM_ISREFERUNIT" val="0"/>
</p:tagLst>
</file>

<file path=ppt/tags/tag311.xml><?xml version="1.0" encoding="utf-8"?>
<p:tagLst xmlns:p="http://schemas.openxmlformats.org/presentationml/2006/main">
  <p:tag name="KSO_WM_BEAUTIFY_FLAG" val="#wm#"/>
  <p:tag name="KSO_WM_SLIDE_ID" val="custom40494995_8"/>
  <p:tag name="KSO_WM_SLIDE_INDEX" val="8"/>
  <p:tag name="KSO_WM_SLIDE_ITEM_CNT" val="0"/>
  <p:tag name="KSO_WM_SLIDE_LAYOUT" val="a_f"/>
  <p:tag name="KSO_WM_SLIDE_LAYOUT_CNT" val="1_1"/>
  <p:tag name="KSO_WM_SLIDE_POSITION" val="54*28"/>
  <p:tag name="KSO_WM_SLIDE_SIZE" val="850*457"/>
  <p:tag name="KSO_WM_SLIDE_SUBTYPE" val="pureTxt"/>
  <p:tag name="KSO_WM_SLIDE_TYPE" val="text"/>
  <p:tag name="KSO_WM_TAG_VERSION" val="3.0"/>
  <p:tag name="KSO_WM_TEMPLATE_CATEGORY" val="custom"/>
  <p:tag name="KSO_WM_TEMPLATE_INDEX" val="40494995"/>
  <p:tag name="KSO_WM_TEMPLATE_JOB_ID" val="2"/>
  <p:tag name="KSO_WM_TEMPLATE_OUTLINE_ID" val="15"/>
  <p:tag name="KSO_WM_TEMPLATE_SCENE_ID" val="1"/>
  <p:tag name="KSO_WM_TEMPLATE_THUMBS_INDEX" val="1、6、10、14、20、26、27、28、29、31"/>
  <p:tag name="KSO_WM_TEMPLATE_TOPIC_DEFAULT" val="1"/>
  <p:tag name="KSO_WM_TEMPLATE_TOPIC_ID" val="2869567"/>
  <p:tag name="KSO_WM_TEMPLATE_USER_THEME" val="1"/>
  <p:tag name="KSO_WM_TEMPLATE_SUBCATEGORY" val="29"/>
  <p:tag name="KSO_WM_TEMPLATE_MASTER_TYPE" val="0"/>
  <p:tag name="KSO_WM_TEMPLATE_COLOR_TYPE" val="0"/>
</p:tagLst>
</file>

<file path=ppt/tags/tag312.xml><?xml version="1.0" encoding="utf-8"?>
<p:tagLst xmlns:p="http://schemas.openxmlformats.org/presentationml/2006/main">
  <p:tag name="KSO_WM_DIAGRAM_VIRTUALLY_FRAME" val="{&quot;height&quot;:369.75,&quot;left&quot;:67.6,&quot;top&quot;:121,&quot;width&quot;:817.6}"/>
  <p:tag name="KSO_WM_UNIT_INDEX" val="20"/>
  <p:tag name="KSO_WM_UNIT_TYPE" val="i"/>
  <p:tag name="KSO_WM_BEAUTIFY_FLAG" val="#wm#"/>
</p:tagLst>
</file>

<file path=ppt/tags/tag3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TYPE" val="f"/>
  <p:tag name="KSO_WM_UNIT_INDEX" val="1"/>
  <p:tag name="KSO_WM_UNIT_TEXT_LAYER_COUNT" val="1"/>
</p:tagLst>
</file>

<file path=ppt/tags/tag314.xml><?xml version="1.0" encoding="utf-8"?>
<p:tagLst xmlns:p="http://schemas.openxmlformats.org/presentationml/2006/main">
  <p:tag name="KSO_WM_DIAGRAM_VIRTUALLY_FRAME" val="{&quot;height&quot;:369.75,&quot;left&quot;:67.6,&quot;top&quot;:121,&quot;width&quot;:817.6}"/>
  <p:tag name="KSO_WM_UNIT_INDEX" val="16"/>
  <p:tag name="KSO_WM_UNIT_TYPE" val="i"/>
  <p:tag name="KSO_WM_BEAUTIFY_FLAG" val="#wm#"/>
</p:tagLst>
</file>

<file path=ppt/tags/tag315.xml><?xml version="1.0" encoding="utf-8"?>
<p:tagLst xmlns:p="http://schemas.openxmlformats.org/presentationml/2006/main">
  <p:tag name="KSO_WM_DIAGRAM_VIRTUALLY_FRAME" val="{&quot;height&quot;:369.75,&quot;left&quot;:67.6,&quot;top&quot;:121,&quot;width&quot;:817.6}"/>
</p:tagLst>
</file>

<file path=ppt/tags/tag316.xml><?xml version="1.0" encoding="utf-8"?>
<p:tagLst xmlns:p="http://schemas.openxmlformats.org/presentationml/2006/main">
  <p:tag name="KSO_WM_DIAGRAM_VIRTUALLY_FRAME" val="{&quot;height&quot;:369.75,&quot;left&quot;:67.6,&quot;top&quot;:121,&quot;width&quot;:817.6}"/>
  <p:tag name="KSO_WM_UNIT_INDEX" val="14"/>
  <p:tag name="KSO_WM_UNIT_TYPE" val="i"/>
  <p:tag name="KSO_WM_BEAUTIFY_FLAG" val="#wm#"/>
</p:tagLst>
</file>

<file path=ppt/tags/tag317.xml><?xml version="1.0" encoding="utf-8"?>
<p:tagLst xmlns:p="http://schemas.openxmlformats.org/presentationml/2006/main">
  <p:tag name="KSO_WM_DIAGRAM_VIRTUALLY_FRAME" val="{&quot;height&quot;:369.75,&quot;left&quot;:67.6,&quot;top&quot;:121,&quot;width&quot;:817.6}"/>
  <p:tag name="KSO_WM_UNIT_INDEX" val="17"/>
  <p:tag name="KSO_WM_UNIT_TYPE" val="f"/>
  <p:tag name="KSO_WM_UNIT_SUBTYPE" val="a"/>
  <p:tag name="KSO_WM_BEAUTIFY_FLAG" val="#wm#"/>
</p:tagLst>
</file>

<file path=ppt/tags/tag318.xml><?xml version="1.0" encoding="utf-8"?>
<p:tagLst xmlns:p="http://schemas.openxmlformats.org/presentationml/2006/main">
  <p:tag name="KSO_WM_DIAGRAM_VIRTUALLY_FRAME" val="{&quot;height&quot;:369.75,&quot;left&quot;:67.6,&quot;top&quot;:121,&quot;width&quot;:817.6}"/>
</p:tagLst>
</file>

<file path=ppt/tags/tag319.xml><?xml version="1.0" encoding="utf-8"?>
<p:tagLst xmlns:p="http://schemas.openxmlformats.org/presentationml/2006/main">
  <p:tag name="KSO_WM_DIAGRAM_VIRTUALLY_FRAME" val="{&quot;height&quot;:369.75,&quot;left&quot;:67.6,&quot;top&quot;:121,&quot;width&quot;:817.6}"/>
  <p:tag name="KSO_WM_UNIT_INDEX" val="15"/>
  <p:tag name="KSO_WM_UNIT_TYPE" val="i"/>
  <p:tag name="KSO_WM_BEAUTIFY_FLAG" val="#wm#"/>
</p:tagLst>
</file>

<file path=ppt/tags/tag320.xml><?xml version="1.0" encoding="utf-8"?>
<p:tagLst xmlns:p="http://schemas.openxmlformats.org/presentationml/2006/main">
  <p:tag name="KSO_WM_DIAGRAM_VIRTUALLY_FRAME" val="{&quot;height&quot;:369.75,&quot;left&quot;:67.6,&quot;top&quot;:121,&quot;width&quot;:817.6}"/>
  <p:tag name="KSO_WM_UNIT_INDEX" val="18"/>
  <p:tag name="KSO_WM_UNIT_TYPE" val="f"/>
  <p:tag name="KSO_WM_UNIT_SUBTYPE" val="a"/>
  <p:tag name="KSO_WM_BEAUTIFY_FLAG" val="#wm#"/>
</p:tagLst>
</file>

<file path=ppt/tags/tag321.xml><?xml version="1.0" encoding="utf-8"?>
<p:tagLst xmlns:p="http://schemas.openxmlformats.org/presentationml/2006/main">
  <p:tag name="KSO_WM_DIAGRAM_VIRTUALLY_FRAME" val="{&quot;height&quot;:369.75,&quot;left&quot;:67.6,&quot;top&quot;:121,&quot;width&quot;:817.6}"/>
</p:tagLst>
</file>

<file path=ppt/tags/tag322.xml><?xml version="1.0" encoding="utf-8"?>
<p:tagLst xmlns:p="http://schemas.openxmlformats.org/presentationml/2006/main">
  <p:tag name="KSO_WM_DIAGRAM_VIRTUALLY_FRAME" val="{&quot;height&quot;:369.75,&quot;left&quot;:67.6,&quot;top&quot;:121,&quot;width&quot;:817.6}"/>
  <p:tag name="KSO_WM_UNIT_INDEX" val="21"/>
  <p:tag name="KSO_WM_UNIT_TYPE" val="i"/>
  <p:tag name="KSO_WM_BEAUTIFY_FLAG" val="#wm#"/>
</p:tagLst>
</file>

<file path=ppt/tags/tag323.xml><?xml version="1.0" encoding="utf-8"?>
<p:tagLst xmlns:p="http://schemas.openxmlformats.org/presentationml/2006/main">
  <p:tag name="KSO_WM_DIAGRAM_VIRTUALLY_FRAME" val="{&quot;height&quot;:369.75,&quot;left&quot;:67.6,&quot;top&quot;:121,&quot;width&quot;:817.6}"/>
  <p:tag name="KSO_WM_UNIT_INDEX" val="24"/>
  <p:tag name="KSO_WM_UNIT_TYPE" val="f"/>
  <p:tag name="KSO_WM_UNIT_SUBTYPE" val="a"/>
  <p:tag name="KSO_WM_BEAUTIFY_FLAG" val="#wm#"/>
</p:tagLst>
</file>

<file path=ppt/tags/tag324.xml><?xml version="1.0" encoding="utf-8"?>
<p:tagLst xmlns:p="http://schemas.openxmlformats.org/presentationml/2006/main">
  <p:tag name="KSO_WM_DIAGRAM_VIRTUALLY_FRAME" val="{&quot;height&quot;:369.75,&quot;left&quot;:67.6,&quot;top&quot;:121,&quot;width&quot;:817.6}"/>
</p:tagLst>
</file>

<file path=ppt/tags/tag325.xml><?xml version="1.0" encoding="utf-8"?>
<p:tagLst xmlns:p="http://schemas.openxmlformats.org/presentationml/2006/main">
  <p:tag name="KSO_WM_DIAGRAM_VIRTUALLY_FRAME" val="{&quot;height&quot;:369.75,&quot;left&quot;:67.6,&quot;top&quot;:121,&quot;width&quot;:817.6}"/>
  <p:tag name="KSO_WM_UNIT_INDEX" val="22"/>
  <p:tag name="KSO_WM_UNIT_TYPE" val="i"/>
  <p:tag name="KSO_WM_BEAUTIFY_FLAG" val="#wm#"/>
</p:tagLst>
</file>

<file path=ppt/tags/tag326.xml><?xml version="1.0" encoding="utf-8"?>
<p:tagLst xmlns:p="http://schemas.openxmlformats.org/presentationml/2006/main">
  <p:tag name="KSO_WM_DIAGRAM_VIRTUALLY_FRAME" val="{&quot;height&quot;:369.75,&quot;left&quot;:67.6,&quot;top&quot;:121,&quot;width&quot;:817.6}"/>
  <p:tag name="KSO_WM_UNIT_INDEX" val="25"/>
  <p:tag name="KSO_WM_UNIT_TYPE" val="f"/>
  <p:tag name="KSO_WM_UNIT_SUBTYPE" val="a"/>
  <p:tag name="KSO_WM_BEAUTIFY_FLAG" val="#wm#"/>
</p:tagLst>
</file>

<file path=ppt/tags/tag327.xml><?xml version="1.0" encoding="utf-8"?>
<p:tagLst xmlns:p="http://schemas.openxmlformats.org/presentationml/2006/main">
  <p:tag name="KSO_WM_DIAGRAM_VIRTUALLY_FRAME" val="{&quot;height&quot;:369.75,&quot;left&quot;:67.6,&quot;top&quot;:121,&quot;width&quot;:817.6}"/>
  <p:tag name="KSO_WM_UNIT_INDEX" val="31"/>
  <p:tag name="KSO_WM_UNIT_TYPE" val="f"/>
  <p:tag name="KSO_WM_UNIT_SUBTYPE" val="a"/>
  <p:tag name="KSO_WM_BEAUTIFY_FLAG" val="#wm#"/>
</p:tagLst>
</file>

<file path=ppt/tags/tag328.xml><?xml version="1.0" encoding="utf-8"?>
<p:tagLst xmlns:p="http://schemas.openxmlformats.org/presentationml/2006/main">
  <p:tag name="KSO_WM_DIAGRAM_VIRTUALLY_FRAME" val="{&quot;height&quot;:369.75,&quot;left&quot;:67.6,&quot;top&quot;:121,&quot;width&quot;:817.6}"/>
  <p:tag name="KSO_WM_UNIT_INDEX" val="29"/>
  <p:tag name="KSO_WM_UNIT_TYPE" val="f"/>
  <p:tag name="KSO_WM_UNIT_SUBTYPE" val="a"/>
  <p:tag name="KSO_WM_BEAUTIFY_FLAG" val="#wm#"/>
</p:tagLst>
</file>

<file path=ppt/tags/tag329.xml><?xml version="1.0" encoding="utf-8"?>
<p:tagLst xmlns:p="http://schemas.openxmlformats.org/presentationml/2006/main">
  <p:tag name="KSO_WM_DIAGRAM_VIRTUALLY_FRAME" val="{&quot;height&quot;:369.75,&quot;left&quot;:67.6,&quot;top&quot;:121,&quot;width&quot;:817.6}"/>
  <p:tag name="KSO_WM_UNIT_INDEX" val="27"/>
  <p:tag name="KSO_WM_UNIT_TYPE" val="f"/>
  <p:tag name="KSO_WM_UNIT_SUBTYPE" val="a"/>
  <p:tag name="KSO_WM_BEAUTIFY_FLAG" val="#wm#"/>
</p:tagLst>
</file>

<file path=ppt/tags/tag330.xml><?xml version="1.0" encoding="utf-8"?>
<p:tagLst xmlns:p="http://schemas.openxmlformats.org/presentationml/2006/main">
  <p:tag name="KSO_WM_DIAGRAM_VIRTUALLY_FRAME" val="{&quot;height&quot;:369.75,&quot;left&quot;:67.6,&quot;top&quot;:121,&quot;width&quot;:817.6}"/>
  <p:tag name="KSO_WM_UNIT_INDEX" val="8"/>
  <p:tag name="KSO_WM_UNIT_TYPE" val="f"/>
  <p:tag name="KSO_WM_UNIT_SUBTYPE" val="a"/>
  <p:tag name="KSO_WM_BEAUTIFY_FLAG" val="#wm#"/>
</p:tagLst>
</file>

<file path=ppt/tags/tag331.xml><?xml version="1.0" encoding="utf-8"?>
<p:tagLst xmlns:p="http://schemas.openxmlformats.org/presentationml/2006/main">
  <p:tag name="KSO_WM_DIAGRAM_VIRTUALLY_FRAME" val="{&quot;height&quot;:369.75,&quot;left&quot;:67.6,&quot;top&quot;:121,&quot;width&quot;:817.6}"/>
  <p:tag name="KSO_WM_UNIT_INDEX" val="13"/>
  <p:tag name="KSO_WM_UNIT_TYPE" val="f"/>
  <p:tag name="KSO_WM_UNIT_SUBTYPE" val="a"/>
  <p:tag name="KSO_WM_BEAUTIFY_FLAG" val="#wm#"/>
</p:tagLst>
</file>

<file path=ppt/tags/tag332.xml><?xml version="1.0" encoding="utf-8"?>
<p:tagLst xmlns:p="http://schemas.openxmlformats.org/presentationml/2006/main">
  <p:tag name="KSO_WM_DIAGRAM_VIRTUALLY_FRAME" val="{&quot;height&quot;:369.75,&quot;left&quot;:67.6,&quot;top&quot;:121,&quot;width&quot;:817.6}"/>
  <p:tag name="KSO_WM_UNIT_INDEX" val="10"/>
  <p:tag name="KSO_WM_UNIT_TYPE" val="f"/>
  <p:tag name="KSO_WM_UNIT_SUBTYPE" val="a"/>
  <p:tag name="KSO_WM_BEAUTIFY_FLAG" val="#wm#"/>
</p:tagLst>
</file>

<file path=ppt/tags/tag333.xml><?xml version="1.0" encoding="utf-8"?>
<p:tagLst xmlns:p="http://schemas.openxmlformats.org/presentationml/2006/main">
  <p:tag name="KSO_WM_DIAGRAM_VIRTUALLY_FRAME" val="{&quot;height&quot;:369.75,&quot;left&quot;:67.6,&quot;top&quot;:121,&quot;width&quot;:817.6}"/>
  <p:tag name="KSO_WM_UNIT_INDEX" val="23"/>
  <p:tag name="KSO_WM_UNIT_TYPE" val="f"/>
  <p:tag name="KSO_WM_UNIT_SUBTYPE" val="a"/>
  <p:tag name="KSO_WM_BEAUTIFY_FLAG" val="#wm#"/>
</p:tagLst>
</file>

<file path=ppt/tags/tag334.xml><?xml version="1.0" encoding="utf-8"?>
<p:tagLst xmlns:p="http://schemas.openxmlformats.org/presentationml/2006/main">
  <p:tag name="KSO_WM_DIAGRAM_VIRTUALLY_FRAME" val="{&quot;height&quot;:369.75,&quot;left&quot;:67.6,&quot;top&quot;:121,&quot;width&quot;:817.6}"/>
  <p:tag name="KSO_WM_UNIT_INDEX" val="19"/>
  <p:tag name="KSO_WM_UNIT_TYPE" val="f"/>
  <p:tag name="KSO_WM_UNIT_SUBTYPE" val="a"/>
  <p:tag name="KSO_WM_BEAUTIFY_FLAG" val="#wm#"/>
</p:tagLst>
</file>

<file path=ppt/tags/tag335.xml><?xml version="1.0" encoding="utf-8"?>
<p:tagLst xmlns:p="http://schemas.openxmlformats.org/presentationml/2006/main">
  <p:tag name="KSO_WM_UNIT_INDEX" val="33"/>
  <p:tag name="KSO_WM_UNIT_TYPE" val="i"/>
  <p:tag name="KSO_WM_UNIT_SUBTYPE" val="h"/>
  <p:tag name="KSO_WM_BEAUTIFY_FLAG" val="#wm#"/>
</p:tagLst>
</file>

<file path=ppt/tags/tag336.xml><?xml version="1.0" encoding="utf-8"?>
<p:tagLst xmlns:p="http://schemas.openxmlformats.org/presentationml/2006/main">
  <p:tag name="KSO_WM_UNIT_INDEX" val="34"/>
  <p:tag name="KSO_WM_UNIT_TYPE" val="i"/>
  <p:tag name="KSO_WM_UNIT_SUBTYPE" val="h"/>
  <p:tag name="KSO_WM_BEAUTIFY_FLAG" val="#wm#"/>
</p:tagLst>
</file>

<file path=ppt/tags/tag337.xml><?xml version="1.0" encoding="utf-8"?>
<p:tagLst xmlns:p="http://schemas.openxmlformats.org/presentationml/2006/main">
  <p:tag name="KSO_WM_UNIT_INDEX" val="35"/>
  <p:tag name="KSO_WM_UNIT_TYPE" val="i"/>
  <p:tag name="KSO_WM_UNIT_SUBTYPE" val="h"/>
  <p:tag name="KSO_WM_BEAUTIFY_FLAG" val="#wm#"/>
</p:tagLst>
</file>

<file path=ppt/tags/tag338.xml><?xml version="1.0" encoding="utf-8"?>
<p:tagLst xmlns:p="http://schemas.openxmlformats.org/presentationml/2006/main">
  <p:tag name="KSO_WM_UNIT_INDEX" val="36"/>
  <p:tag name="KSO_WM_UNIT_TYPE" val="i"/>
  <p:tag name="KSO_WM_UNIT_SUBTYPE" val="h"/>
  <p:tag name="KSO_WM_BEAUTIFY_FLAG" val="#wm#"/>
</p:tagLst>
</file>

<file path=ppt/tags/tag339.xml><?xml version="1.0" encoding="utf-8"?>
<p:tagLst xmlns:p="http://schemas.openxmlformats.org/presentationml/2006/main">
  <p:tag name="KSO_WM_UNIT_INDEX" val="11"/>
  <p:tag name="KSO_WM_UNIT_TYPE" val="f"/>
  <p:tag name="KSO_WM_UNIT_SUBTYPE" val="a"/>
  <p:tag name="KSO_WM_BEAUTIFY_FLAG" val="#wm#"/>
</p:tagLst>
</file>

<file path=ppt/tags/tag340.xml><?xml version="1.0" encoding="utf-8"?>
<p:tagLst xmlns:p="http://schemas.openxmlformats.org/presentationml/2006/main">
  <p:tag name="KSO_WM_UNIT_TEXT" val="不合格类型及处理措施"/>
  <p:tag name="KSO_WM_UNIT_INDEX" val="1"/>
  <p:tag name="KSO_WM_UNIT_TYPE" val="a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</p:tagLst>
</file>

<file path=ppt/tags/tag341.xml><?xml version="1.0" encoding="utf-8"?>
<p:tagLst xmlns:p="http://schemas.openxmlformats.org/presentationml/2006/main">
  <p:tag name="KSO_WM_BEAUTIFY_FLAG" val="#wm#"/>
  <p:tag name="KSO_WM_SLIDE_ID" val="custom40494995_8"/>
  <p:tag name="KSO_WM_SLIDE_INDEX" val="8"/>
  <p:tag name="KSO_WM_SLIDE_ITEM_CNT" val="0"/>
  <p:tag name="KSO_WM_SLIDE_LAYOUT" val="a_f"/>
  <p:tag name="KSO_WM_SLIDE_LAYOUT_CNT" val="1_1"/>
  <p:tag name="KSO_WM_SLIDE_POSITION" val="54*28"/>
  <p:tag name="KSO_WM_SLIDE_SIZE" val="850*457"/>
  <p:tag name="KSO_WM_SLIDE_SUBTYPE" val="pureTxt"/>
  <p:tag name="KSO_WM_SLIDE_TYPE" val="text"/>
  <p:tag name="KSO_WM_TAG_VERSION" val="3.0"/>
  <p:tag name="KSO_WM_TEMPLATE_CATEGORY" val="custom"/>
  <p:tag name="KSO_WM_TEMPLATE_INDEX" val="40494995"/>
  <p:tag name="KSO_WM_TEMPLATE_JOB_ID" val="2"/>
  <p:tag name="KSO_WM_TEMPLATE_OUTLINE_ID" val="15"/>
  <p:tag name="KSO_WM_TEMPLATE_SCENE_ID" val="1"/>
  <p:tag name="KSO_WM_TEMPLATE_THUMBS_INDEX" val="1、6、10、14、20、26、27、28、29、31"/>
  <p:tag name="KSO_WM_TEMPLATE_TOPIC_DEFAULT" val="1"/>
  <p:tag name="KSO_WM_TEMPLATE_TOPIC_ID" val="2869567"/>
  <p:tag name="KSO_WM_TEMPLATE_USER_THEME" val="1"/>
  <p:tag name="KSO_WM_TEMPLATE_SUBCATEGORY" val="29"/>
  <p:tag name="KSO_WM_TEMPLATE_MASTER_TYPE" val="0"/>
  <p:tag name="KSO_WM_TEMPLATE_COLOR_TYPE" val="0"/>
</p:tagLst>
</file>

<file path=ppt/tags/tag342.xml><?xml version="1.0" encoding="utf-8"?>
<p:tagLst xmlns:p="http://schemas.openxmlformats.org/presentationml/2006/main">
  <p:tag name="MH" val="20151201112552"/>
  <p:tag name="MH_LIBRARY" val="GRAPHIC"/>
  <p:tag name="MH_ORDER" val="6"/>
  <p:tag name="MH_TYPE" val="Other"/>
  <p:tag name="KSO_WM_UNIT_INDEX" val="15"/>
  <p:tag name="KSO_WM_UNIT_TYPE" val="i"/>
  <p:tag name="KSO_WM_BEAUTIFY_FLAG" val="#wm#"/>
</p:tagLst>
</file>

<file path=ppt/tags/tag3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TYPE" val="f"/>
  <p:tag name="KSO_WM_UNIT_INDEX" val="1"/>
  <p:tag name="KSO_WM_UNIT_TEXT_LAYER_COUNT" val="1"/>
</p:tagLst>
</file>

<file path=ppt/tags/tag344.xml><?xml version="1.0" encoding="utf-8"?>
<p:tagLst xmlns:p="http://schemas.openxmlformats.org/presentationml/2006/main">
  <p:tag name="MH" val="20151201112552"/>
  <p:tag name="MH_LIBRARY" val="GRAPHIC"/>
  <p:tag name="MH_ORDER" val="8"/>
  <p:tag name="MH_TYPE" val="Other"/>
  <p:tag name="KSO_WM_UNIT_INDEX" val="10"/>
  <p:tag name="KSO_WM_UNIT_TYPE" val="i"/>
  <p:tag name="KSO_WM_BEAUTIFY_FLAG" val="#wm#"/>
</p:tagLst>
</file>

<file path=ppt/tags/tag345.xml><?xml version="1.0" encoding="utf-8"?>
<p:tagLst xmlns:p="http://schemas.openxmlformats.org/presentationml/2006/main">
  <p:tag name="MH" val="20151201112552"/>
  <p:tag name="MH_LIBRARY" val="GRAPHIC"/>
  <p:tag name="MH_ORDER" val="10"/>
  <p:tag name="MH_TYPE" val="Other"/>
  <p:tag name="KSO_WM_UNIT_INDEX" val="20"/>
  <p:tag name="KSO_WM_UNIT_TYPE" val="i"/>
  <p:tag name="KSO_WM_BEAUTIFY_FLAG" val="#wm#"/>
</p:tagLst>
</file>

<file path=ppt/tags/tag346.xml><?xml version="1.0" encoding="utf-8"?>
<p:tagLst xmlns:p="http://schemas.openxmlformats.org/presentationml/2006/main">
  <p:tag name="MH" val="20151201112552"/>
  <p:tag name="MH_LIBRARY" val="GRAPHIC"/>
  <p:tag name="MH_ORDER" val="12"/>
  <p:tag name="MH_TYPE" val="Other"/>
  <p:tag name="KSO_WM_UNIT_INDEX" val="19"/>
  <p:tag name="KSO_WM_UNIT_TYPE" val="i"/>
  <p:tag name="KSO_WM_BEAUTIFY_FLAG" val="#wm#"/>
</p:tagLst>
</file>

<file path=ppt/tags/tag347.xml><?xml version="1.0" encoding="utf-8"?>
<p:tagLst xmlns:p="http://schemas.openxmlformats.org/presentationml/2006/main">
  <p:tag name="MH" val="20151104112100"/>
  <p:tag name="MH_LIBRARY" val="GRAPHIC"/>
  <p:tag name="MH_ORDER" val="1"/>
  <p:tag name="MH_TYPE" val="Text"/>
  <p:tag name="KSO_WM_UNIT_INDEX" val="17"/>
  <p:tag name="KSO_WM_UNIT_TYPE" val="f"/>
  <p:tag name="KSO_WM_UNIT_SUBTYPE" val="a"/>
  <p:tag name="KSO_WM_BEAUTIFY_FLAG" val="#wm#"/>
</p:tagLst>
</file>

<file path=ppt/tags/tag348.xml><?xml version="1.0" encoding="utf-8"?>
<p:tagLst xmlns:p="http://schemas.openxmlformats.org/presentationml/2006/main">
  <p:tag name="MH" val="20151104112100"/>
  <p:tag name="MH_LIBRARY" val="GRAPHIC"/>
  <p:tag name="MH_ORDER" val="1"/>
  <p:tag name="MH_TYPE" val="Text"/>
  <p:tag name="KSO_WM_UNIT_INDEX" val="28"/>
  <p:tag name="KSO_WM_UNIT_TYPE" val="f"/>
  <p:tag name="KSO_WM_UNIT_SUBTYPE" val="a"/>
  <p:tag name="KSO_WM_BEAUTIFY_FLAG" val="#wm#"/>
</p:tagLst>
</file>

<file path=ppt/tags/tag349.xml><?xml version="1.0" encoding="utf-8"?>
<p:tagLst xmlns:p="http://schemas.openxmlformats.org/presentationml/2006/main">
  <p:tag name="MH" val="20151104112100"/>
  <p:tag name="MH_LIBRARY" val="GRAPHIC"/>
  <p:tag name="MH_ORDER" val="1"/>
  <p:tag name="MH_TYPE" val="Text"/>
  <p:tag name="KSO_WM_UNIT_INDEX" val="30"/>
  <p:tag name="KSO_WM_UNIT_TYPE" val="f"/>
  <p:tag name="KSO_WM_UNIT_SUBTYPE" val="a"/>
  <p:tag name="KSO_WM_BEAUTIFY_FLAG" val="#wm#"/>
</p:tagLst>
</file>

<file path=ppt/tags/tag350.xml><?xml version="1.0" encoding="utf-8"?>
<p:tagLst xmlns:p="http://schemas.openxmlformats.org/presentationml/2006/main">
  <p:tag name="MH" val="20151104112100"/>
  <p:tag name="MH_LIBRARY" val="GRAPHIC"/>
  <p:tag name="MH_ORDER" val="1"/>
  <p:tag name="MH_TYPE" val="Text"/>
  <p:tag name="KSO_WM_UNIT_INDEX" val="9"/>
  <p:tag name="KSO_WM_UNIT_TYPE" val="f"/>
  <p:tag name="KSO_WM_UNIT_SUBTYPE" val="a"/>
  <p:tag name="KSO_WM_BEAUTIFY_FLAG" val="#wm#"/>
</p:tagLst>
</file>

<file path=ppt/tags/tag351.xml><?xml version="1.0" encoding="utf-8"?>
<p:tagLst xmlns:p="http://schemas.openxmlformats.org/presentationml/2006/main">
  <p:tag name="MH" val="20160203101803"/>
  <p:tag name="MH_LIBRARY" val="GRAPHIC"/>
  <p:tag name="MH_ORDER" val="2"/>
  <p:tag name="MH_TYPE" val="Other"/>
  <p:tag name="KSO_WM_UNIT_INDEX" val="6"/>
  <p:tag name="KSO_WM_UNIT_TYPE" val="i"/>
  <p:tag name="KSO_WM_BEAUTIFY_FLAG" val="#wm#"/>
</p:tagLst>
</file>

<file path=ppt/tags/tag352.xml><?xml version="1.0" encoding="utf-8"?>
<p:tagLst xmlns:p="http://schemas.openxmlformats.org/presentationml/2006/main">
  <p:tag name="MH" val="20160203101803"/>
  <p:tag name="MH_LIBRARY" val="GRAPHIC"/>
  <p:tag name="MH_ORDER" val="1"/>
  <p:tag name="MH_TYPE" val="Title"/>
  <p:tag name="KSO_WM_UNIT_INDEX" val="8"/>
  <p:tag name="KSO_WM_UNIT_TYPE" val="f"/>
  <p:tag name="KSO_WM_UNIT_SUBTYPE" val="a"/>
  <p:tag name="KSO_WM_BEAUTIFY_FLAG" val="#wm#"/>
</p:tagLst>
</file>

<file path=ppt/tags/tag353.xml><?xml version="1.0" encoding="utf-8"?>
<p:tagLst xmlns:p="http://schemas.openxmlformats.org/presentationml/2006/main">
  <p:tag name="MH" val="20160203101803"/>
  <p:tag name="MH_LIBRARY" val="GRAPHIC"/>
  <p:tag name="MH_ORDER" val="2"/>
  <p:tag name="MH_TYPE" val="Other"/>
  <p:tag name="KSO_WM_UNIT_INDEX" val="24"/>
  <p:tag name="KSO_WM_UNIT_TYPE" val="i"/>
  <p:tag name="KSO_WM_BEAUTIFY_FLAG" val="#wm#"/>
</p:tagLst>
</file>

<file path=ppt/tags/tag354.xml><?xml version="1.0" encoding="utf-8"?>
<p:tagLst xmlns:p="http://schemas.openxmlformats.org/presentationml/2006/main">
  <p:tag name="MH" val="20160203101803"/>
  <p:tag name="MH_LIBRARY" val="GRAPHIC"/>
  <p:tag name="MH_ORDER" val="1"/>
  <p:tag name="MH_TYPE" val="Title"/>
  <p:tag name="KSO_WM_UNIT_INDEX" val="26"/>
  <p:tag name="KSO_WM_UNIT_TYPE" val="f"/>
  <p:tag name="KSO_WM_UNIT_SUBTYPE" val="a"/>
  <p:tag name="KSO_WM_BEAUTIFY_FLAG" val="#wm#"/>
</p:tagLst>
</file>

<file path=ppt/tags/tag355.xml><?xml version="1.0" encoding="utf-8"?>
<p:tagLst xmlns:p="http://schemas.openxmlformats.org/presentationml/2006/main">
  <p:tag name="MH" val="20160203101803"/>
  <p:tag name="MH_LIBRARY" val="GRAPHIC"/>
  <p:tag name="MH_ORDER" val="2"/>
  <p:tag name="MH_TYPE" val="Other"/>
  <p:tag name="KSO_WM_UNIT_INDEX" val="11"/>
  <p:tag name="KSO_WM_UNIT_TYPE" val="i"/>
  <p:tag name="KSO_WM_BEAUTIFY_FLAG" val="#wm#"/>
</p:tagLst>
</file>

<file path=ppt/tags/tag356.xml><?xml version="1.0" encoding="utf-8"?>
<p:tagLst xmlns:p="http://schemas.openxmlformats.org/presentationml/2006/main">
  <p:tag name="MH" val="20160203101803"/>
  <p:tag name="MH_LIBRARY" val="GRAPHIC"/>
  <p:tag name="MH_ORDER" val="1"/>
  <p:tag name="MH_TYPE" val="Title"/>
  <p:tag name="KSO_WM_UNIT_INDEX" val="12"/>
  <p:tag name="KSO_WM_UNIT_TYPE" val="f"/>
  <p:tag name="KSO_WM_UNIT_SUBTYPE" val="a"/>
  <p:tag name="KSO_WM_BEAUTIFY_FLAG" val="#wm#"/>
</p:tagLst>
</file>

<file path=ppt/tags/tag357.xml><?xml version="1.0" encoding="utf-8"?>
<p:tagLst xmlns:p="http://schemas.openxmlformats.org/presentationml/2006/main">
  <p:tag name="MH" val="20160203101803"/>
  <p:tag name="MH_LIBRARY" val="GRAPHIC"/>
  <p:tag name="MH_ORDER" val="2"/>
  <p:tag name="MH_TYPE" val="Other"/>
  <p:tag name="KSO_WM_UNIT_INDEX" val="18"/>
  <p:tag name="KSO_WM_UNIT_TYPE" val="i"/>
  <p:tag name="KSO_WM_BEAUTIFY_FLAG" val="#wm#"/>
</p:tagLst>
</file>

<file path=ppt/tags/tag358.xml><?xml version="1.0" encoding="utf-8"?>
<p:tagLst xmlns:p="http://schemas.openxmlformats.org/presentationml/2006/main">
  <p:tag name="MH" val="20160203101803"/>
  <p:tag name="MH_LIBRARY" val="GRAPHIC"/>
  <p:tag name="MH_ORDER" val="1"/>
  <p:tag name="MH_TYPE" val="Title"/>
  <p:tag name="KSO_WM_UNIT_INDEX" val="21"/>
  <p:tag name="KSO_WM_UNIT_TYPE" val="f"/>
  <p:tag name="KSO_WM_UNIT_SUBTYPE" val="a"/>
  <p:tag name="KSO_WM_BEAUTIFY_FLAG" val="#wm#"/>
</p:tagLst>
</file>

<file path=ppt/tags/tag359.xml><?xml version="1.0" encoding="utf-8"?>
<p:tagLst xmlns:p="http://schemas.openxmlformats.org/presentationml/2006/main">
  <p:tag name="MH" val="20151201112552"/>
  <p:tag name="MH_LIBRARY" val="GRAPHIC"/>
  <p:tag name="MH_ORDER" val="1"/>
  <p:tag name="MH_TYPE" val="Other"/>
  <p:tag name="KSO_WM_UNIT_INDEX" val="23"/>
  <p:tag name="KSO_WM_UNIT_TYPE" val="i"/>
  <p:tag name="KSO_WM_BEAUTIFY_FLAG" val="#wm#"/>
</p:tagLst>
</file>

<file path=ppt/tags/tag360.xml><?xml version="1.0" encoding="utf-8"?>
<p:tagLst xmlns:p="http://schemas.openxmlformats.org/presentationml/2006/main">
  <p:tag name="MH" val="20151201112552"/>
  <p:tag name="MH_LIBRARY" val="GRAPHIC"/>
  <p:tag name="MH_ORDER" val="2"/>
  <p:tag name="MH_TYPE" val="Other"/>
  <p:tag name="KSO_WM_UNIT_INDEX" val="27"/>
  <p:tag name="KSO_WM_UNIT_TYPE" val="i"/>
  <p:tag name="KSO_WM_BEAUTIFY_FLAG" val="#wm#"/>
</p:tagLst>
</file>

<file path=ppt/tags/tag361.xml><?xml version="1.0" encoding="utf-8"?>
<p:tagLst xmlns:p="http://schemas.openxmlformats.org/presentationml/2006/main">
  <p:tag name="MH" val="20151201112552"/>
  <p:tag name="MH_LIBRARY" val="GRAPHIC"/>
  <p:tag name="MH_ORDER" val="3"/>
  <p:tag name="MH_TYPE" val="Other"/>
  <p:tag name="KSO_WM_UNIT_INDEX" val="29"/>
  <p:tag name="KSO_WM_UNIT_TYPE" val="i"/>
  <p:tag name="KSO_WM_BEAUTIFY_FLAG" val="#wm#"/>
</p:tagLst>
</file>

<file path=ppt/tags/tag362.xml><?xml version="1.0" encoding="utf-8"?>
<p:tagLst xmlns:p="http://schemas.openxmlformats.org/presentationml/2006/main">
  <p:tag name="MH" val="20151201112552"/>
  <p:tag name="MH_LIBRARY" val="GRAPHIC"/>
  <p:tag name="MH_ORDER" val="4"/>
  <p:tag name="MH_TYPE" val="Other"/>
  <p:tag name="KSO_WM_UNIT_INDEX" val="31"/>
  <p:tag name="KSO_WM_UNIT_TYPE" val="i"/>
  <p:tag name="KSO_WM_BEAUTIFY_FLAG" val="#wm#"/>
</p:tagLst>
</file>

<file path=ppt/tags/tag363.xml><?xml version="1.0" encoding="utf-8"?>
<p:tagLst xmlns:p="http://schemas.openxmlformats.org/presentationml/2006/main">
  <p:tag name="MH" val="20151201112552"/>
  <p:tag name="MH_LIBRARY" val="GRAPHIC"/>
  <p:tag name="MH_ORDER" val="1"/>
  <p:tag name="MH_TYPE" val="Title"/>
  <p:tag name="KSO_WM_UNIT_INDEX" val="14"/>
  <p:tag name="KSO_WM_UNIT_TYPE" val="i"/>
  <p:tag name="KSO_WM_BEAUTIFY_FLAG" val="#wm#"/>
</p:tagLst>
</file>

<file path=ppt/tags/tag364.xml><?xml version="1.0" encoding="utf-8"?>
<p:tagLst xmlns:p="http://schemas.openxmlformats.org/presentationml/2006/main">
  <p:tag name="MH" val="20160202215101"/>
  <p:tag name="MH_LIBRARY" val="GRAPHIC"/>
  <p:tag name="MH_ORDER" val="9"/>
  <p:tag name="MH_TYPE" val="Other"/>
  <p:tag name="KSO_WM_UNIT_INDEX" val="16"/>
  <p:tag name="KSO_WM_UNIT_TYPE" val="f"/>
  <p:tag name="KSO_WM_UNIT_SUBTYPE" val="a"/>
  <p:tag name="KSO_WM_BEAUTIFY_FLAG" val="#wm#"/>
</p:tagLst>
</file>

<file path=ppt/tags/tag365.xml><?xml version="1.0" encoding="utf-8"?>
<p:tagLst xmlns:p="http://schemas.openxmlformats.org/presentationml/2006/main">
  <p:tag name="KSO_WM_UNIT_INDEX" val="33"/>
  <p:tag name="KSO_WM_UNIT_TYPE" val="i"/>
  <p:tag name="KSO_WM_UNIT_SUBTYPE" val="h"/>
  <p:tag name="KSO_WM_BEAUTIFY_FLAG" val="#wm#"/>
</p:tagLst>
</file>

<file path=ppt/tags/tag366.xml><?xml version="1.0" encoding="utf-8"?>
<p:tagLst xmlns:p="http://schemas.openxmlformats.org/presentationml/2006/main">
  <p:tag name="KSO_WM_UNIT_INDEX" val="34"/>
  <p:tag name="KSO_WM_UNIT_TYPE" val="i"/>
  <p:tag name="KSO_WM_UNIT_SUBTYPE" val="h"/>
  <p:tag name="KSO_WM_BEAUTIFY_FLAG" val="#wm#"/>
</p:tagLst>
</file>

<file path=ppt/tags/tag367.xml><?xml version="1.0" encoding="utf-8"?>
<p:tagLst xmlns:p="http://schemas.openxmlformats.org/presentationml/2006/main">
  <p:tag name="KSO_WM_UNIT_INDEX" val="35"/>
  <p:tag name="KSO_WM_UNIT_TYPE" val="i"/>
  <p:tag name="KSO_WM_UNIT_SUBTYPE" val="h"/>
  <p:tag name="KSO_WM_BEAUTIFY_FLAG" val="#wm#"/>
</p:tagLst>
</file>

<file path=ppt/tags/tag368.xml><?xml version="1.0" encoding="utf-8"?>
<p:tagLst xmlns:p="http://schemas.openxmlformats.org/presentationml/2006/main">
  <p:tag name="KSO_WM_UNIT_INDEX" val="36"/>
  <p:tag name="KSO_WM_UNIT_TYPE" val="i"/>
  <p:tag name="KSO_WM_UNIT_SUBTYPE" val="h"/>
  <p:tag name="KSO_WM_BEAUTIFY_FLAG" val="#wm#"/>
</p:tagLst>
</file>

<file path=ppt/tags/tag369.xml><?xml version="1.0" encoding="utf-8"?>
<p:tagLst xmlns:p="http://schemas.openxmlformats.org/presentationml/2006/main">
  <p:tag name="KSO_WM_UNIT_INDEX" val="13"/>
  <p:tag name="KSO_WM_UNIT_TYPE" val="f"/>
  <p:tag name="KSO_WM_UNIT_SUBTYPE" val="a"/>
  <p:tag name="KSO_WM_BEAUTIFY_FLAG" val="#wm#"/>
</p:tagLst>
</file>

<file path=ppt/tags/tag370.xml><?xml version="1.0" encoding="utf-8"?>
<p:tagLst xmlns:p="http://schemas.openxmlformats.org/presentationml/2006/main">
  <p:tag name="KSO_WM_UNIT_INDEX" val="7"/>
  <p:tag name="KSO_WM_UNIT_TYPE" val="f"/>
  <p:tag name="KSO_WM_UNIT_SUBTYPE" val="a"/>
  <p:tag name="KSO_WM_BEAUTIFY_FLAG" val="#wm#"/>
</p:tagLst>
</file>

<file path=ppt/tags/tag371.xml><?xml version="1.0" encoding="utf-8"?>
<p:tagLst xmlns:p="http://schemas.openxmlformats.org/presentationml/2006/main">
  <p:tag name="KSO_WM_UNIT_INDEX" val="22"/>
  <p:tag name="KSO_WM_UNIT_TYPE" val="f"/>
  <p:tag name="KSO_WM_UNIT_SUBTYPE" val="a"/>
  <p:tag name="KSO_WM_BEAUTIFY_FLAG" val="#wm#"/>
</p:tagLst>
</file>

<file path=ppt/tags/tag372.xml><?xml version="1.0" encoding="utf-8"?>
<p:tagLst xmlns:p="http://schemas.openxmlformats.org/presentationml/2006/main">
  <p:tag name="KSO_WM_UNIT_INDEX" val="25"/>
  <p:tag name="KSO_WM_UNIT_TYPE" val="f"/>
  <p:tag name="KSO_WM_UNIT_SUBTYPE" val="a"/>
  <p:tag name="KSO_WM_BEAUTIFY_FLAG" val="#wm#"/>
</p:tagLst>
</file>

<file path=ppt/tags/tag373.xml><?xml version="1.0" encoding="utf-8"?>
<p:tagLst xmlns:p="http://schemas.openxmlformats.org/presentationml/2006/main">
  <p:tag name="KSO_WM_UNIT_TEXT" val="不合格类型及处理措施"/>
  <p:tag name="KSO_WM_UNIT_INDEX" val="1"/>
  <p:tag name="KSO_WM_UNIT_TYPE" val="a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</p:tagLst>
</file>

<file path=ppt/tags/tag374.xml><?xml version="1.0" encoding="utf-8"?>
<p:tagLst xmlns:p="http://schemas.openxmlformats.org/presentationml/2006/main">
  <p:tag name="KSO_WM_BEAUTIFY_FLAG" val="#wm#"/>
  <p:tag name="KSO_WM_SLIDE_ID" val="custom40494995_8"/>
  <p:tag name="KSO_WM_SLIDE_INDEX" val="8"/>
  <p:tag name="KSO_WM_SLIDE_ITEM_CNT" val="0"/>
  <p:tag name="KSO_WM_SLIDE_LAYOUT" val="a_f"/>
  <p:tag name="KSO_WM_SLIDE_LAYOUT_CNT" val="1_1"/>
  <p:tag name="KSO_WM_SLIDE_POSITION" val="54*28"/>
  <p:tag name="KSO_WM_SLIDE_SIZE" val="850*457"/>
  <p:tag name="KSO_WM_SLIDE_SUBTYPE" val="pureTxt"/>
  <p:tag name="KSO_WM_SLIDE_TYPE" val="text"/>
  <p:tag name="KSO_WM_TAG_VERSION" val="3.0"/>
  <p:tag name="KSO_WM_TEMPLATE_CATEGORY" val="custom"/>
  <p:tag name="KSO_WM_TEMPLATE_INDEX" val="40494995"/>
  <p:tag name="KSO_WM_TEMPLATE_JOB_ID" val="2"/>
  <p:tag name="KSO_WM_TEMPLATE_OUTLINE_ID" val="15"/>
  <p:tag name="KSO_WM_TEMPLATE_SCENE_ID" val="1"/>
  <p:tag name="KSO_WM_TEMPLATE_THUMBS_INDEX" val="1、6、10、14、20、26、27、28、29、31"/>
  <p:tag name="KSO_WM_TEMPLATE_TOPIC_DEFAULT" val="1"/>
  <p:tag name="KSO_WM_TEMPLATE_TOPIC_ID" val="2869567"/>
  <p:tag name="KSO_WM_TEMPLATE_USER_THEME" val="1"/>
  <p:tag name="KSO_WM_TEMPLATE_SUBCATEGORY" val="29"/>
  <p:tag name="KSO_WM_TEMPLATE_MASTER_TYPE" val="0"/>
  <p:tag name="KSO_WM_TEMPLATE_COLOR_TYPE" val="0"/>
</p:tagLst>
</file>

<file path=ppt/tags/tag375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ID" val="custom40494995_7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4995"/>
  <p:tag name="KSO_WM_TEMPLATE_CATEGORY" val="custom"/>
  <p:tag name="KSO_WM_UNIT_ISCONTENTSTITLE" val="0"/>
  <p:tag name="KSO_WM_UNIT_VALUE" val="17"/>
  <p:tag name="KSO_WM_UNIT_TEXT_TYPE" val="1"/>
  <p:tag name="KSO_WM_UNIT_PRESET_TEXT" val="添加章节标题"/>
</p:tagLst>
</file>

<file path=ppt/tags/tag376.xml><?xml version="1.0" encoding="utf-8"?>
<p:tagLst xmlns:p="http://schemas.openxmlformats.org/presentationml/2006/main">
  <p:tag name="KSO_WM_UNIT_NOCLEAR" val="0"/>
  <p:tag name="KSO_WM_UNIT_HIGHLIGHT" val="0"/>
  <p:tag name="KSO_WM_UNIT_COMPATIBLE" val="1"/>
  <p:tag name="KSO_WM_UNIT_DIAGRAM_ISNUMVISUAL" val="0"/>
  <p:tag name="KSO_WM_UNIT_DIAGRAM_ISREFERUNIT" val="0"/>
  <p:tag name="KSO_WM_UNIT_TYPE" val="e"/>
  <p:tag name="KSO_WM_UNIT_INDEX" val="1"/>
  <p:tag name="KSO_WM_UNIT_ID" val="custom40494995_7*e*1"/>
  <p:tag name="KSO_WM_TEMPLATE_CATEGORY" val="custom"/>
  <p:tag name="KSO_WM_TEMPLATE_INDEX" val="40494995"/>
  <p:tag name="KSO_WM_UNIT_LAYERLEVEL" val="1"/>
  <p:tag name="KSO_WM_TAG_VERSION" val="3.0"/>
  <p:tag name="KSO_WM_BEAUTIFY_FLAG" val="#wm#"/>
  <p:tag name="KSO_WM_UNIT_PRESET_TEXT_INDEX" val="-1"/>
  <p:tag name="KSO_WM_UNIT_PRESET_TEXT_LEN" val="0"/>
</p:tagLst>
</file>

<file path=ppt/tags/tag377.xml><?xml version="1.0" encoding="utf-8"?>
<p:tagLst xmlns:p="http://schemas.openxmlformats.org/presentationml/2006/main">
  <p:tag name="KSO_WM_SLIDE_TYPE" val="sectionTitle"/>
  <p:tag name="KSO_WM_BEAUTIFY_FLAG" val="#wm#"/>
  <p:tag name="KSO_WM_TEMPLATE_CATEGORY" val="custom"/>
  <p:tag name="KSO_WM_TEMPLATE_USER_THEME" val="1"/>
  <p:tag name="KSO_WM_SLIDE_INDEX" val="7"/>
  <p:tag name="KSO_WM_SLIDE_ID" val="custom40494995_7"/>
  <p:tag name="KSO_WM_TEMPLATE_SUBCATEGORY" val="29"/>
  <p:tag name="KSO_WM_SLIDE_LAYOUT_CNT" val="1_1_1"/>
  <p:tag name="KSO_WM_TEMPLATE_MASTER_TYPE" val="0"/>
  <p:tag name="KSO_WM_TEMPLATE_COLOR_TYPE" val="0"/>
  <p:tag name="KSO_WM_SLIDE_ITEM_CNT" val="0"/>
  <p:tag name="KSO_WM_TAG_VERSION" val="3.0"/>
  <p:tag name="KSO_WM_TEMPLATE_INDEX" val="40494995"/>
  <p:tag name="KSO_WM_SLIDE_LAYOUT" val="a_b_e"/>
  <p:tag name="KSO_WM_SLIDE_SUBTYPE" val="pureTxt"/>
  <p:tag name="KSO_WM_SLIDE_THEME_ID" val="3427874"/>
  <p:tag name="KSO_WM_SLIDE_THEME_NAME" val="中国风传统文化主题教育模板"/>
</p:tagLst>
</file>

<file path=ppt/tags/tag378.xml><?xml version="1.0" encoding="utf-8"?>
<p:tagLst xmlns:p="http://schemas.openxmlformats.org/presentationml/2006/main">
  <p:tag name="KSO_WM_UNIT_INDEX" val="1_1_1"/>
  <p:tag name="KSO_WM_UNIT_TYPE" val="l_h_i"/>
  <p:tag name="KSO_WM_UNIT_SUBTYPE" val="d"/>
  <p:tag name="KSO_WM_TEMPLATE_CATEGORY" val="diagram"/>
  <p:tag name="KSO_WM_TEMPLATE_INDEX" val="19882022"/>
  <p:tag name="KSO_WM_UNIT_ID" val="diagram19882022*l_h_i*1_1_1"/>
  <p:tag name="KSO_WM_DIAGRAM_GROUP_CODE" val="l1-1"/>
  <p:tag name="KSO_WM_TAG_VERSION" val="2.0"/>
  <p:tag name="KSO_WM_BEAUTIFY_FLAG" val="#wm#"/>
  <p:tag name="KSO_WM_DIAGRAM_VIRTUALLY_FRAME" val="{&quot;height&quot;:331.89503937007873,&quot;left&quot;:82.65,&quot;top&quot;:151.75496062992127,&quot;width&quot;:833.35}"/>
</p:tagLst>
</file>

<file path=ppt/tags/tag379.xml><?xml version="1.0" encoding="utf-8"?>
<p:tagLst xmlns:p="http://schemas.openxmlformats.org/presentationml/2006/main">
  <p:tag name="KSO_WM_UNIT_INDEX" val="1_1_3"/>
  <p:tag name="KSO_WM_UNIT_TYPE" val="l_h_f"/>
  <p:tag name="KSO_WM_TEMPLATE_CATEGORY" val="diagram"/>
  <p:tag name="KSO_WM_TEMPLATE_INDEX" val="19882022"/>
  <p:tag name="KSO_WM_UNIT_ID" val="diagram19882022*l_h_f*1_1_3"/>
  <p:tag name="KSO_WM_DIAGRAM_GROUP_CODE" val="l1-1"/>
  <p:tag name="KSO_WM_TAG_VERSION" val="2.0"/>
  <p:tag name="KSO_WM_BEAUTIFY_FLAG" val="#wm#"/>
  <p:tag name="KSO_WM_UNIT_SUBTYPE" val="a"/>
  <p:tag name="KSO_WM_DIAGRAM_VIRTUALLY_FRAME" val="{&quot;height&quot;:331.89503937007873,&quot;left&quot;:82.65,&quot;top&quot;:151.75496062992127,&quot;width&quot;:833.35}"/>
</p:tagLst>
</file>

<file path=ppt/tags/tag380.xml><?xml version="1.0" encoding="utf-8"?>
<p:tagLst xmlns:p="http://schemas.openxmlformats.org/presentationml/2006/main">
  <p:tag name="KSO_WM_UNIT_INDEX" val="1_2_1"/>
  <p:tag name="KSO_WM_UNIT_TYPE" val="l_h_i"/>
  <p:tag name="KSO_WM_UNIT_SUBTYPE" val="d"/>
  <p:tag name="KSO_WM_TEMPLATE_CATEGORY" val="diagram"/>
  <p:tag name="KSO_WM_TEMPLATE_INDEX" val="19882022"/>
  <p:tag name="KSO_WM_UNIT_ID" val="diagram19882022*l_h_i*1_2_1"/>
  <p:tag name="KSO_WM_DIAGRAM_GROUP_CODE" val="l1-1"/>
  <p:tag name="KSO_WM_TAG_VERSION" val="2.0"/>
  <p:tag name="KSO_WM_BEAUTIFY_FLAG" val="#wm#"/>
  <p:tag name="KSO_WM_DIAGRAM_VIRTUALLY_FRAME" val="{&quot;height&quot;:331.89503937007873,&quot;left&quot;:82.65,&quot;top&quot;:151.75496062992127,&quot;width&quot;:833.35}"/>
</p:tagLst>
</file>

<file path=ppt/tags/tag381.xml><?xml version="1.0" encoding="utf-8"?>
<p:tagLst xmlns:p="http://schemas.openxmlformats.org/presentationml/2006/main">
  <p:tag name="KSO_WM_UNIT_INDEX" val="1_2_3"/>
  <p:tag name="KSO_WM_UNIT_TYPE" val="l_h_f"/>
  <p:tag name="KSO_WM_TEMPLATE_CATEGORY" val="diagram"/>
  <p:tag name="KSO_WM_TEMPLATE_INDEX" val="19882022"/>
  <p:tag name="KSO_WM_UNIT_ID" val="diagram19882022*l_h_f*1_2_3"/>
  <p:tag name="KSO_WM_DIAGRAM_GROUP_CODE" val="l1-1"/>
  <p:tag name="KSO_WM_TAG_VERSION" val="2.0"/>
  <p:tag name="KSO_WM_BEAUTIFY_FLAG" val="#wm#"/>
  <p:tag name="KSO_WM_UNIT_SUBTYPE" val="a"/>
  <p:tag name="KSO_WM_DIAGRAM_VIRTUALLY_FRAME" val="{&quot;height&quot;:331.89503937007873,&quot;left&quot;:82.65,&quot;top&quot;:151.75496062992127,&quot;width&quot;:833.35}"/>
</p:tagLst>
</file>

<file path=ppt/tags/tag382.xml><?xml version="1.0" encoding="utf-8"?>
<p:tagLst xmlns:p="http://schemas.openxmlformats.org/presentationml/2006/main">
  <p:tag name="KSO_WM_UNIT_INDEX" val="1_3_1"/>
  <p:tag name="KSO_WM_UNIT_TYPE" val="l_h_i"/>
  <p:tag name="KSO_WM_UNIT_SUBTYPE" val="d"/>
  <p:tag name="KSO_WM_TEMPLATE_CATEGORY" val="diagram"/>
  <p:tag name="KSO_WM_TEMPLATE_INDEX" val="19882022"/>
  <p:tag name="KSO_WM_UNIT_ID" val="diagram19882022*l_h_i*1_3_1"/>
  <p:tag name="KSO_WM_DIAGRAM_GROUP_CODE" val="l1-1"/>
  <p:tag name="KSO_WM_TAG_VERSION" val="2.0"/>
  <p:tag name="KSO_WM_BEAUTIFY_FLAG" val="#wm#"/>
  <p:tag name="KSO_WM_DIAGRAM_VIRTUALLY_FRAME" val="{&quot;height&quot;:331.89503937007873,&quot;left&quot;:82.65,&quot;top&quot;:151.75496062992127,&quot;width&quot;:833.35}"/>
</p:tagLst>
</file>

<file path=ppt/tags/tag383.xml><?xml version="1.0" encoding="utf-8"?>
<p:tagLst xmlns:p="http://schemas.openxmlformats.org/presentationml/2006/main">
  <p:tag name="KSO_WM_UNIT_INDEX" val="1_3_3"/>
  <p:tag name="KSO_WM_UNIT_TYPE" val="l_h_f"/>
  <p:tag name="KSO_WM_TEMPLATE_CATEGORY" val="diagram"/>
  <p:tag name="KSO_WM_TEMPLATE_INDEX" val="19882022"/>
  <p:tag name="KSO_WM_UNIT_ID" val="diagram19882022*l_h_f*1_3_3"/>
  <p:tag name="KSO_WM_DIAGRAM_GROUP_CODE" val="l1-1"/>
  <p:tag name="KSO_WM_TAG_VERSION" val="2.0"/>
  <p:tag name="KSO_WM_BEAUTIFY_FLAG" val="#wm#"/>
  <p:tag name="KSO_WM_UNIT_SUBTYPE" val="a"/>
  <p:tag name="KSO_WM_DIAGRAM_VIRTUALLY_FRAME" val="{&quot;height&quot;:331.89503937007873,&quot;left&quot;:82.65,&quot;top&quot;:151.75496062992127,&quot;width&quot;:833.35}"/>
</p:tagLst>
</file>

<file path=ppt/tags/tag384.xml><?xml version="1.0" encoding="utf-8"?>
<p:tagLst xmlns:p="http://schemas.openxmlformats.org/presentationml/2006/main">
  <p:tag name="KSO_WM_UNIT_INDEX" val="1_4_1"/>
  <p:tag name="KSO_WM_UNIT_TYPE" val="l_h_i"/>
  <p:tag name="KSO_WM_UNIT_SUBTYPE" val="d"/>
  <p:tag name="KSO_WM_TEMPLATE_CATEGORY" val="diagram"/>
  <p:tag name="KSO_WM_TEMPLATE_INDEX" val="19882022"/>
  <p:tag name="KSO_WM_UNIT_ID" val="diagram19882022*l_h_i*1_4_1"/>
  <p:tag name="KSO_WM_DIAGRAM_GROUP_CODE" val="l1-1"/>
  <p:tag name="KSO_WM_TAG_VERSION" val="2.0"/>
  <p:tag name="KSO_WM_BEAUTIFY_FLAG" val="#wm#"/>
  <p:tag name="KSO_WM_DIAGRAM_VIRTUALLY_FRAME" val="{&quot;height&quot;:331.89503937007873,&quot;left&quot;:82.65,&quot;top&quot;:151.75496062992127,&quot;width&quot;:833.35}"/>
</p:tagLst>
</file>

<file path=ppt/tags/tag385.xml><?xml version="1.0" encoding="utf-8"?>
<p:tagLst xmlns:p="http://schemas.openxmlformats.org/presentationml/2006/main">
  <p:tag name="KSO_WM_UNIT_INDEX" val="1_4_3"/>
  <p:tag name="KSO_WM_UNIT_TYPE" val="l_h_f"/>
  <p:tag name="KSO_WM_TEMPLATE_CATEGORY" val="diagram"/>
  <p:tag name="KSO_WM_TEMPLATE_INDEX" val="19882022"/>
  <p:tag name="KSO_WM_UNIT_ID" val="diagram19882022*l_h_f*1_4_3"/>
  <p:tag name="KSO_WM_DIAGRAM_GROUP_CODE" val="l1-1"/>
  <p:tag name="KSO_WM_TAG_VERSION" val="2.0"/>
  <p:tag name="KSO_WM_BEAUTIFY_FLAG" val="#wm#"/>
  <p:tag name="KSO_WM_UNIT_SUBTYPE" val="a"/>
  <p:tag name="KSO_WM_DIAGRAM_VIRTUALLY_FRAME" val="{&quot;height&quot;:331.89503937007873,&quot;left&quot;:82.65,&quot;top&quot;:151.75496062992127,&quot;width&quot;:833.35}"/>
</p:tagLst>
</file>

<file path=ppt/tags/tag386.xml><?xml version="1.0" encoding="utf-8"?>
<p:tagLst xmlns:p="http://schemas.openxmlformats.org/presentationml/2006/main">
  <p:tag name="KSO_WM_UNIT_INDEX" val="7"/>
  <p:tag name="KSO_WM_UNIT_TYPE" val="i"/>
  <p:tag name="KSO_WM_UNIT_SUBTYPE" val="h"/>
  <p:tag name="KSO_WM_BEAUTIFY_FLAG" val="#wm#"/>
</p:tagLst>
</file>

<file path=ppt/tags/tag387.xml><?xml version="1.0" encoding="utf-8"?>
<p:tagLst xmlns:p="http://schemas.openxmlformats.org/presentationml/2006/main">
  <p:tag name="KSO_WM_UNIT_INDEX" val="8"/>
  <p:tag name="KSO_WM_UNIT_TYPE" val="i"/>
  <p:tag name="KSO_WM_UNIT_SUBTYPE" val="h"/>
  <p:tag name="KSO_WM_BEAUTIFY_FLAG" val="#wm#"/>
</p:tagLst>
</file>

<file path=ppt/tags/tag388.xml><?xml version="1.0" encoding="utf-8"?>
<p:tagLst xmlns:p="http://schemas.openxmlformats.org/presentationml/2006/main">
  <p:tag name="KSO_WM_UNIT_INDEX" val="9"/>
  <p:tag name="KSO_WM_UNIT_TYPE" val="i"/>
  <p:tag name="KSO_WM_UNIT_SUBTYPE" val="h"/>
  <p:tag name="KSO_WM_BEAUTIFY_FLAG" val="#wm#"/>
</p:tagLst>
</file>

<file path=ppt/tags/tag389.xml><?xml version="1.0" encoding="utf-8"?>
<p:tagLst xmlns:p="http://schemas.openxmlformats.org/presentationml/2006/main">
  <p:tag name="KSO_WM_UNIT_INDEX" val="10"/>
  <p:tag name="KSO_WM_UNIT_TYPE" val="i"/>
  <p:tag name="KSO_WM_UNIT_SUBTYPE" val="h"/>
  <p:tag name="KSO_WM_BEAUTIFY_FLAG" val="#wm#"/>
</p:tagLst>
</file>

<file path=ppt/tags/tag390.xml><?xml version="1.0" encoding="utf-8"?>
<p:tagLst xmlns:p="http://schemas.openxmlformats.org/presentationml/2006/main">
  <p:tag name="KSO_WM_UNIT_TEXT" val="不合格类型及处理措施"/>
  <p:tag name="KSO_WM_UNIT_INDEX" val="1"/>
  <p:tag name="KSO_WM_UNIT_TYPE" val="a"/>
  <p:tag name="KSO_WM_BEAUTIFY_FLAG" val="#wm#"/>
  <p:tag name="KSO_WM_UNIT_ID" val="_7*a*1"/>
  <p:tag name="KSO_WM_TAG_VERSION" val="3.0"/>
  <p:tag name="KSO_WM_UNIT_LAYERLEVEL" val="1"/>
  <p:tag name="KSO_WM_TEMPLATE_USER_THEME" val="1"/>
  <p:tag name="KSO_WM_UNIT_ISCONTENTSTITLE" val="0"/>
  <p:tag name="KSO_WM_UNIT_ISNUMDGMTITLE" val="0"/>
  <p:tag name="KSO_WM_UNIT_PRESET_TEXT_INDEX" val="-1"/>
  <p:tag name="KSO_WM_UNIT_PRESET_TEXT_LEN" val="0"/>
  <p:tag name="KSO_WM_UNIT_NOCLEAR" val="0"/>
  <p:tag name="KSO_WM_UNIT_HIGHLIGHT" val="0"/>
  <p:tag name="KSO_WM_UNIT_COMPATIBLE" val="0"/>
  <p:tag name="KSO_WM_UNIT_DIAGRAM_ISNUMVISUAL" val="0"/>
  <p:tag name="KSO_WM_UNIT_DIAGRAM_ISREFERUNIT" val="0"/>
</p:tagLst>
</file>

<file path=ppt/tags/tag391.xml><?xml version="1.0" encoding="utf-8"?>
<p:tagLst xmlns:p="http://schemas.openxmlformats.org/presentationml/2006/main">
  <p:tag name="KSO_WM_BEAUTIFY_FLAG" val="#wm#"/>
  <p:tag name="KSO_WM_SLIDE_ID" val="custom40494995_8"/>
  <p:tag name="KSO_WM_SLIDE_INDEX" val="8"/>
  <p:tag name="KSO_WM_SLIDE_ITEM_CNT" val="0"/>
  <p:tag name="KSO_WM_SLIDE_LAYOUT" val="a_f"/>
  <p:tag name="KSO_WM_SLIDE_LAYOUT_CNT" val="1_1"/>
  <p:tag name="KSO_WM_SLIDE_POSITION" val="54*28"/>
  <p:tag name="KSO_WM_SLIDE_SIZE" val="850*457"/>
  <p:tag name="KSO_WM_SLIDE_SUBTYPE" val="pureTxt"/>
  <p:tag name="KSO_WM_SLIDE_TYPE" val="text"/>
  <p:tag name="KSO_WM_TAG_VERSION" val="3.0"/>
  <p:tag name="KSO_WM_TEMPLATE_CATEGORY" val="custom"/>
  <p:tag name="KSO_WM_TEMPLATE_INDEX" val="40494995"/>
  <p:tag name="KSO_WM_TEMPLATE_JOB_ID" val="2"/>
  <p:tag name="KSO_WM_TEMPLATE_OUTLINE_ID" val="15"/>
  <p:tag name="KSO_WM_TEMPLATE_SCENE_ID" val="1"/>
  <p:tag name="KSO_WM_TEMPLATE_THUMBS_INDEX" val="1、6、10、14、20、26、27、28、29、31"/>
  <p:tag name="KSO_WM_TEMPLATE_TOPIC_DEFAULT" val="1"/>
  <p:tag name="KSO_WM_TEMPLATE_TOPIC_ID" val="2869567"/>
  <p:tag name="KSO_WM_TEMPLATE_USER_THEME" val="1"/>
  <p:tag name="KSO_WM_TEMPLATE_SUBCATEGORY" val="29"/>
  <p:tag name="KSO_WM_TEMPLATE_MASTER_TYPE" val="0"/>
  <p:tag name="KSO_WM_TEMPLATE_COLOR_TYPE" val="0"/>
</p:tagLst>
</file>

<file path=ppt/tags/tag392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ID" val="custom40494995_7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4995"/>
  <p:tag name="KSO_WM_TEMPLATE_CATEGORY" val="custom"/>
  <p:tag name="KSO_WM_UNIT_ISCONTENTSTITLE" val="0"/>
  <p:tag name="KSO_WM_UNIT_VALUE" val="17"/>
  <p:tag name="KSO_WM_UNIT_TEXT_TYPE" val="1"/>
  <p:tag name="KSO_WM_UNIT_PRESET_TEXT" val="添加章节标题"/>
</p:tagLst>
</file>

<file path=ppt/tags/tag393.xml><?xml version="1.0" encoding="utf-8"?>
<p:tagLst xmlns:p="http://schemas.openxmlformats.org/presentationml/2006/main">
  <p:tag name="KSO_WM_UNIT_NOCLEAR" val="0"/>
  <p:tag name="KSO_WM_UNIT_HIGHLIGHT" val="0"/>
  <p:tag name="KSO_WM_UNIT_COMPATIBLE" val="1"/>
  <p:tag name="KSO_WM_UNIT_DIAGRAM_ISNUMVISUAL" val="0"/>
  <p:tag name="KSO_WM_UNIT_DIAGRAM_ISREFERUNIT" val="0"/>
  <p:tag name="KSO_WM_UNIT_TYPE" val="e"/>
  <p:tag name="KSO_WM_UNIT_INDEX" val="1"/>
  <p:tag name="KSO_WM_UNIT_ID" val="custom40494995_7*e*1"/>
  <p:tag name="KSO_WM_TEMPLATE_CATEGORY" val="custom"/>
  <p:tag name="KSO_WM_TEMPLATE_INDEX" val="40494995"/>
  <p:tag name="KSO_WM_UNIT_LAYERLEVEL" val="1"/>
  <p:tag name="KSO_WM_TAG_VERSION" val="3.0"/>
  <p:tag name="KSO_WM_BEAUTIFY_FLAG" val="#wm#"/>
  <p:tag name="KSO_WM_UNIT_PRESET_TEXT_INDEX" val="-1"/>
  <p:tag name="KSO_WM_UNIT_PRESET_TEXT_LEN" val="0"/>
</p:tagLst>
</file>

<file path=ppt/tags/tag394.xml><?xml version="1.0" encoding="utf-8"?>
<p:tagLst xmlns:p="http://schemas.openxmlformats.org/presentationml/2006/main">
  <p:tag name="KSO_WM_SLIDE_TYPE" val="sectionTitle"/>
  <p:tag name="KSO_WM_BEAUTIFY_FLAG" val="#wm#"/>
  <p:tag name="KSO_WM_TEMPLATE_CATEGORY" val="custom"/>
  <p:tag name="KSO_WM_TEMPLATE_USER_THEME" val="1"/>
  <p:tag name="KSO_WM_SLIDE_INDEX" val="7"/>
  <p:tag name="KSO_WM_SLIDE_ID" val="custom40494995_7"/>
  <p:tag name="KSO_WM_TEMPLATE_SUBCATEGORY" val="29"/>
  <p:tag name="KSO_WM_SLIDE_LAYOUT_CNT" val="1_1_1"/>
  <p:tag name="KSO_WM_TEMPLATE_MASTER_TYPE" val="0"/>
  <p:tag name="KSO_WM_TEMPLATE_COLOR_TYPE" val="0"/>
  <p:tag name="KSO_WM_SLIDE_ITEM_CNT" val="0"/>
  <p:tag name="KSO_WM_TAG_VERSION" val="3.0"/>
  <p:tag name="KSO_WM_TEMPLATE_INDEX" val="40494995"/>
  <p:tag name="KSO_WM_SLIDE_LAYOUT" val="a_b_e"/>
  <p:tag name="KSO_WM_SLIDE_SUBTYPE" val="pureTxt"/>
  <p:tag name="KSO_WM_SLIDE_THEME_ID" val="3427874"/>
  <p:tag name="KSO_WM_SLIDE_THEME_NAME" val="中国风传统文化主题教育模板"/>
</p:tagLst>
</file>

<file path=ppt/tags/tag395.xml><?xml version="1.0" encoding="utf-8"?>
<p:tagLst xmlns:p="http://schemas.openxmlformats.org/presentationml/2006/main">
  <p:tag name="KSO_WM_DIAGRAM_VIRTUALLY_FRAME" val="{&quot;height&quot;:415.23456692913385,&quot;left&quot;:0.047244094488188976,&quot;top&quot;:125.43755905511811,&quot;width&quot;:960}"/>
</p:tagLst>
</file>

<file path=ppt/tags/tag396.xml><?xml version="1.0" encoding="utf-8"?>
<p:tagLst xmlns:p="http://schemas.openxmlformats.org/presentationml/2006/main">
  <p:tag name="KSO_WM_BEAUTIFY_FLAG" val="#wm#"/>
  <p:tag name="KSO_WM_UNIT_TYPE" val="l_h_i"/>
  <p:tag name="KSO_WM_UNIT_INDEX" val="1_1_1"/>
  <p:tag name="KSO_WM_UNIT_ID" val="diagram19882022_5*l_h_i*1_1_1"/>
  <p:tag name="KSO_WM_TEMPLATE_INDEX" val="19882022"/>
  <p:tag name="KSO_WM_TAG_VERSION" val="2.0"/>
  <p:tag name="KSO_WM_DIAGRAM_GROUP_CODE" val="l1-1"/>
  <p:tag name="KSO_WM_UNIT_SUBTYPE" val="d"/>
  <p:tag name="KSO_WM_DIAGRAM_VIRTUALLY_FRAME" val="{&quot;height&quot;:415.23456692913385,&quot;left&quot;:0.047244094488188976,&quot;top&quot;:125.43755905511811,&quot;width&quot;:960}"/>
</p:tagLst>
</file>

<file path=ppt/tags/tag397.xml><?xml version="1.0" encoding="utf-8"?>
<p:tagLst xmlns:p="http://schemas.openxmlformats.org/presentationml/2006/main">
  <p:tag name="KSO_WM_BEAUTIFY_FLAG" val="#wm#"/>
  <p:tag name="KSO_WM_UNIT_TYPE" val="l_h_a"/>
  <p:tag name="KSO_WM_UNIT_INDEX" val="1_1_1"/>
  <p:tag name="KSO_WM_UNIT_ID" val="diagram19882022_5*l_h_a*1_1_1"/>
  <p:tag name="KSO_WM_TEMPLATE_INDEX" val="19882022"/>
  <p:tag name="KSO_WM_TAG_VERSION" val="2.0"/>
  <p:tag name="KSO_WM_DIAGRAM_GROUP_CODE" val="l1-1"/>
  <p:tag name="KSO_WM_DIAGRAM_VIRTUALLY_FRAME" val="{&quot;height&quot;:415.23456692913385,&quot;left&quot;:0.047244094488188976,&quot;top&quot;:125.43755905511811,&quot;width&quot;:960}"/>
</p:tagLst>
</file>

<file path=ppt/tags/tag3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TYPE" val="f"/>
  <p:tag name="KSO_WM_UNIT_INDEX" val="1"/>
  <p:tag name="KSO_WM_UNIT_TEXT_LAYER_COUNT" val="1"/>
</p:tagLst>
</file>

<file path=ppt/tags/tag399.xml><?xml version="1.0" encoding="utf-8"?>
<p:tagLst xmlns:p="http://schemas.openxmlformats.org/presentationml/2006/main">
  <p:tag name="KSO_WM_DIAGRAM_VIRTUALLY_FRAME" val="{&quot;height&quot;:415.23456692913385,&quot;left&quot;:0.047244094488188976,&quot;top&quot;:125.43755905511811,&quot;width&quot;:960}"/>
</p:tagLst>
</file>

<file path=ppt/tags/tag400.xml><?xml version="1.0" encoding="utf-8"?>
<p:tagLst xmlns:p="http://schemas.openxmlformats.org/presentationml/2006/main">
  <p:tag name="KSO_WM_BEAUTIFY_FLAG" val="#wm#"/>
  <p:tag name="KSO_WM_UNIT_TYPE" val="l_h_i"/>
  <p:tag name="KSO_WM_UNIT_INDEX" val="1_2_1"/>
  <p:tag name="KSO_WM_UNIT_ID" val="diagram19882022_5*l_h_i*1_2_1"/>
  <p:tag name="KSO_WM_TEMPLATE_INDEX" val="19882022"/>
  <p:tag name="KSO_WM_TAG_VERSION" val="2.0"/>
  <p:tag name="KSO_WM_DIAGRAM_GROUP_CODE" val="l1-1"/>
  <p:tag name="KSO_WM_UNIT_SUBTYPE" val="d"/>
  <p:tag name="KSO_WM_DIAGRAM_VIRTUALLY_FRAME" val="{&quot;height&quot;:415.23456692913385,&quot;left&quot;:0.047244094488188976,&quot;top&quot;:125.43755905511811,&quot;width&quot;:960}"/>
</p:tagLst>
</file>

<file path=ppt/tags/tag401.xml><?xml version="1.0" encoding="utf-8"?>
<p:tagLst xmlns:p="http://schemas.openxmlformats.org/presentationml/2006/main">
  <p:tag name="KSO_WM_BEAUTIFY_FLAG" val="#wm#"/>
  <p:tag name="KSO_WM_UNIT_TYPE" val="l_h_f"/>
  <p:tag name="KSO_WM_UNIT_INDEX" val="1_2_2"/>
  <p:tag name="KSO_WM_UNIT_ID" val="diagram19882022_5*l_h_f*1_2_2"/>
  <p:tag name="KSO_WM_TEMPLATE_INDEX" val="19882022"/>
  <p:tag name="KSO_WM_TAG_VERSION" val="2.0"/>
  <p:tag name="KSO_WM_DIAGRAM_GROUP_CODE" val="l1-1"/>
  <p:tag name="KSO_WM_DIAGRAM_VIRTUALLY_FRAME" val="{&quot;height&quot;:415.23456692913385,&quot;left&quot;:0.047244094488188976,&quot;top&quot;:125.43755905511811,&quot;width&quot;:960}"/>
</p:tagLst>
</file>

<file path=ppt/tags/tag402.xml><?xml version="1.0" encoding="utf-8"?>
<p:tagLst xmlns:p="http://schemas.openxmlformats.org/presentationml/2006/main">
  <p:tag name="KSO_WM_DIAGRAM_VIRTUALLY_FRAME" val="{&quot;height&quot;:415.23456692913385,&quot;left&quot;:0.047244094488188976,&quot;top&quot;:125.43755905511811,&quot;width&quot;:960}"/>
</p:tagLst>
</file>

<file path=ppt/tags/tag403.xml><?xml version="1.0" encoding="utf-8"?>
<p:tagLst xmlns:p="http://schemas.openxmlformats.org/presentationml/2006/main">
  <p:tag name="KSO_WM_BEAUTIFY_FLAG" val="#wm#"/>
  <p:tag name="KSO_WM_UNIT_TYPE" val="l_h_i"/>
  <p:tag name="KSO_WM_UNIT_INDEX" val="1_3_1"/>
  <p:tag name="KSO_WM_UNIT_ID" val="diagram19882022_5*l_h_i*1_3_1"/>
  <p:tag name="KSO_WM_TEMPLATE_INDEX" val="19882022"/>
  <p:tag name="KSO_WM_TAG_VERSION" val="2.0"/>
  <p:tag name="KSO_WM_DIAGRAM_GROUP_CODE" val="l1-1"/>
  <p:tag name="KSO_WM_UNIT_SUBTYPE" val="d"/>
  <p:tag name="KSO_WM_DIAGRAM_VIRTUALLY_FRAME" val="{&quot;height&quot;:415.23456692913385,&quot;left&quot;:0.047244094488188976,&quot;top&quot;:125.43755905511811,&quot;width&quot;:960}"/>
</p:tagLst>
</file>

<file path=ppt/tags/tag404.xml><?xml version="1.0" encoding="utf-8"?>
<p:tagLst xmlns:p="http://schemas.openxmlformats.org/presentationml/2006/main">
  <p:tag name="KSO_WM_BEAUTIFY_FLAG" val="#wm#"/>
  <p:tag name="KSO_WM_UNIT_TYPE" val="l_h_a"/>
  <p:tag name="KSO_WM_UNIT_INDEX" val="1_3_1"/>
  <p:tag name="KSO_WM_UNIT_ID" val="diagram19882022_5*l_h_a*1_3_1"/>
  <p:tag name="KSO_WM_TEMPLATE_INDEX" val="19882022"/>
  <p:tag name="KSO_WM_TAG_VERSION" val="2.0"/>
  <p:tag name="KSO_WM_DIAGRAM_GROUP_CODE" val="l1-1"/>
  <p:tag name="KSO_WM_DIAGRAM_VIRTUALLY_FRAME" val="{&quot;height&quot;:415.23456692913385,&quot;left&quot;:0.047244094488188976,&quot;top&quot;:125.43755905511811,&quot;width&quot;:960}"/>
</p:tagLst>
</file>

<file path=ppt/tags/tag405.xml><?xml version="1.0" encoding="utf-8"?>
<p:tagLst xmlns:p="http://schemas.openxmlformats.org/presentationml/2006/main">
  <p:tag name="KSO_WM_DIAGRAM_VIRTUALLY_FRAME" val="{&quot;height&quot;:415.23456692913385,&quot;left&quot;:0.047244094488188976,&quot;top&quot;:125.43755905511811,&quot;width&quot;:960}"/>
</p:tagLst>
</file>

<file path=ppt/tags/tag406.xml><?xml version="1.0" encoding="utf-8"?>
<p:tagLst xmlns:p="http://schemas.openxmlformats.org/presentationml/2006/main">
  <p:tag name="KSO_WM_BEAUTIFY_FLAG" val="#wm#"/>
  <p:tag name="KSO_WM_UNIT_TYPE" val="l_h_i"/>
  <p:tag name="KSO_WM_UNIT_INDEX" val="1_4_1"/>
  <p:tag name="KSO_WM_UNIT_ID" val="diagram19882022_5*l_h_i*1_4_1"/>
  <p:tag name="KSO_WM_TEMPLATE_INDEX" val="19882022"/>
  <p:tag name="KSO_WM_TAG_VERSION" val="2.0"/>
  <p:tag name="KSO_WM_DIAGRAM_GROUP_CODE" val="l1-1"/>
  <p:tag name="KSO_WM_UNIT_SUBTYPE" val="d"/>
  <p:tag name="KSO_WM_DIAGRAM_VIRTUALLY_FRAME" val="{&quot;height&quot;:415.23456692913385,&quot;left&quot;:0.047244094488188976,&quot;top&quot;:125.43755905511811,&quot;width&quot;:960}"/>
</p:tagLst>
</file>

<file path=ppt/tags/tag407.xml><?xml version="1.0" encoding="utf-8"?>
<p:tagLst xmlns:p="http://schemas.openxmlformats.org/presentationml/2006/main">
  <p:tag name="KSO_WM_BEAUTIFY_FLAG" val="#wm#"/>
  <p:tag name="KSO_WM_UNIT_TYPE" val="l_h_f"/>
  <p:tag name="KSO_WM_UNIT_INDEX" val="1_4_2"/>
  <p:tag name="KSO_WM_UNIT_ID" val="diagram19882022_5*l_h_f*1_4_2"/>
  <p:tag name="KSO_WM_TEMPLATE_INDEX" val="19882022"/>
  <p:tag name="KSO_WM_TAG_VERSION" val="2.0"/>
  <p:tag name="KSO_WM_DIAGRAM_GROUP_CODE" val="l1-1"/>
  <p:tag name="KSO_WM_DIAGRAM_VIRTUALLY_FRAME" val="{&quot;height&quot;:415.23456692913385,&quot;left&quot;:0.047244094488188976,&quot;top&quot;:125.43755905511811,&quot;width&quot;:960}"/>
</p:tagLst>
</file>

<file path=ppt/tags/tag408.xml><?xml version="1.0" encoding="utf-8"?>
<p:tagLst xmlns:p="http://schemas.openxmlformats.org/presentationml/2006/main">
  <p:tag name="KSO_WM_DIAGRAM_VIRTUALLY_FRAME" val="{&quot;height&quot;:415.23456692913385,&quot;left&quot;:0.047244094488188976,&quot;top&quot;:125.43755905511811,&quot;width&quot;:960}"/>
</p:tagLst>
</file>

<file path=ppt/tags/tag409.xml><?xml version="1.0" encoding="utf-8"?>
<p:tagLst xmlns:p="http://schemas.openxmlformats.org/presentationml/2006/main">
  <p:tag name="KSO_WM_BEAUTIFY_FLAG" val="#wm#"/>
  <p:tag name="KSO_WM_UNIT_TYPE" val="l_h_i"/>
  <p:tag name="KSO_WM_UNIT_INDEX" val="1_5_1"/>
  <p:tag name="KSO_WM_UNIT_ID" val="diagram19882022_5*l_h_i*1_5_1"/>
  <p:tag name="KSO_WM_TEMPLATE_INDEX" val="19882022"/>
  <p:tag name="KSO_WM_TAG_VERSION" val="2.0"/>
  <p:tag name="KSO_WM_DIAGRAM_GROUP_CODE" val="l1-1"/>
  <p:tag name="KSO_WM_UNIT_SUBTYPE" val="d"/>
  <p:tag name="KSO_WM_DIAGRAM_VIRTUALLY_FRAME" val="{&quot;height&quot;:415.23456692913385,&quot;left&quot;:0.047244094488188976,&quot;top&quot;:125.43755905511811,&quot;width&quot;:960}"/>
</p:tagLst>
</file>

<file path=ppt/tags/tag410.xml><?xml version="1.0" encoding="utf-8"?>
<p:tagLst xmlns:p="http://schemas.openxmlformats.org/presentationml/2006/main">
  <p:tag name="KSO_WM_BEAUTIFY_FLAG" val="#wm#"/>
  <p:tag name="KSO_WM_UNIT_TYPE" val="l_h_a"/>
  <p:tag name="KSO_WM_UNIT_INDEX" val="1_5_1"/>
  <p:tag name="KSO_WM_UNIT_ID" val="diagram19882022_5*l_h_a*1_5_1"/>
  <p:tag name="KSO_WM_TEMPLATE_INDEX" val="19882022"/>
  <p:tag name="KSO_WM_TAG_VERSION" val="2.0"/>
  <p:tag name="KSO_WM_DIAGRAM_GROUP_CODE" val="l1-1"/>
  <p:tag name="KSO_WM_DIAGRAM_VIRTUALLY_FRAME" val="{&quot;height&quot;:415.23456692913385,&quot;left&quot;:0.047244094488188976,&quot;top&quot;:125.43755905511811,&quot;width&quot;:960}"/>
</p:tagLst>
</file>

<file path=ppt/tags/tag411.xml><?xml version="1.0" encoding="utf-8"?>
<p:tagLst xmlns:p="http://schemas.openxmlformats.org/presentationml/2006/main">
  <p:tag name="KSO_WM_BEAUTIFY_FLAG" val="#wm#"/>
  <p:tag name="KSO_WM_UNIT_TYPE" val="l_h_f"/>
  <p:tag name="KSO_WM_UNIT_INDEX" val="1_1_1"/>
  <p:tag name="KSO_WM_UNIT_ID" val="diagram19882022_5*l_h_f*1_1_1"/>
  <p:tag name="KSO_WM_TEMPLATE_INDEX" val="19882022"/>
  <p:tag name="KSO_WM_TAG_VERSION" val="2.0"/>
  <p:tag name="KSO_WM_DIAGRAM_GROUP_CODE" val="l1-1"/>
  <p:tag name="KSO_WM_DIAGRAM_VIRTUALLY_FRAME" val="{&quot;height&quot;:415.23456692913385,&quot;left&quot;:0.047244094488188976,&quot;top&quot;:125.43755905511811,&quot;width&quot;:960}"/>
</p:tagLst>
</file>

<file path=ppt/tags/tag412.xml><?xml version="1.0" encoding="utf-8"?>
<p:tagLst xmlns:p="http://schemas.openxmlformats.org/presentationml/2006/main">
  <p:tag name="KSO_WM_BEAUTIFY_FLAG" val="#wm#"/>
  <p:tag name="KSO_WM_UNIT_TYPE" val="l_h_f"/>
  <p:tag name="KSO_WM_UNIT_INDEX" val="1_3_1"/>
  <p:tag name="KSO_WM_UNIT_ID" val="diagram19882022_5*l_h_f*1_3_1"/>
  <p:tag name="KSO_WM_TEMPLATE_INDEX" val="19882022"/>
  <p:tag name="KSO_WM_TAG_VERSION" val="2.0"/>
  <p:tag name="KSO_WM_DIAGRAM_GROUP_CODE" val="l1-1"/>
  <p:tag name="KSO_WM_DIAGRAM_VIRTUALLY_FRAME" val="{&quot;height&quot;:415.23456692913385,&quot;left&quot;:0.047244094488188976,&quot;top&quot;:125.43755905511811,&quot;width&quot;:960}"/>
</p:tagLst>
</file>

<file path=ppt/tags/tag413.xml><?xml version="1.0" encoding="utf-8"?>
<p:tagLst xmlns:p="http://schemas.openxmlformats.org/presentationml/2006/main">
  <p:tag name="KSO_WM_BEAUTIFY_FLAG" val="#wm#"/>
  <p:tag name="KSO_WM_UNIT_TYPE" val="l_h_f"/>
  <p:tag name="KSO_WM_UNIT_INDEX" val="1_5_1"/>
  <p:tag name="KSO_WM_UNIT_ID" val="diagram19882022_5*l_h_f*1_5_1"/>
  <p:tag name="KSO_WM_TEMPLATE_INDEX" val="19882022"/>
  <p:tag name="KSO_WM_TAG_VERSION" val="2.0"/>
  <p:tag name="KSO_WM_DIAGRAM_GROUP_CODE" val="l1-1"/>
  <p:tag name="KSO_WM_DIAGRAM_VIRTUALLY_FRAME" val="{&quot;height&quot;:415.23456692913385,&quot;left&quot;:0.047244094488188976,&quot;top&quot;:125.43755905511811,&quot;width&quot;:960}"/>
</p:tagLst>
</file>

<file path=ppt/tags/tag414.xml><?xml version="1.0" encoding="utf-8"?>
<p:tagLst xmlns:p="http://schemas.openxmlformats.org/presentationml/2006/main">
  <p:tag name="KSO_WM_BEAUTIFY_FLAG" val="#wm#"/>
  <p:tag name="KSO_WM_UNIT_TYPE" val="l_h_f"/>
  <p:tag name="KSO_WM_UNIT_INDEX" val="1_2_1"/>
  <p:tag name="KSO_WM_UNIT_ID" val="diagram19882022_5*l_h_f*1_2_1"/>
  <p:tag name="KSO_WM_TEMPLATE_INDEX" val="19882022"/>
  <p:tag name="KSO_WM_TAG_VERSION" val="2.0"/>
  <p:tag name="KSO_WM_DIAGRAM_GROUP_CODE" val="l1-1"/>
  <p:tag name="KSO_WM_DIAGRAM_VIRTUALLY_FRAME" val="{&quot;height&quot;:415.23456692913385,&quot;left&quot;:0.047244094488188976,&quot;top&quot;:125.43755905511811,&quot;width&quot;:960}"/>
</p:tagLst>
</file>

<file path=ppt/tags/tag415.xml><?xml version="1.0" encoding="utf-8"?>
<p:tagLst xmlns:p="http://schemas.openxmlformats.org/presentationml/2006/main">
  <p:tag name="KSO_WM_BEAUTIFY_FLAG" val="#wm#"/>
  <p:tag name="KSO_WM_UNIT_TYPE" val="l_h_f"/>
  <p:tag name="KSO_WM_UNIT_INDEX" val="1_4_1"/>
  <p:tag name="KSO_WM_UNIT_ID" val="diagram19882022_5*l_h_f*1_4_1"/>
  <p:tag name="KSO_WM_TEMPLATE_INDEX" val="19882022"/>
  <p:tag name="KSO_WM_TAG_VERSION" val="2.0"/>
  <p:tag name="KSO_WM_DIAGRAM_GROUP_CODE" val="l1-1"/>
  <p:tag name="KSO_WM_DIAGRAM_VIRTUALLY_FRAME" val="{&quot;height&quot;:415.23456692913385,&quot;left&quot;:0.047244094488188976,&quot;top&quot;:125.43755905511811,&quot;width&quot;:960}"/>
</p:tagLst>
</file>

<file path=ppt/tags/tag416.xml><?xml version="1.0" encoding="utf-8"?>
<p:tagLst xmlns:p="http://schemas.openxmlformats.org/presentationml/2006/main">
  <p:tag name="KSO_WM_DIAGRAM_VIRTUALLY_FRAME" val="{&quot;height&quot;:414.58456692913387,&quot;left&quot;:0.047244094488188976,&quot;top&quot;:126.08755905511812,&quot;width&quot;:960}"/>
</p:tagLst>
</file>

<file path=ppt/tags/tag417.xml><?xml version="1.0" encoding="utf-8"?>
<p:tagLst xmlns:p="http://schemas.openxmlformats.org/presentationml/2006/main">
  <p:tag name="KSO_WM_DIAGRAM_VIRTUALLY_FRAME" val="{&quot;height&quot;:414.58456692913387,&quot;left&quot;:0.047244094488188976,&quot;top&quot;:126.08755905511812,&quot;width&quot;:960}"/>
  <p:tag name="KSO_WM_UNIT_INDEX" val="21"/>
  <p:tag name="KSO_WM_UNIT_TYPE" val="i"/>
  <p:tag name="KSO_WM_UNIT_SUBTYPE" val="h"/>
  <p:tag name="KSO_WM_BEAUTIFY_FLAG" val="#wm#"/>
</p:tagLst>
</file>

<file path=ppt/tags/tag418.xml><?xml version="1.0" encoding="utf-8"?>
<p:tagLst xmlns:p="http://schemas.openxmlformats.org/presentationml/2006/main">
  <p:tag name="KSO_WM_DIAGRAM_VIRTUALLY_FRAME" val="{&quot;height&quot;:414.58456692913387,&quot;left&quot;:0.047244094488188976,&quot;top&quot;:126.08755905511812,&quot;width&quot;:960}"/>
  <p:tag name="KSO_WM_UNIT_INDEX" val="22"/>
  <p:tag name="KSO_WM_UNIT_TYPE" val="i"/>
  <p:tag name="KSO_WM_UNIT_SUBTYPE" val="h"/>
  <p:tag name="KSO_WM_BEAUTIFY_FLAG" val="#wm#"/>
</p:tagLst>
</file>

<file path=ppt/tags/tag419.xml><?xml version="1.0" encoding="utf-8"?>
<p:tagLst xmlns:p="http://schemas.openxmlformats.org/presentationml/2006/main">
  <p:tag name="KSO_WM_DIAGRAM_VIRTUALLY_FRAME" val="{&quot;height&quot;:414.58456692913387,&quot;left&quot;:0.047244094488188976,&quot;top&quot;:126.08755905511812,&quot;width&quot;:960}"/>
  <p:tag name="KSO_WM_UNIT_INDEX" val="23"/>
  <p:tag name="KSO_WM_UNIT_TYPE" val="i"/>
  <p:tag name="KSO_WM_UNIT_SUBTYPE" val="h"/>
  <p:tag name="KSO_WM_BEAUTIFY_FLAG" val="#wm#"/>
</p:tagLst>
</file>

<file path=ppt/tags/tag420.xml><?xml version="1.0" encoding="utf-8"?>
<p:tagLst xmlns:p="http://schemas.openxmlformats.org/presentationml/2006/main">
  <p:tag name="KSO_WM_DIAGRAM_VIRTUALLY_FRAME" val="{&quot;height&quot;:414.58456692913387,&quot;left&quot;:0.047244094488188976,&quot;top&quot;:126.08755905511812,&quot;width&quot;:960}"/>
  <p:tag name="KSO_WM_UNIT_INDEX" val="24"/>
  <p:tag name="KSO_WM_UNIT_TYPE" val="i"/>
  <p:tag name="KSO_WM_UNIT_SUBTYPE" val="h"/>
  <p:tag name="KSO_WM_BEAUTIFY_FLAG" val="#wm#"/>
</p:tagLst>
</file>

<file path=ppt/tags/tag421.xml><?xml version="1.0" encoding="utf-8"?>
<p:tagLst xmlns:p="http://schemas.openxmlformats.org/presentationml/2006/main">
  <p:tag name="KSO_WM_UNIT_TEXT" val="不合格类型及处理措施 "/>
  <p:tag name="KSO_WM_UNIT_INDEX" val="1"/>
  <p:tag name="KSO_WM_UNIT_TYPE" val="a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</p:tagLst>
</file>

<file path=ppt/tags/tag422.xml><?xml version="1.0" encoding="utf-8"?>
<p:tagLst xmlns:p="http://schemas.openxmlformats.org/presentationml/2006/main">
  <p:tag name="KSO_WM_BEAUTIFY_FLAG" val="#wm#"/>
  <p:tag name="KSO_WM_SLIDE_ID" val="custom40494995_8"/>
  <p:tag name="KSO_WM_SLIDE_INDEX" val="8"/>
  <p:tag name="KSO_WM_SLIDE_ITEM_CNT" val="0"/>
  <p:tag name="KSO_WM_SLIDE_LAYOUT" val="a_f"/>
  <p:tag name="KSO_WM_SLIDE_LAYOUT_CNT" val="1_1"/>
  <p:tag name="KSO_WM_SLIDE_POSITION" val="54*28"/>
  <p:tag name="KSO_WM_SLIDE_SIZE" val="850*457"/>
  <p:tag name="KSO_WM_SLIDE_SUBTYPE" val="pureTxt"/>
  <p:tag name="KSO_WM_SLIDE_TYPE" val="text"/>
  <p:tag name="KSO_WM_TAG_VERSION" val="3.0"/>
  <p:tag name="KSO_WM_TEMPLATE_CATEGORY" val="custom"/>
  <p:tag name="KSO_WM_TEMPLATE_INDEX" val="40494995"/>
  <p:tag name="KSO_WM_TEMPLATE_JOB_ID" val="2"/>
  <p:tag name="KSO_WM_TEMPLATE_OUTLINE_ID" val="15"/>
  <p:tag name="KSO_WM_TEMPLATE_SCENE_ID" val="1"/>
  <p:tag name="KSO_WM_TEMPLATE_THUMBS_INDEX" val="1、6、10、14、20、26、27、28、29、31"/>
  <p:tag name="KSO_WM_TEMPLATE_TOPIC_DEFAULT" val="1"/>
  <p:tag name="KSO_WM_TEMPLATE_TOPIC_ID" val="2869567"/>
  <p:tag name="KSO_WM_TEMPLATE_USER_THEME" val="1"/>
  <p:tag name="KSO_WM_TEMPLATE_SUBCATEGORY" val="29"/>
  <p:tag name="KSO_WM_TEMPLATE_MASTER_TYPE" val="0"/>
  <p:tag name="KSO_WM_TEMPLATE_COLOR_TYPE" val="0"/>
</p:tagLst>
</file>

<file path=ppt/tags/tag423.xml><?xml version="1.0" encoding="utf-8"?>
<p:tagLst xmlns:p="http://schemas.openxmlformats.org/presentationml/2006/main">
  <p:tag name="KSO_WM_DIAGRAM_VIRTUALLY_FRAME" val="{&quot;height&quot;:343.58385826771655,&quot;left&quot;:332.28385826771654,&quot;top&quot;:113.67897637795275,&quot;width&quot;:497.7047244094488}"/>
</p:tagLst>
</file>

<file path=ppt/tags/tag424.xml><?xml version="1.0" encoding="utf-8"?>
<p:tagLst xmlns:p="http://schemas.openxmlformats.org/presentationml/2006/main">
  <p:tag name="KSO_WM_BEAUTIFY_FLAG" val="#wm#"/>
  <p:tag name="KSO_WM_UNIT_TYPE" val="l_h_i"/>
  <p:tag name="KSO_WM_UNIT_INDEX" val="1_1_4"/>
  <p:tag name="KSO_WM_UNIT_ID" val="diagram19882022_3*l_h_i*1_1_4"/>
  <p:tag name="KSO_WM_TEMPLATE_INDEX" val="19882022"/>
  <p:tag name="KSO_WM_TAG_VERSION" val="2.0"/>
  <p:tag name="KSO_WM_DIAGRAM_GROUP_CODE" val="l1-1"/>
  <p:tag name="KSO_WM_DIAGRAM_VIRTUALLY_FRAME" val="{&quot;height&quot;:343.58385826771655,&quot;left&quot;:332.28385826771654,&quot;top&quot;:113.67897637795275,&quot;width&quot;:497.7047244094488}"/>
</p:tagLst>
</file>

<file path=ppt/tags/tag425.xml><?xml version="1.0" encoding="utf-8"?>
<p:tagLst xmlns:p="http://schemas.openxmlformats.org/presentationml/2006/main">
  <p:tag name="KSO_WM_BEAUTIFY_FLAG" val="#wm#"/>
  <p:tag name="KSO_WM_UNIT_TYPE" val="l_h_i"/>
  <p:tag name="KSO_WM_UNIT_INDEX" val="1_1_5"/>
  <p:tag name="KSO_WM_UNIT_ID" val="diagram19882022_3*l_h_i*1_1_5"/>
  <p:tag name="KSO_WM_TEMPLATE_INDEX" val="19882022"/>
  <p:tag name="KSO_WM_TAG_VERSION" val="2.0"/>
  <p:tag name="KSO_WM_DIAGRAM_GROUP_CODE" val="l1-1"/>
  <p:tag name="KSO_WM_DIAGRAM_VIRTUALLY_FRAME" val="{&quot;height&quot;:343.58385826771655,&quot;left&quot;:332.28385826771654,&quot;top&quot;:113.67897637795275,&quot;width&quot;:497.7047244094488}"/>
</p:tagLst>
</file>

<file path=ppt/tags/tag4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TYPE" val="f"/>
  <p:tag name="KSO_WM_UNIT_INDEX" val="1"/>
  <p:tag name="KSO_WM_UNIT_TEXT_LAYER_COUNT" val="1"/>
</p:tagLst>
</file>

<file path=ppt/tags/tag427.xml><?xml version="1.0" encoding="utf-8"?>
<p:tagLst xmlns:p="http://schemas.openxmlformats.org/presentationml/2006/main">
  <p:tag name="KSO_WM_UNIT_INDEX" val="23"/>
  <p:tag name="KSO_WM_UNIT_TYPE" val="i"/>
  <p:tag name="KSO_WM_BEAUTIFY_FLAG" val="#wm#"/>
</p:tagLst>
</file>

<file path=ppt/tags/tag428.xml><?xml version="1.0" encoding="utf-8"?>
<p:tagLst xmlns:p="http://schemas.openxmlformats.org/presentationml/2006/main">
  <p:tag name="KSO_WM_UNIT_INDEX" val="22"/>
  <p:tag name="KSO_WM_UNIT_TYPE" val="i"/>
  <p:tag name="KSO_WM_BEAUTIFY_FLAG" val="#wm#"/>
</p:tagLst>
</file>

<file path=ppt/tags/tag429.xml><?xml version="1.0" encoding="utf-8"?>
<p:tagLst xmlns:p="http://schemas.openxmlformats.org/presentationml/2006/main">
  <p:tag name="KSO_WM_UNIT_INDEX" val="12"/>
  <p:tag name="KSO_WM_UNIT_TYPE" val="i"/>
  <p:tag name="KSO_WM_BEAUTIFY_FLAG" val="#wm#"/>
</p:tagLst>
</file>

<file path=ppt/tags/tag430.xml><?xml version="1.0" encoding="utf-8"?>
<p:tagLst xmlns:p="http://schemas.openxmlformats.org/presentationml/2006/main">
  <p:tag name="KSO_WM_UNIT_INDEX" val="13"/>
  <p:tag name="KSO_WM_UNIT_TYPE" val="i"/>
  <p:tag name="KSO_WM_BEAUTIFY_FLAG" val="#wm#"/>
</p:tagLst>
</file>

<file path=ppt/tags/tag431.xml><?xml version="1.0" encoding="utf-8"?>
<p:tagLst xmlns:p="http://schemas.openxmlformats.org/presentationml/2006/main">
  <p:tag name="KSO_WM_UNIT_INDEX" val="14"/>
  <p:tag name="KSO_WM_UNIT_TYPE" val="i"/>
  <p:tag name="KSO_WM_BEAUTIFY_FLAG" val="#wm#"/>
</p:tagLst>
</file>

<file path=ppt/tags/tag432.xml><?xml version="1.0" encoding="utf-8"?>
<p:tagLst xmlns:p="http://schemas.openxmlformats.org/presentationml/2006/main">
  <p:tag name="KSO_WM_DIAGRAM_VIRTUALLY_FRAME" val="{&quot;height&quot;:343.58385826771655,&quot;left&quot;:332.28385826771654,&quot;top&quot;:113.67897637795275,&quot;width&quot;:497.7047244094488}"/>
</p:tagLst>
</file>

<file path=ppt/tags/tag433.xml><?xml version="1.0" encoding="utf-8"?>
<p:tagLst xmlns:p="http://schemas.openxmlformats.org/presentationml/2006/main">
  <p:tag name="KSO_WM_BEAUTIFY_FLAG" val="#wm#"/>
  <p:tag name="KSO_WM_UNIT_TYPE" val="l_h_i"/>
  <p:tag name="KSO_WM_UNIT_INDEX" val="1_1_2"/>
  <p:tag name="KSO_WM_UNIT_ID" val="diagram19882022_3*l_h_i*1_1_2"/>
  <p:tag name="KSO_WM_TEMPLATE_INDEX" val="19882022"/>
  <p:tag name="KSO_WM_TAG_VERSION" val="2.0"/>
  <p:tag name="KSO_WM_DIAGRAM_GROUP_CODE" val="l1-1"/>
  <p:tag name="KSO_WM_DIAGRAM_VIRTUALLY_FRAME" val="{&quot;height&quot;:343.58385826771655,&quot;left&quot;:332.28385826771654,&quot;top&quot;:113.67897637795275,&quot;width&quot;:497.7047244094488}"/>
</p:tagLst>
</file>

<file path=ppt/tags/tag434.xml><?xml version="1.0" encoding="utf-8"?>
<p:tagLst xmlns:p="http://schemas.openxmlformats.org/presentationml/2006/main">
  <p:tag name="KSO_WM_BEAUTIFY_FLAG" val="#wm#"/>
  <p:tag name="KSO_WM_UNIT_TYPE" val="l_h_i"/>
  <p:tag name="KSO_WM_UNIT_INDEX" val="1_1_3"/>
  <p:tag name="KSO_WM_UNIT_ID" val="diagram19882022_3*l_h_i*1_1_3"/>
  <p:tag name="KSO_WM_TEMPLATE_INDEX" val="19882022"/>
  <p:tag name="KSO_WM_TAG_VERSION" val="2.0"/>
  <p:tag name="KSO_WM_DIAGRAM_GROUP_CODE" val="l1-1"/>
  <p:tag name="KSO_WM_DIAGRAM_VIRTUALLY_FRAME" val="{&quot;height&quot;:343.58385826771655,&quot;left&quot;:332.28385826771654,&quot;top&quot;:113.67897637795275,&quot;width&quot;:497.7047244094488}"/>
</p:tagLst>
</file>

<file path=ppt/tags/tag435.xml><?xml version="1.0" encoding="utf-8"?>
<p:tagLst xmlns:p="http://schemas.openxmlformats.org/presentationml/2006/main">
  <p:tag name="KSO_WM_DIAGRAM_VIRTUALLY_FRAME" val="{&quot;height&quot;:343.58385826771655,&quot;left&quot;:332.28385826771654,&quot;top&quot;:113.67897637795275,&quot;width&quot;:497.7047244094488}"/>
</p:tagLst>
</file>

<file path=ppt/tags/tag436.xml><?xml version="1.0" encoding="utf-8"?>
<p:tagLst xmlns:p="http://schemas.openxmlformats.org/presentationml/2006/main">
  <p:tag name="KSO_WM_BEAUTIFY_FLAG" val="#wm#"/>
  <p:tag name="KSO_WM_UNIT_TYPE" val="l_h_i"/>
  <p:tag name="KSO_WM_UNIT_INDEX" val="1_2_2"/>
  <p:tag name="KSO_WM_UNIT_ID" val="diagram19882022_3*l_h_i*1_2_2"/>
  <p:tag name="KSO_WM_TEMPLATE_INDEX" val="19882022"/>
  <p:tag name="KSO_WM_TAG_VERSION" val="2.0"/>
  <p:tag name="KSO_WM_DIAGRAM_GROUP_CODE" val="l1-1"/>
  <p:tag name="KSO_WM_DIAGRAM_VIRTUALLY_FRAME" val="{&quot;height&quot;:343.58385826771655,&quot;left&quot;:332.28385826771654,&quot;top&quot;:113.67897637795275,&quot;width&quot;:497.7047244094488}"/>
</p:tagLst>
</file>

<file path=ppt/tags/tag437.xml><?xml version="1.0" encoding="utf-8"?>
<p:tagLst xmlns:p="http://schemas.openxmlformats.org/presentationml/2006/main">
  <p:tag name="KSO_WM_BEAUTIFY_FLAG" val="#wm#"/>
  <p:tag name="KSO_WM_UNIT_TYPE" val="l_h_i"/>
  <p:tag name="KSO_WM_UNIT_INDEX" val="1_2_3"/>
  <p:tag name="KSO_WM_UNIT_ID" val="diagram19882022_3*l_h_i*1_2_3"/>
  <p:tag name="KSO_WM_TEMPLATE_INDEX" val="19882022"/>
  <p:tag name="KSO_WM_TAG_VERSION" val="2.0"/>
  <p:tag name="KSO_WM_DIAGRAM_GROUP_CODE" val="l1-1"/>
  <p:tag name="KSO_WM_DIAGRAM_VIRTUALLY_FRAME" val="{&quot;height&quot;:343.58385826771655,&quot;left&quot;:332.28385826771654,&quot;top&quot;:113.67897637795275,&quot;width&quot;:497.7047244094488}"/>
</p:tagLst>
</file>

<file path=ppt/tags/tag438.xml><?xml version="1.0" encoding="utf-8"?>
<p:tagLst xmlns:p="http://schemas.openxmlformats.org/presentationml/2006/main">
  <p:tag name="KSO_WM_DIAGRAM_VIRTUALLY_FRAME" val="{&quot;height&quot;:343.58385826771655,&quot;left&quot;:332.28385826771654,&quot;top&quot;:113.67897637795275,&quot;width&quot;:497.7047244094488}"/>
</p:tagLst>
</file>

<file path=ppt/tags/tag439.xml><?xml version="1.0" encoding="utf-8"?>
<p:tagLst xmlns:p="http://schemas.openxmlformats.org/presentationml/2006/main">
  <p:tag name="KSO_WM_BEAUTIFY_FLAG" val="#wm#"/>
  <p:tag name="KSO_WM_UNIT_TYPE" val="l_h_i"/>
  <p:tag name="KSO_WM_UNIT_INDEX" val="1_3_2"/>
  <p:tag name="KSO_WM_UNIT_ID" val="diagram19882022_3*l_h_i*1_3_2"/>
  <p:tag name="KSO_WM_TEMPLATE_INDEX" val="19882022"/>
  <p:tag name="KSO_WM_TAG_VERSION" val="2.0"/>
  <p:tag name="KSO_WM_DIAGRAM_GROUP_CODE" val="l1-1"/>
  <p:tag name="KSO_WM_DIAGRAM_VIRTUALLY_FRAME" val="{&quot;height&quot;:343.58385826771655,&quot;left&quot;:332.28385826771654,&quot;top&quot;:113.67897637795275,&quot;width&quot;:497.7047244094488}"/>
</p:tagLst>
</file>

<file path=ppt/tags/tag440.xml><?xml version="1.0" encoding="utf-8"?>
<p:tagLst xmlns:p="http://schemas.openxmlformats.org/presentationml/2006/main">
  <p:tag name="KSO_WM_BEAUTIFY_FLAG" val="#wm#"/>
  <p:tag name="KSO_WM_UNIT_TYPE" val="l_h_i"/>
  <p:tag name="KSO_WM_UNIT_INDEX" val="1_3_3"/>
  <p:tag name="KSO_WM_UNIT_ID" val="diagram19882022_3*l_h_i*1_3_3"/>
  <p:tag name="KSO_WM_TEMPLATE_INDEX" val="19882022"/>
  <p:tag name="KSO_WM_TAG_VERSION" val="2.0"/>
  <p:tag name="KSO_WM_DIAGRAM_GROUP_CODE" val="l1-1"/>
  <p:tag name="KSO_WM_DIAGRAM_VIRTUALLY_FRAME" val="{&quot;height&quot;:343.58385826771655,&quot;left&quot;:332.28385826771654,&quot;top&quot;:113.67897637795275,&quot;width&quot;:497.7047244094488}"/>
</p:tagLst>
</file>

<file path=ppt/tags/tag441.xml><?xml version="1.0" encoding="utf-8"?>
<p:tagLst xmlns:p="http://schemas.openxmlformats.org/presentationml/2006/main">
  <p:tag name="KSO_WM_UNIT_INDEX" val="19"/>
  <p:tag name="KSO_WM_UNIT_TYPE" val="f"/>
  <p:tag name="KSO_WM_UNIT_SUBTYPE" val="a"/>
  <p:tag name="KSO_WM_BEAUTIFY_FLAG" val="#wm#"/>
</p:tagLst>
</file>

<file path=ppt/tags/tag442.xml><?xml version="1.0" encoding="utf-8"?>
<p:tagLst xmlns:p="http://schemas.openxmlformats.org/presentationml/2006/main">
  <p:tag name="KSO_WM_BEAUTIFY_FLAG" val="#wm#"/>
  <p:tag name="KSO_WM_UNIT_TYPE" val="l_h_i"/>
  <p:tag name="KSO_WM_UNIT_INDEX" val="1_1_1"/>
  <p:tag name="KSO_WM_UNIT_ID" val="diagram19882022_3*l_h_i*1_1_1"/>
  <p:tag name="KSO_WM_TEMPLATE_INDEX" val="19882022"/>
  <p:tag name="KSO_WM_TAG_VERSION" val="2.0"/>
  <p:tag name="KSO_WM_DIAGRAM_GROUP_CODE" val="l1-1"/>
  <p:tag name="KSO_WM_UNIT_SUBTYPE" val="d"/>
  <p:tag name="KSO_WM_DIAGRAM_VIRTUALLY_FRAME" val="{&quot;height&quot;:343.58385826771655,&quot;left&quot;:332.28385826771654,&quot;top&quot;:113.67897637795275,&quot;width&quot;:497.7047244094488}"/>
</p:tagLst>
</file>

<file path=ppt/tags/tag443.xml><?xml version="1.0" encoding="utf-8"?>
<p:tagLst xmlns:p="http://schemas.openxmlformats.org/presentationml/2006/main">
  <p:tag name="KSO_WM_BEAUTIFY_FLAG" val="#wm#"/>
  <p:tag name="KSO_WM_UNIT_TYPE" val="l_h_i"/>
  <p:tag name="KSO_WM_UNIT_INDEX" val="1_2_1"/>
  <p:tag name="KSO_WM_UNIT_ID" val="diagram19882022_3*l_h_i*1_2_1"/>
  <p:tag name="KSO_WM_TEMPLATE_INDEX" val="19882022"/>
  <p:tag name="KSO_WM_TAG_VERSION" val="2.0"/>
  <p:tag name="KSO_WM_DIAGRAM_GROUP_CODE" val="l1-1"/>
  <p:tag name="KSO_WM_UNIT_SUBTYPE" val="d"/>
  <p:tag name="KSO_WM_DIAGRAM_VIRTUALLY_FRAME" val="{&quot;height&quot;:343.58385826771655,&quot;left&quot;:332.28385826771654,&quot;top&quot;:113.67897637795275,&quot;width&quot;:497.7047244094488}"/>
</p:tagLst>
</file>

<file path=ppt/tags/tag444.xml><?xml version="1.0" encoding="utf-8"?>
<p:tagLst xmlns:p="http://schemas.openxmlformats.org/presentationml/2006/main">
  <p:tag name="KSO_WM_BEAUTIFY_FLAG" val="#wm#"/>
  <p:tag name="KSO_WM_UNIT_TYPE" val="l_h_i"/>
  <p:tag name="KSO_WM_UNIT_INDEX" val="1_3_1"/>
  <p:tag name="KSO_WM_UNIT_ID" val="diagram19882022_3*l_h_i*1_3_1"/>
  <p:tag name="KSO_WM_TEMPLATE_INDEX" val="19882022"/>
  <p:tag name="KSO_WM_TAG_VERSION" val="2.0"/>
  <p:tag name="KSO_WM_DIAGRAM_GROUP_CODE" val="l1-1"/>
  <p:tag name="KSO_WM_UNIT_SUBTYPE" val="d"/>
  <p:tag name="KSO_WM_DIAGRAM_VIRTUALLY_FRAME" val="{&quot;height&quot;:343.58385826771655,&quot;left&quot;:332.28385826771654,&quot;top&quot;:113.67897637795275,&quot;width&quot;:497.7047244094488}"/>
</p:tagLst>
</file>

<file path=ppt/tags/tag445.xml><?xml version="1.0" encoding="utf-8"?>
<p:tagLst xmlns:p="http://schemas.openxmlformats.org/presentationml/2006/main">
  <p:tag name="KSO_WM_BEAUTIFY_FLAG" val="#wm#"/>
  <p:tag name="KSO_WM_UNIT_TYPE" val="l_h_f"/>
  <p:tag name="KSO_WM_UNIT_INDEX" val="1_1_1"/>
  <p:tag name="KSO_WM_UNIT_ID" val="diagram19882022_3*l_h_f*1_1_1"/>
  <p:tag name="KSO_WM_TEMPLATE_INDEX" val="19882022"/>
  <p:tag name="KSO_WM_TAG_VERSION" val="2.0"/>
  <p:tag name="KSO_WM_DIAGRAM_GROUP_CODE" val="l1-1"/>
  <p:tag name="KSO_WM_DIAGRAM_VIRTUALLY_FRAME" val="{&quot;height&quot;:343.58385826771655,&quot;left&quot;:332.28385826771654,&quot;top&quot;:113.67897637795275,&quot;width&quot;:497.7047244094488}"/>
</p:tagLst>
</file>

<file path=ppt/tags/tag446.xml><?xml version="1.0" encoding="utf-8"?>
<p:tagLst xmlns:p="http://schemas.openxmlformats.org/presentationml/2006/main">
  <p:tag name="KSO_WM_DIAGRAM_VIRTUALLY_FRAME" val="{&quot;height&quot;:343.58385826771655,&quot;left&quot;:332.28385826771654,&quot;top&quot;:113.67897637795275,&quot;width&quot;:497.7047244094488}"/>
</p:tagLst>
</file>

<file path=ppt/tags/tag447.xml><?xml version="1.0" encoding="utf-8"?>
<p:tagLst xmlns:p="http://schemas.openxmlformats.org/presentationml/2006/main">
  <p:tag name="KSO_WM_BEAUTIFY_FLAG" val="#wm#"/>
  <p:tag name="KSO_WM_UNIT_TYPE" val="l_h_i"/>
  <p:tag name="KSO_WM_UNIT_INDEX" val="1_2_4"/>
  <p:tag name="KSO_WM_UNIT_ID" val="diagram19882022_3*l_h_i*1_2_4"/>
  <p:tag name="KSO_WM_TEMPLATE_INDEX" val="19882022"/>
  <p:tag name="KSO_WM_TAG_VERSION" val="2.0"/>
  <p:tag name="KSO_WM_DIAGRAM_GROUP_CODE" val="l1-1"/>
  <p:tag name="KSO_WM_DIAGRAM_VIRTUALLY_FRAME" val="{&quot;height&quot;:343.58385826771655,&quot;left&quot;:332.28385826771654,&quot;top&quot;:113.67897637795275,&quot;width&quot;:497.7047244094488}"/>
</p:tagLst>
</file>

<file path=ppt/tags/tag448.xml><?xml version="1.0" encoding="utf-8"?>
<p:tagLst xmlns:p="http://schemas.openxmlformats.org/presentationml/2006/main">
  <p:tag name="KSO_WM_BEAUTIFY_FLAG" val="#wm#"/>
  <p:tag name="KSO_WM_UNIT_TYPE" val="l_h_i"/>
  <p:tag name="KSO_WM_UNIT_INDEX" val="1_2_5"/>
  <p:tag name="KSO_WM_UNIT_ID" val="diagram19882022_3*l_h_i*1_2_5"/>
  <p:tag name="KSO_WM_TEMPLATE_INDEX" val="19882022"/>
  <p:tag name="KSO_WM_TAG_VERSION" val="2.0"/>
  <p:tag name="KSO_WM_DIAGRAM_GROUP_CODE" val="l1-1"/>
  <p:tag name="KSO_WM_DIAGRAM_VIRTUALLY_FRAME" val="{&quot;height&quot;:343.58385826771655,&quot;left&quot;:332.28385826771654,&quot;top&quot;:113.67897637795275,&quot;width&quot;:497.7047244094488}"/>
</p:tagLst>
</file>

<file path=ppt/tags/tag449.xml><?xml version="1.0" encoding="utf-8"?>
<p:tagLst xmlns:p="http://schemas.openxmlformats.org/presentationml/2006/main">
  <p:tag name="KSO_WM_BEAUTIFY_FLAG" val="#wm#"/>
  <p:tag name="KSO_WM_UNIT_TYPE" val="l_h_f"/>
  <p:tag name="KSO_WM_UNIT_INDEX" val="1_2_1"/>
  <p:tag name="KSO_WM_UNIT_ID" val="diagram19882022_3*l_h_f*1_2_1"/>
  <p:tag name="KSO_WM_TEMPLATE_INDEX" val="19882022"/>
  <p:tag name="KSO_WM_TAG_VERSION" val="2.0"/>
  <p:tag name="KSO_WM_DIAGRAM_GROUP_CODE" val="l1-1"/>
  <p:tag name="KSO_WM_DIAGRAM_VIRTUALLY_FRAME" val="{&quot;height&quot;:343.58385826771655,&quot;left&quot;:332.28385826771654,&quot;top&quot;:113.67897637795275,&quot;width&quot;:497.7047244094488}"/>
</p:tagLst>
</file>

<file path=ppt/tags/tag450.xml><?xml version="1.0" encoding="utf-8"?>
<p:tagLst xmlns:p="http://schemas.openxmlformats.org/presentationml/2006/main">
  <p:tag name="KSO_WM_DIAGRAM_VIRTUALLY_FRAME" val="{&quot;height&quot;:343.58385826771655,&quot;left&quot;:332.28385826771654,&quot;top&quot;:113.67897637795275,&quot;width&quot;:497.7047244094488}"/>
</p:tagLst>
</file>

<file path=ppt/tags/tag451.xml><?xml version="1.0" encoding="utf-8"?>
<p:tagLst xmlns:p="http://schemas.openxmlformats.org/presentationml/2006/main">
  <p:tag name="KSO_WM_BEAUTIFY_FLAG" val="#wm#"/>
  <p:tag name="KSO_WM_UNIT_TYPE" val="l_h_i"/>
  <p:tag name="KSO_WM_UNIT_INDEX" val="1_3_4"/>
  <p:tag name="KSO_WM_UNIT_ID" val="diagram19882022_3*l_h_i*1_3_4"/>
  <p:tag name="KSO_WM_TEMPLATE_INDEX" val="19882022"/>
  <p:tag name="KSO_WM_TAG_VERSION" val="2.0"/>
  <p:tag name="KSO_WM_DIAGRAM_GROUP_CODE" val="l1-1"/>
  <p:tag name="KSO_WM_DIAGRAM_VIRTUALLY_FRAME" val="{&quot;height&quot;:343.58385826771655,&quot;left&quot;:332.28385826771654,&quot;top&quot;:113.67897637795275,&quot;width&quot;:497.7047244094488}"/>
</p:tagLst>
</file>

<file path=ppt/tags/tag452.xml><?xml version="1.0" encoding="utf-8"?>
<p:tagLst xmlns:p="http://schemas.openxmlformats.org/presentationml/2006/main">
  <p:tag name="KSO_WM_BEAUTIFY_FLAG" val="#wm#"/>
  <p:tag name="KSO_WM_UNIT_TYPE" val="l_h_i"/>
  <p:tag name="KSO_WM_UNIT_INDEX" val="1_3_5"/>
  <p:tag name="KSO_WM_UNIT_ID" val="diagram19882022_3*l_h_i*1_3_5"/>
  <p:tag name="KSO_WM_TEMPLATE_INDEX" val="19882022"/>
  <p:tag name="KSO_WM_TAG_VERSION" val="2.0"/>
  <p:tag name="KSO_WM_DIAGRAM_GROUP_CODE" val="l1-1"/>
  <p:tag name="KSO_WM_DIAGRAM_VIRTUALLY_FRAME" val="{&quot;height&quot;:343.58385826771655,&quot;left&quot;:332.28385826771654,&quot;top&quot;:113.67897637795275,&quot;width&quot;:497.7047244094488}"/>
</p:tagLst>
</file>

<file path=ppt/tags/tag453.xml><?xml version="1.0" encoding="utf-8"?>
<p:tagLst xmlns:p="http://schemas.openxmlformats.org/presentationml/2006/main">
  <p:tag name="KSO_WM_BEAUTIFY_FLAG" val="#wm#"/>
  <p:tag name="KSO_WM_UNIT_TYPE" val="l_h_f"/>
  <p:tag name="KSO_WM_UNIT_INDEX" val="1_3_1"/>
  <p:tag name="KSO_WM_UNIT_ID" val="diagram19882022_3*l_h_f*1_3_1"/>
  <p:tag name="KSO_WM_TEMPLATE_INDEX" val="19882022"/>
  <p:tag name="KSO_WM_TAG_VERSION" val="2.0"/>
  <p:tag name="KSO_WM_DIAGRAM_GROUP_CODE" val="l1-1"/>
  <p:tag name="KSO_WM_DIAGRAM_VIRTUALLY_FRAME" val="{&quot;height&quot;:343.58385826771655,&quot;left&quot;:332.28385826771654,&quot;top&quot;:113.67897637795275,&quot;width&quot;:497.7047244094488}"/>
</p:tagLst>
</file>

<file path=ppt/tags/tag454.xml><?xml version="1.0" encoding="utf-8"?>
<p:tagLst xmlns:p="http://schemas.openxmlformats.org/presentationml/2006/main">
  <p:tag name="KSO_WM_UNIT_INDEX" val="31"/>
  <p:tag name="KSO_WM_UNIT_TYPE" val="i"/>
  <p:tag name="KSO_WM_UNIT_SUBTYPE" val="h"/>
  <p:tag name="KSO_WM_BEAUTIFY_FLAG" val="#wm#"/>
</p:tagLst>
</file>

<file path=ppt/tags/tag455.xml><?xml version="1.0" encoding="utf-8"?>
<p:tagLst xmlns:p="http://schemas.openxmlformats.org/presentationml/2006/main">
  <p:tag name="KSO_WM_UNIT_INDEX" val="32"/>
  <p:tag name="KSO_WM_UNIT_TYPE" val="i"/>
  <p:tag name="KSO_WM_UNIT_SUBTYPE" val="h"/>
  <p:tag name="KSO_WM_BEAUTIFY_FLAG" val="#wm#"/>
</p:tagLst>
</file>

<file path=ppt/tags/tag456.xml><?xml version="1.0" encoding="utf-8"?>
<p:tagLst xmlns:p="http://schemas.openxmlformats.org/presentationml/2006/main">
  <p:tag name="KSO_WM_UNIT_INDEX" val="33"/>
  <p:tag name="KSO_WM_UNIT_TYPE" val="i"/>
  <p:tag name="KSO_WM_UNIT_SUBTYPE" val="h"/>
  <p:tag name="KSO_WM_BEAUTIFY_FLAG" val="#wm#"/>
</p:tagLst>
</file>

<file path=ppt/tags/tag457.xml><?xml version="1.0" encoding="utf-8"?>
<p:tagLst xmlns:p="http://schemas.openxmlformats.org/presentationml/2006/main">
  <p:tag name="KSO_WM_UNIT_INDEX" val="34"/>
  <p:tag name="KSO_WM_UNIT_TYPE" val="i"/>
  <p:tag name="KSO_WM_UNIT_SUBTYPE" val="h"/>
  <p:tag name="KSO_WM_BEAUTIFY_FLAG" val="#wm#"/>
</p:tagLst>
</file>

<file path=ppt/tags/tag458.xml><?xml version="1.0" encoding="utf-8"?>
<p:tagLst xmlns:p="http://schemas.openxmlformats.org/presentationml/2006/main">
  <p:tag name="KSO_WM_UNIT_TEXT" val="不合格台账更新"/>
  <p:tag name="KSO_WM_UNIT_INDEX" val="1"/>
  <p:tag name="KSO_WM_UNIT_TYPE" val="a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</p:tagLst>
</file>

<file path=ppt/tags/tag459.xml><?xml version="1.0" encoding="utf-8"?>
<p:tagLst xmlns:p="http://schemas.openxmlformats.org/presentationml/2006/main">
  <p:tag name="KSO_WM_BEAUTIFY_FLAG" val="#wm#"/>
  <p:tag name="KSO_WM_SLIDE_ID" val="custom40494995_8"/>
  <p:tag name="KSO_WM_SLIDE_INDEX" val="8"/>
  <p:tag name="KSO_WM_SLIDE_ITEM_CNT" val="0"/>
  <p:tag name="KSO_WM_SLIDE_LAYOUT" val="a_f"/>
  <p:tag name="KSO_WM_SLIDE_LAYOUT_CNT" val="1_1"/>
  <p:tag name="KSO_WM_SLIDE_POSITION" val="54*28"/>
  <p:tag name="KSO_WM_SLIDE_SIZE" val="850*457"/>
  <p:tag name="KSO_WM_SLIDE_SUBTYPE" val="pureTxt"/>
  <p:tag name="KSO_WM_SLIDE_TYPE" val="text"/>
  <p:tag name="KSO_WM_TAG_VERSION" val="3.0"/>
  <p:tag name="KSO_WM_TEMPLATE_CATEGORY" val="custom"/>
  <p:tag name="KSO_WM_TEMPLATE_INDEX" val="40494995"/>
  <p:tag name="KSO_WM_TEMPLATE_JOB_ID" val="2"/>
  <p:tag name="KSO_WM_TEMPLATE_OUTLINE_ID" val="15"/>
  <p:tag name="KSO_WM_TEMPLATE_SCENE_ID" val="1"/>
  <p:tag name="KSO_WM_TEMPLATE_THUMBS_INDEX" val="1、6、10、14、20、26、27、28、29、31"/>
  <p:tag name="KSO_WM_TEMPLATE_TOPIC_DEFAULT" val="1"/>
  <p:tag name="KSO_WM_TEMPLATE_TOPIC_ID" val="2869567"/>
  <p:tag name="KSO_WM_TEMPLATE_USER_THEME" val="1"/>
  <p:tag name="KSO_WM_TEMPLATE_SUBCATEGORY" val="29"/>
  <p:tag name="KSO_WM_TEMPLATE_MASTER_TYPE" val="0"/>
  <p:tag name="KSO_WM_TEMPLATE_COLOR_TYPE" val="0"/>
</p:tagLst>
</file>

<file path=ppt/tags/tag460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ID" val="custom40494995_9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4995"/>
  <p:tag name="KSO_WM_TEMPLATE_CATEGORY" val="custom"/>
  <p:tag name="KSO_WM_UNIT_ISCONTENTSTITLE" val="0"/>
  <p:tag name="KSO_WM_UNIT_PRESET_TEXT" val="感谢您的观看"/>
</p:tagLst>
</file>

<file path=ppt/tags/tag461.xml><?xml version="1.0" encoding="utf-8"?>
<p:tagLst xmlns:p="http://schemas.openxmlformats.org/presentationml/2006/main">
  <p:tag name="KSO_WM_SLIDE_TYPE" val="endPage"/>
  <p:tag name="KSO_WM_BEAUTIFY_FLAG" val="#wm#"/>
  <p:tag name="KSO_WM_TEMPLATE_CATEGORY" val="custom"/>
  <p:tag name="KSO_WM_TEMPLATE_USER_THEME" val="1"/>
  <p:tag name="KSO_WM_SLIDE_INDEX" val="9"/>
  <p:tag name="KSO_WM_SLIDE_ID" val="custom40494995_9"/>
  <p:tag name="KSO_WM_TEMPLATE_SUBCATEGORY" val="29"/>
  <p:tag name="KSO_WM_SLIDE_LAYOUT_CNT" val="1_2"/>
  <p:tag name="KSO_WM_TEMPLATE_MASTER_TYPE" val="0"/>
  <p:tag name="KSO_WM_TEMPLATE_COLOR_TYPE" val="0"/>
  <p:tag name="KSO_WM_SLIDE_ITEM_CNT" val="0"/>
  <p:tag name="KSO_WM_TAG_VERSION" val="3.0"/>
  <p:tag name="KSO_WM_TEMPLATE_INDEX" val="40494995"/>
  <p:tag name="KSO_WM_SLIDE_LAYOUT" val="a_f"/>
  <p:tag name="KSO_WM_SLIDE_SUBTYPE" val="pureTxt"/>
  <p:tag name="KSO_WM_SLIDE_THEME_ID" val="3427874"/>
  <p:tag name="KSO_WM_SLIDE_THEME_NAME" val="中国风传统文化主题教育模板"/>
</p:tagLst>
</file>

<file path=ppt/tags/tag462.xml><?xml version="1.0" encoding="utf-8"?>
<p:tagLst xmlns:p="http://schemas.openxmlformats.org/presentationml/2006/main">
  <p:tag name="AS_NET" val="4.0.30319.42000"/>
  <p:tag name="AS_OS" val="Microsoft Windows NT 6.1.7601 Service Pack 1"/>
  <p:tag name="AS_RELEASE_DATE" val="2022.11.14"/>
  <p:tag name="AS_TITLE" val="Aspose.Slides for .NET 4.0 Client Profile"/>
  <p:tag name="AS_VERSION" val="22.11"/>
  <p:tag name="ISPRING_PRESENTATION_TITLE" val="医院内训教学课件糖尿病健康知识宣讲PPT.pptx"/>
</p:tagLst>
</file>

<file path=ppt/theme/theme1.xml><?xml version="1.0" encoding="utf-8"?>
<a:theme xmlns:a="http://schemas.openxmlformats.org/drawingml/2006/main" name="-">
  <a:themeElements>
    <a:clrScheme name="自定义 214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1">
      <a:majorFont>
        <a:latin typeface="Arial"/>
        <a:ea typeface="微软雅黑"/>
        <a:cs typeface="Arial"/>
      </a:majorFont>
      <a:minorFont>
        <a:latin typeface="Arial"/>
        <a:ea typeface="微软雅黑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中国风传统文化主题教育模板">
  <a:themeElements>
    <a:clrScheme name="自定义 32">
      <a:dk1>
        <a:srgbClr val="000000"/>
      </a:dk1>
      <a:lt1>
        <a:srgbClr val="FFFFFF"/>
      </a:lt1>
      <a:dk2>
        <a:srgbClr val="323E4E"/>
      </a:dk2>
      <a:lt2>
        <a:srgbClr val="F9FFFC"/>
      </a:lt2>
      <a:accent1>
        <a:srgbClr val="55C9EB"/>
      </a:accent1>
      <a:accent2>
        <a:srgbClr val="ED7D31"/>
      </a:accent2>
      <a:accent3>
        <a:srgbClr val="00A3C6"/>
      </a:accent3>
      <a:accent4>
        <a:srgbClr val="4ACABD"/>
      </a:accent4>
      <a:accent5>
        <a:srgbClr val="53B1ED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65">
      <a:majorFont>
        <a:latin typeface="MiSans"/>
        <a:ea typeface="汉仪大宋简"/>
        <a:cs typeface=""/>
      </a:majorFont>
      <a:minorFont>
        <a:latin typeface="MiSans"/>
        <a:ea typeface="汉仪大宋简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Calibri Light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Calibri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2307</Words>
  <Application>WPS 演示</Application>
  <PresentationFormat>自定义</PresentationFormat>
  <Paragraphs>315</Paragraphs>
  <Slides>16</Slides>
  <Notes>41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16</vt:i4>
      </vt:variant>
    </vt:vector>
  </HeadingPairs>
  <TitlesOfParts>
    <vt:vector size="34" baseType="lpstr">
      <vt:lpstr>Arial</vt:lpstr>
      <vt:lpstr>宋体</vt:lpstr>
      <vt:lpstr>Wingdings</vt:lpstr>
      <vt:lpstr>黑体</vt:lpstr>
      <vt:lpstr>微软雅黑</vt:lpstr>
      <vt:lpstr>Calibri</vt:lpstr>
      <vt:lpstr>方正粗宋简体</vt:lpstr>
      <vt:lpstr>Arial Narrow</vt:lpstr>
      <vt:lpstr>Wingdings</vt:lpstr>
      <vt:lpstr>Open Sans</vt:lpstr>
      <vt:lpstr>Segoe Print</vt:lpstr>
      <vt:lpstr>MiSans</vt:lpstr>
      <vt:lpstr>汉仪大宋简</vt:lpstr>
      <vt:lpstr>Arial Unicode MS</vt:lpstr>
      <vt:lpstr>KSOF7220E976</vt:lpstr>
      <vt:lpstr>KSOF72207517</vt:lpstr>
      <vt:lpstr>-</vt:lpstr>
      <vt:lpstr>中国风传统文化主题教育模板</vt:lpstr>
      <vt:lpstr>PowerPoint 演示文稿</vt:lpstr>
      <vt:lpstr>目录</vt:lpstr>
      <vt:lpstr>不合格物资来源</vt:lpstr>
      <vt:lpstr>不合格物资来源</vt:lpstr>
      <vt:lpstr>不合格类型及处理措施</vt:lpstr>
      <vt:lpstr>不合格类型及处理措施</vt:lpstr>
      <vt:lpstr>不合格类型及处理措施</vt:lpstr>
      <vt:lpstr>不合格类型及处理措施</vt:lpstr>
      <vt:lpstr>不合格类型及处理措施</vt:lpstr>
      <vt:lpstr>不合格类型及处理措施</vt:lpstr>
      <vt:lpstr>处理结果</vt:lpstr>
      <vt:lpstr>处理结果</vt:lpstr>
      <vt:lpstr>不合格台账更新</vt:lpstr>
      <vt:lpstr>不合格台账更新</vt:lpstr>
      <vt:lpstr>不合格台账更新</vt:lpstr>
      <vt:lpstr>感谢您的聆听！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孟德斯鸠</cp:lastModifiedBy>
  <cp:revision>14</cp:revision>
  <dcterms:created xsi:type="dcterms:W3CDTF">2026-04-16T03:19:00Z</dcterms:created>
  <dcterms:modified xsi:type="dcterms:W3CDTF">2026-06-30T06:53:39Z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2052-12.1.0.26895</vt:lpwstr>
  </property>
  <property fmtid="{D5CDD505-2E9C-101B-9397-08002B2CF9AE}" pid="3" name="ICV">
    <vt:lpwstr>419F39FFF7E54D448ED3958EE1F8308D_13</vt:lpwstr>
  </property>
</Properties>
</file>