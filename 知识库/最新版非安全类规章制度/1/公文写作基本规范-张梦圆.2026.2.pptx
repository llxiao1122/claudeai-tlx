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24"/>
  </p:handoutMasterIdLst>
  <p:sldIdLst>
    <p:sldId id="1374" r:id="rId3"/>
    <p:sldId id="1592" r:id="rId4"/>
    <p:sldId id="1591" r:id="rId5"/>
    <p:sldId id="257" r:id="rId6"/>
    <p:sldId id="1664" r:id="rId8"/>
    <p:sldId id="1596" r:id="rId9"/>
    <p:sldId id="1710" r:id="rId10"/>
    <p:sldId id="1590" r:id="rId11"/>
    <p:sldId id="1711" r:id="rId12"/>
    <p:sldId id="1712" r:id="rId13"/>
    <p:sldId id="1719" r:id="rId14"/>
    <p:sldId id="1714" r:id="rId15"/>
    <p:sldId id="1715" r:id="rId16"/>
    <p:sldId id="1718" r:id="rId17"/>
    <p:sldId id="1717" r:id="rId18"/>
    <p:sldId id="1716" r:id="rId19"/>
    <p:sldId id="1720" r:id="rId20"/>
    <p:sldId id="1729" r:id="rId21"/>
    <p:sldId id="1727" r:id="rId22"/>
    <p:sldId id="1732" r:id="rId23"/>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课件名称" id="{37D2117B-0FF5-464D-B89F-40D2CD3979C8}">
          <p14:sldIdLst>
            <p14:sldId id="1374"/>
          </p14:sldIdLst>
        </p14:section>
        <p14:section name="教学目标" id="{AE61F239-7F7E-40D9-894B-7393E27A8518}">
          <p14:sldIdLst>
            <p14:sldId id="1592"/>
          </p14:sldIdLst>
        </p14:section>
        <p14:section name="编制依据" id="{0440FD1D-ABA0-4499-911C-B987BA9C6242}">
          <p14:sldIdLst>
            <p14:sldId id="1591"/>
          </p14:sldIdLst>
        </p14:section>
        <p14:section name="目录" id="{0F239F18-95C3-4E63-AFAB-E39F76064CF0}">
          <p14:sldIdLst>
            <p14:sldId id="257"/>
          </p14:sldIdLst>
        </p14:section>
        <p14:section name="过渡页（可选）" id="{791EC54B-3524-48AB-9BC6-B7D1A8A3F359}">
          <p14:sldIdLst>
            <p14:sldId id="1664"/>
          </p14:sldIdLst>
        </p14:section>
        <p14:section name="课程介绍（可选）" id="{C7491B90-4EE4-465C-9DF4-154E9848E629}">
          <p14:sldIdLst/>
        </p14:section>
        <p14:section name="课程内容" id="{0426AE5F-1404-4AAC-B071-5FF67758FA5C}">
          <p14:sldIdLst>
            <p14:sldId id="1596"/>
            <p14:sldId id="1710"/>
            <p14:sldId id="1590"/>
            <p14:sldId id="1711"/>
            <p14:sldId id="1712"/>
            <p14:sldId id="1719"/>
            <p14:sldId id="1714"/>
            <p14:sldId id="1715"/>
            <p14:sldId id="1718"/>
            <p14:sldId id="1717"/>
            <p14:sldId id="1716"/>
            <p14:sldId id="1720"/>
            <p14:sldId id="1729"/>
            <p14:sldId id="1727"/>
            <p14:sldId id="1732"/>
          </p14:sldIdLst>
        </p14:section>
        <p14:section name="结尾页" id="{F410B246-BD8D-4D5B-AE04-CF795EC03CC3}">
          <p14:sldIdLst/>
        </p14:section>
      </p14:sectionLst>
    </p:ext>
    <p:ext uri="{EFAFB233-063F-42B5-8137-9DF3F51BA10A}">
      <p15:sldGuideLst xmlns:p15="http://schemas.microsoft.com/office/powerpoint/2012/main">
        <p15:guide id="1" orient="horz" pos="1890" userDrawn="1">
          <p15:clr>
            <a:srgbClr val="A4A3A4"/>
          </p15:clr>
        </p15:guide>
        <p15:guide id="2" pos="348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1" clrIdx="0"/>
  <p:cmAuthor id="7" name="1206988966@qq.com" initials="1" lastIdx="1" clrIdx="2"/>
  <p:cmAuthor id="1" name="Administrator" initials="A" lastIdx="1" clrIdx="0"/>
  <p:cmAuthor id="8" name="姜伟光" initials="姜" lastIdx="1" clrIdx="0"/>
  <p:cmAuthor id="2" name="16616" initials="1" lastIdx="1" clrIdx="1"/>
  <p:cmAuthor id="3" name="lenovo" initials="l" lastIdx="6" clrIdx="2"/>
  <p:cmAuthor id="75" name="作者" initials="A" lastIdx="0" clrIdx="24"/>
  <p:cmAuthor id="5" name="宋洁然" initials="宋" lastIdx="2" clrIdx="1"/>
  <p:cmAuthor id="6" name="ming qiu" initials="m" lastIdx="17" clrIdx="1"/>
  <p:cmAuthor id="10" name="张梦圆" initials="张" lastIdx="2" clrIdx="9"/>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77FF"/>
    <a:srgbClr val="006BFF"/>
    <a:srgbClr val="0078FF"/>
    <a:srgbClr val="00A6F8"/>
    <a:srgbClr val="006CFF"/>
    <a:srgbClr val="2F4A75"/>
    <a:srgbClr val="537BBA"/>
    <a:srgbClr val="0095FC"/>
    <a:srgbClr val="008CFD"/>
    <a:srgbClr val="006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27" autoAdjust="0"/>
    <p:restoredTop sz="94660"/>
  </p:normalViewPr>
  <p:slideViewPr>
    <p:cSldViewPr snapToGrid="0" showGuides="1">
      <p:cViewPr varScale="1">
        <p:scale>
          <a:sx n="77" d="100"/>
          <a:sy n="77" d="100"/>
        </p:scale>
        <p:origin x="684" y="96"/>
      </p:cViewPr>
      <p:guideLst>
        <p:guide orient="horz" pos="1890"/>
        <p:guide pos="3482"/>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gs" Target="tags/tag35.xml"/><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方正兰亭黑简体" panose="02000500000000000000" pitchFamily="2" charset="-122"/>
                <a:ea typeface="方正兰亭黑简体" panose="02000500000000000000" pitchFamily="2" charset="-122"/>
                <a:cs typeface="方正兰亭黑简体" panose="02000500000000000000" pitchFamily="2" charset="-122"/>
              </a:rPr>
            </a:fld>
            <a:endParaRPr lang="zh-CN" altLang="en-US" dirty="0">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方正兰亭黑简体" panose="02000500000000000000" pitchFamily="2" charset="-122"/>
                <a:ea typeface="方正兰亭黑简体" panose="02000500000000000000" pitchFamily="2" charset="-122"/>
                <a:cs typeface="方正兰亭黑简体" panose="02000500000000000000" pitchFamily="2" charset="-122"/>
              </a:rPr>
            </a:fld>
            <a:endParaRPr lang="zh-CN" altLang="en-US" dirty="0">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方正兰亭黑简体" panose="02000500000000000000" pitchFamily="2" charset="-122"/>
                <a:ea typeface="方正兰亭黑简体" panose="02000500000000000000" pitchFamily="2" charset="-122"/>
                <a:cs typeface="方正兰亭黑简体" panose="02000500000000000000" pitchFamily="2"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方正兰亭黑简体" panose="02000500000000000000" pitchFamily="2" charset="-122"/>
                <a:ea typeface="方正兰亭黑简体" panose="02000500000000000000" pitchFamily="2" charset="-122"/>
                <a:cs typeface="方正兰亭黑简体" panose="02000500000000000000" pitchFamily="2" charset="-122"/>
              </a:defRPr>
            </a:lvl1pPr>
          </a:lstStyle>
          <a:p>
            <a:fld id="{9D5BD93E-62B5-4187-8E40-B663E9E0AA2C}"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方正兰亭黑简体" panose="02000500000000000000" pitchFamily="2" charset="-122"/>
                <a:ea typeface="方正兰亭黑简体" panose="02000500000000000000" pitchFamily="2" charset="-122"/>
                <a:cs typeface="方正兰亭黑简体" panose="02000500000000000000" pitchFamily="2"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方正兰亭黑简体" panose="02000500000000000000" pitchFamily="2" charset="-122"/>
                <a:ea typeface="方正兰亭黑简体" panose="02000500000000000000" pitchFamily="2" charset="-122"/>
                <a:cs typeface="方正兰亭黑简体" panose="02000500000000000000" pitchFamily="2" charset="-122"/>
              </a:defRPr>
            </a:lvl1pPr>
          </a:lstStyle>
          <a:p>
            <a:fld id="{A97FA7BA-5ADC-4D9A-9DEB-217544C653CF}"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方正兰亭黑简体" panose="02000500000000000000" pitchFamily="2" charset="-122"/>
        <a:ea typeface="方正兰亭黑简体" panose="02000500000000000000" pitchFamily="2" charset="-122"/>
        <a:cs typeface="方正兰亭黑简体" panose="02000500000000000000" pitchFamily="2" charset="-122"/>
      </a:defRPr>
    </a:lvl1pPr>
    <a:lvl2pPr marL="457200" algn="l" defTabSz="914400" rtl="0" eaLnBrk="1" latinLnBrk="0" hangingPunct="1">
      <a:defRPr sz="1200" kern="1200">
        <a:solidFill>
          <a:schemeClr val="tx1"/>
        </a:solidFill>
        <a:latin typeface="方正兰亭黑简体" panose="02000500000000000000" pitchFamily="2" charset="-122"/>
        <a:ea typeface="方正兰亭黑简体" panose="02000500000000000000" pitchFamily="2" charset="-122"/>
        <a:cs typeface="方正兰亭黑简体" panose="02000500000000000000" pitchFamily="2" charset="-122"/>
      </a:defRPr>
    </a:lvl2pPr>
    <a:lvl3pPr marL="914400" algn="l" defTabSz="914400" rtl="0" eaLnBrk="1" latinLnBrk="0" hangingPunct="1">
      <a:defRPr sz="1200" kern="1200">
        <a:solidFill>
          <a:schemeClr val="tx1"/>
        </a:solidFill>
        <a:latin typeface="方正兰亭黑简体" panose="02000500000000000000" pitchFamily="2" charset="-122"/>
        <a:ea typeface="方正兰亭黑简体" panose="02000500000000000000" pitchFamily="2" charset="-122"/>
        <a:cs typeface="方正兰亭黑简体" panose="02000500000000000000" pitchFamily="2" charset="-122"/>
      </a:defRPr>
    </a:lvl3pPr>
    <a:lvl4pPr marL="1371600" algn="l" defTabSz="914400" rtl="0" eaLnBrk="1" latinLnBrk="0" hangingPunct="1">
      <a:defRPr sz="1200" kern="1200">
        <a:solidFill>
          <a:schemeClr val="tx1"/>
        </a:solidFill>
        <a:latin typeface="方正兰亭黑简体" panose="02000500000000000000" pitchFamily="2" charset="-122"/>
        <a:ea typeface="方正兰亭黑简体" panose="02000500000000000000" pitchFamily="2" charset="-122"/>
        <a:cs typeface="方正兰亭黑简体" panose="02000500000000000000" pitchFamily="2" charset="-122"/>
      </a:defRPr>
    </a:lvl4pPr>
    <a:lvl5pPr marL="1828800" algn="l" defTabSz="914400" rtl="0" eaLnBrk="1" latinLnBrk="0" hangingPunct="1">
      <a:defRPr sz="1200" kern="1200">
        <a:solidFill>
          <a:schemeClr val="tx1"/>
        </a:solidFill>
        <a:latin typeface="方正兰亭黑简体" panose="02000500000000000000" pitchFamily="2" charset="-122"/>
        <a:ea typeface="方正兰亭黑简体" panose="02000500000000000000" pitchFamily="2" charset="-122"/>
        <a:cs typeface="方正兰亭黑简体" panose="02000500000000000000" pitchFamily="2"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4069A2-4738-483B-BB51-FE5DE940810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7FA7BA-5ADC-4D9A-9DEB-217544C653CF}" type="slidenum">
              <a:rPr lang="zh-CN" altLang="en-US" smtClean="0"/>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7FA7BA-5ADC-4D9A-9DEB-217544C653CF}" type="slidenum">
              <a:rPr lang="zh-CN" altLang="en-US" smtClean="0"/>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7FA7BA-5ADC-4D9A-9DEB-217544C653CF}" type="slidenum">
              <a:rPr lang="zh-CN" altLang="en-US" smtClean="0"/>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7FA7BA-5ADC-4D9A-9DEB-217544C653CF}" type="slidenum">
              <a:rPr lang="zh-CN" altLang="en-US"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image" Target="../media/image3.png"/><Relationship Id="rId4" Type="http://schemas.openxmlformats.org/officeDocument/2006/relationships/tags" Target="../tags/tag1.xml"/><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4.xml"/><Relationship Id="rId7" Type="http://schemas.openxmlformats.org/officeDocument/2006/relationships/image" Target="../media/image7.png"/><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tags" Target="../tags/tag3.xml"/><Relationship Id="rId3" Type="http://schemas.openxmlformats.org/officeDocument/2006/relationships/image" Target="../media/image5.jpeg"/><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首页">
    <p:spTree>
      <p:nvGrpSpPr>
        <p:cNvPr id="1" name=""/>
        <p:cNvGrpSpPr/>
        <p:nvPr/>
      </p:nvGrpSpPr>
      <p:grpSpPr>
        <a:xfrm>
          <a:off x="0" y="0"/>
          <a:ext cx="0" cy="0"/>
          <a:chOff x="0" y="0"/>
          <a:chExt cx="0" cy="0"/>
        </a:xfrm>
      </p:grpSpPr>
      <p:grpSp>
        <p:nvGrpSpPr>
          <p:cNvPr id="33" name="组合 32"/>
          <p:cNvGrpSpPr/>
          <p:nvPr userDrawn="1"/>
        </p:nvGrpSpPr>
        <p:grpSpPr>
          <a:xfrm>
            <a:off x="6234716" y="-1"/>
            <a:ext cx="5957284" cy="6858003"/>
            <a:chOff x="6234716" y="-1"/>
            <a:chExt cx="5957284" cy="6858003"/>
          </a:xfrm>
        </p:grpSpPr>
        <p:sp>
          <p:nvSpPr>
            <p:cNvPr id="23" name="任意多边形: 形状 22"/>
            <p:cNvSpPr/>
            <p:nvPr userDrawn="1"/>
          </p:nvSpPr>
          <p:spPr>
            <a:xfrm flipV="1">
              <a:off x="6234716" y="4382255"/>
              <a:ext cx="5957284" cy="2475747"/>
            </a:xfrm>
            <a:custGeom>
              <a:avLst/>
              <a:gdLst>
                <a:gd name="connsiteX0" fmla="*/ 1530543 w 5957284"/>
                <a:gd name="connsiteY0" fmla="*/ 2475747 h 2475747"/>
                <a:gd name="connsiteX1" fmla="*/ 2336246 w 5957284"/>
                <a:gd name="connsiteY1" fmla="*/ 864341 h 2475747"/>
                <a:gd name="connsiteX2" fmla="*/ 2836665 w 5957284"/>
                <a:gd name="connsiteY2" fmla="*/ 555066 h 2475747"/>
                <a:gd name="connsiteX3" fmla="*/ 5938700 w 5957284"/>
                <a:gd name="connsiteY3" fmla="*/ 555066 h 2475747"/>
                <a:gd name="connsiteX4" fmla="*/ 5957284 w 5957284"/>
                <a:gd name="connsiteY4" fmla="*/ 556372 h 2475747"/>
                <a:gd name="connsiteX5" fmla="*/ 5957284 w 5957284"/>
                <a:gd name="connsiteY5" fmla="*/ 1 h 2475747"/>
                <a:gd name="connsiteX6" fmla="*/ 5347682 w 5957284"/>
                <a:gd name="connsiteY6" fmla="*/ 1 h 2475747"/>
                <a:gd name="connsiteX7" fmla="*/ 4906792 w 5957284"/>
                <a:gd name="connsiteY7" fmla="*/ 1 h 2475747"/>
                <a:gd name="connsiteX8" fmla="*/ 4906792 w 5957284"/>
                <a:gd name="connsiteY8" fmla="*/ 0 h 2475747"/>
                <a:gd name="connsiteX9" fmla="*/ 30390 w 5957284"/>
                <a:gd name="connsiteY9" fmla="*/ 0 h 2475747"/>
                <a:gd name="connsiteX10" fmla="*/ 27758 w 5957284"/>
                <a:gd name="connsiteY10" fmla="*/ 8867 h 2475747"/>
                <a:gd name="connsiteX11" fmla="*/ 111030 w 5957284"/>
                <a:gd name="connsiteY11" fmla="*/ 718665 h 2475747"/>
                <a:gd name="connsiteX12" fmla="*/ 703067 w 5957284"/>
                <a:gd name="connsiteY12" fmla="*/ 1902737 h 2475747"/>
                <a:gd name="connsiteX13" fmla="*/ 1495610 w 5957284"/>
                <a:gd name="connsiteY13" fmla="*/ 2473293 h 247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57284" h="2475747">
                  <a:moveTo>
                    <a:pt x="1530543" y="2475747"/>
                  </a:moveTo>
                  <a:lnTo>
                    <a:pt x="2336246" y="864341"/>
                  </a:lnTo>
                  <a:cubicBezTo>
                    <a:pt x="2431038" y="674756"/>
                    <a:pt x="2624701" y="555066"/>
                    <a:pt x="2836665" y="555066"/>
                  </a:cubicBezTo>
                  <a:lnTo>
                    <a:pt x="5938700" y="555066"/>
                  </a:lnTo>
                  <a:lnTo>
                    <a:pt x="5957284" y="556372"/>
                  </a:lnTo>
                  <a:lnTo>
                    <a:pt x="5957284" y="1"/>
                  </a:lnTo>
                  <a:lnTo>
                    <a:pt x="5347682" y="1"/>
                  </a:lnTo>
                  <a:lnTo>
                    <a:pt x="4906792" y="1"/>
                  </a:lnTo>
                  <a:lnTo>
                    <a:pt x="4906792" y="0"/>
                  </a:lnTo>
                  <a:lnTo>
                    <a:pt x="30390" y="0"/>
                  </a:lnTo>
                  <a:lnTo>
                    <a:pt x="27758" y="8867"/>
                  </a:lnTo>
                  <a:cubicBezTo>
                    <a:pt x="-27758" y="245466"/>
                    <a:pt x="0" y="496605"/>
                    <a:pt x="111030" y="718665"/>
                  </a:cubicBezTo>
                  <a:lnTo>
                    <a:pt x="703067" y="1902737"/>
                  </a:lnTo>
                  <a:cubicBezTo>
                    <a:pt x="858861" y="2214324"/>
                    <a:pt x="1156835" y="2425394"/>
                    <a:pt x="1495610" y="2473293"/>
                  </a:cubicBezTo>
                  <a:close/>
                </a:path>
              </a:pathLst>
            </a:custGeom>
            <a:gradFill flip="none" rotWithShape="1">
              <a:gsLst>
                <a:gs pos="100000">
                  <a:srgbClr val="00B0F0"/>
                </a:gs>
                <a:gs pos="13000">
                  <a:srgbClr val="0066FF"/>
                </a:gs>
              </a:gsLst>
              <a:lin ang="7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sp>
          <p:nvSpPr>
            <p:cNvPr id="21" name="任意多边形: 形状 20"/>
            <p:cNvSpPr/>
            <p:nvPr userDrawn="1"/>
          </p:nvSpPr>
          <p:spPr>
            <a:xfrm>
              <a:off x="6234716" y="-1"/>
              <a:ext cx="5957284" cy="2475748"/>
            </a:xfrm>
            <a:custGeom>
              <a:avLst/>
              <a:gdLst>
                <a:gd name="connsiteX0" fmla="*/ 4607455 w 5957284"/>
                <a:gd name="connsiteY0" fmla="*/ 0 h 2475748"/>
                <a:gd name="connsiteX1" fmla="*/ 5957284 w 5957284"/>
                <a:gd name="connsiteY1" fmla="*/ 0 h 2475748"/>
                <a:gd name="connsiteX2" fmla="*/ 5957284 w 5957284"/>
                <a:gd name="connsiteY2" fmla="*/ 556374 h 2475748"/>
                <a:gd name="connsiteX3" fmla="*/ 5938700 w 5957284"/>
                <a:gd name="connsiteY3" fmla="*/ 555068 h 2475748"/>
                <a:gd name="connsiteX4" fmla="*/ 2836665 w 5957284"/>
                <a:gd name="connsiteY4" fmla="*/ 555068 h 2475748"/>
                <a:gd name="connsiteX5" fmla="*/ 2336246 w 5957284"/>
                <a:gd name="connsiteY5" fmla="*/ 864344 h 2475748"/>
                <a:gd name="connsiteX6" fmla="*/ 1530544 w 5957284"/>
                <a:gd name="connsiteY6" fmla="*/ 2475748 h 2475748"/>
                <a:gd name="connsiteX7" fmla="*/ 1495610 w 5957284"/>
                <a:gd name="connsiteY7" fmla="*/ 2473294 h 2475748"/>
                <a:gd name="connsiteX8" fmla="*/ 703067 w 5957284"/>
                <a:gd name="connsiteY8" fmla="*/ 1902738 h 2475748"/>
                <a:gd name="connsiteX9" fmla="*/ 111030 w 5957284"/>
                <a:gd name="connsiteY9" fmla="*/ 718666 h 2475748"/>
                <a:gd name="connsiteX10" fmla="*/ 27758 w 5957284"/>
                <a:gd name="connsiteY10" fmla="*/ 8868 h 2475748"/>
                <a:gd name="connsiteX11" fmla="*/ 30390 w 5957284"/>
                <a:gd name="connsiteY11" fmla="*/ 1 h 2475748"/>
                <a:gd name="connsiteX12" fmla="*/ 4607455 w 5957284"/>
                <a:gd name="connsiteY12" fmla="*/ 1 h 2475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57284" h="2475748">
                  <a:moveTo>
                    <a:pt x="4607455" y="0"/>
                  </a:moveTo>
                  <a:lnTo>
                    <a:pt x="5957284" y="0"/>
                  </a:lnTo>
                  <a:lnTo>
                    <a:pt x="5957284" y="556374"/>
                  </a:lnTo>
                  <a:lnTo>
                    <a:pt x="5938700" y="555068"/>
                  </a:lnTo>
                  <a:lnTo>
                    <a:pt x="2836665" y="555068"/>
                  </a:lnTo>
                  <a:cubicBezTo>
                    <a:pt x="2624701" y="555068"/>
                    <a:pt x="2431038" y="674757"/>
                    <a:pt x="2336246" y="864344"/>
                  </a:cubicBezTo>
                  <a:lnTo>
                    <a:pt x="1530544" y="2475748"/>
                  </a:lnTo>
                  <a:lnTo>
                    <a:pt x="1495610" y="2473294"/>
                  </a:lnTo>
                  <a:cubicBezTo>
                    <a:pt x="1156835" y="2425395"/>
                    <a:pt x="858861" y="2214325"/>
                    <a:pt x="703067" y="1902738"/>
                  </a:cubicBezTo>
                  <a:lnTo>
                    <a:pt x="111030" y="718666"/>
                  </a:lnTo>
                  <a:cubicBezTo>
                    <a:pt x="0" y="496606"/>
                    <a:pt x="-27758" y="245467"/>
                    <a:pt x="27758" y="8868"/>
                  </a:cubicBezTo>
                  <a:lnTo>
                    <a:pt x="30390" y="1"/>
                  </a:lnTo>
                  <a:lnTo>
                    <a:pt x="4607455" y="1"/>
                  </a:lnTo>
                  <a:close/>
                </a:path>
              </a:pathLst>
            </a:custGeom>
            <a:gradFill flip="none" rotWithShape="1">
              <a:gsLst>
                <a:gs pos="100000">
                  <a:srgbClr val="00B0F0"/>
                </a:gs>
                <a:gs pos="13000">
                  <a:srgbClr val="0066FF"/>
                </a:gs>
              </a:gsLst>
              <a:lin ang="7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lt1"/>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pic>
          <p:nvPicPr>
            <p:cNvPr id="25" name="图片 24"/>
            <p:cNvPicPr>
              <a:picLocks noChangeAspect="1"/>
            </p:cNvPicPr>
            <p:nvPr userDrawn="1"/>
          </p:nvPicPr>
          <p:blipFill>
            <a:blip r:embed="rId2">
              <a:extLst>
                <a:ext uri="{28A0092B-C50C-407E-A947-70E740481C1C}">
                  <a14:useLocalDpi xmlns:a14="http://schemas.microsoft.com/office/drawing/2010/main" val="0"/>
                </a:ext>
              </a:extLst>
            </a:blip>
            <a:srcRect l="34039" t="1533" r="19736" b="1950"/>
            <a:stretch>
              <a:fillRect/>
            </a:stretch>
          </p:blipFill>
          <p:spPr>
            <a:xfrm>
              <a:off x="7468427" y="655153"/>
              <a:ext cx="4723573" cy="5547695"/>
            </a:xfrm>
            <a:custGeom>
              <a:avLst/>
              <a:gdLst>
                <a:gd name="connsiteX0" fmla="*/ 1656969 w 4723573"/>
                <a:gd name="connsiteY0" fmla="*/ 0 h 5547695"/>
                <a:gd name="connsiteX1" fmla="*/ 4650973 w 4723573"/>
                <a:gd name="connsiteY1" fmla="*/ 0 h 5547695"/>
                <a:gd name="connsiteX2" fmla="*/ 4723573 w 4723573"/>
                <a:gd name="connsiteY2" fmla="*/ 5101 h 5547695"/>
                <a:gd name="connsiteX3" fmla="*/ 4723573 w 4723573"/>
                <a:gd name="connsiteY3" fmla="*/ 5542595 h 5547695"/>
                <a:gd name="connsiteX4" fmla="*/ 4650973 w 4723573"/>
                <a:gd name="connsiteY4" fmla="*/ 5547695 h 5547695"/>
                <a:gd name="connsiteX5" fmla="*/ 1656969 w 4723573"/>
                <a:gd name="connsiteY5" fmla="*/ 5547695 h 5547695"/>
                <a:gd name="connsiteX6" fmla="*/ 1173978 w 4723573"/>
                <a:gd name="connsiteY6" fmla="*/ 5249191 h 5547695"/>
                <a:gd name="connsiteX7" fmla="*/ 57054 w 4723573"/>
                <a:gd name="connsiteY7" fmla="*/ 3015343 h 5547695"/>
                <a:gd name="connsiteX8" fmla="*/ 57054 w 4723573"/>
                <a:gd name="connsiteY8" fmla="*/ 2532353 h 5547695"/>
                <a:gd name="connsiteX9" fmla="*/ 1173978 w 4723573"/>
                <a:gd name="connsiteY9" fmla="*/ 298505 h 5547695"/>
                <a:gd name="connsiteX10" fmla="*/ 1656969 w 4723573"/>
                <a:gd name="connsiteY10" fmla="*/ 0 h 55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3573" h="5547695">
                  <a:moveTo>
                    <a:pt x="1656969" y="0"/>
                  </a:moveTo>
                  <a:lnTo>
                    <a:pt x="4650973" y="0"/>
                  </a:lnTo>
                  <a:lnTo>
                    <a:pt x="4723573" y="5101"/>
                  </a:lnTo>
                  <a:lnTo>
                    <a:pt x="4723573" y="5542595"/>
                  </a:lnTo>
                  <a:lnTo>
                    <a:pt x="4650973" y="5547695"/>
                  </a:lnTo>
                  <a:lnTo>
                    <a:pt x="1656969" y="5547695"/>
                  </a:lnTo>
                  <a:cubicBezTo>
                    <a:pt x="1452387" y="5547695"/>
                    <a:pt x="1265469" y="5432174"/>
                    <a:pt x="1173978" y="5249191"/>
                  </a:cubicBezTo>
                  <a:lnTo>
                    <a:pt x="57054" y="3015343"/>
                  </a:lnTo>
                  <a:cubicBezTo>
                    <a:pt x="-19017" y="2863201"/>
                    <a:pt x="-19017" y="2684494"/>
                    <a:pt x="57054" y="2532353"/>
                  </a:cubicBezTo>
                  <a:lnTo>
                    <a:pt x="1173978" y="298505"/>
                  </a:lnTo>
                  <a:cubicBezTo>
                    <a:pt x="1265469" y="115521"/>
                    <a:pt x="1452387" y="0"/>
                    <a:pt x="1656969" y="0"/>
                  </a:cubicBezTo>
                  <a:close/>
                </a:path>
              </a:pathLst>
            </a:custGeom>
            <a:effectLst>
              <a:outerShdw blurRad="190500" sx="102000" sy="102000" algn="ctr" rotWithShape="0">
                <a:schemeClr val="bg1">
                  <a:alpha val="20000"/>
                </a:schemeClr>
              </a:outerShdw>
            </a:effectLst>
          </p:spPr>
        </p:pic>
        <p:sp>
          <p:nvSpPr>
            <p:cNvPr id="29" name="任意多边形: 形状 28"/>
            <p:cNvSpPr/>
            <p:nvPr userDrawn="1"/>
          </p:nvSpPr>
          <p:spPr>
            <a:xfrm flipV="1">
              <a:off x="6234716" y="4382254"/>
              <a:ext cx="5957284" cy="2475747"/>
            </a:xfrm>
            <a:custGeom>
              <a:avLst/>
              <a:gdLst>
                <a:gd name="connsiteX0" fmla="*/ 1530543 w 5957284"/>
                <a:gd name="connsiteY0" fmla="*/ 2475747 h 2475747"/>
                <a:gd name="connsiteX1" fmla="*/ 2336246 w 5957284"/>
                <a:gd name="connsiteY1" fmla="*/ 864341 h 2475747"/>
                <a:gd name="connsiteX2" fmla="*/ 2836665 w 5957284"/>
                <a:gd name="connsiteY2" fmla="*/ 555066 h 2475747"/>
                <a:gd name="connsiteX3" fmla="*/ 5938700 w 5957284"/>
                <a:gd name="connsiteY3" fmla="*/ 555066 h 2475747"/>
                <a:gd name="connsiteX4" fmla="*/ 5957284 w 5957284"/>
                <a:gd name="connsiteY4" fmla="*/ 556372 h 2475747"/>
                <a:gd name="connsiteX5" fmla="*/ 5957284 w 5957284"/>
                <a:gd name="connsiteY5" fmla="*/ 1 h 2475747"/>
                <a:gd name="connsiteX6" fmla="*/ 5347682 w 5957284"/>
                <a:gd name="connsiteY6" fmla="*/ 1 h 2475747"/>
                <a:gd name="connsiteX7" fmla="*/ 4906792 w 5957284"/>
                <a:gd name="connsiteY7" fmla="*/ 1 h 2475747"/>
                <a:gd name="connsiteX8" fmla="*/ 4906792 w 5957284"/>
                <a:gd name="connsiteY8" fmla="*/ 0 h 2475747"/>
                <a:gd name="connsiteX9" fmla="*/ 30390 w 5957284"/>
                <a:gd name="connsiteY9" fmla="*/ 0 h 2475747"/>
                <a:gd name="connsiteX10" fmla="*/ 27758 w 5957284"/>
                <a:gd name="connsiteY10" fmla="*/ 8867 h 2475747"/>
                <a:gd name="connsiteX11" fmla="*/ 111030 w 5957284"/>
                <a:gd name="connsiteY11" fmla="*/ 718665 h 2475747"/>
                <a:gd name="connsiteX12" fmla="*/ 703067 w 5957284"/>
                <a:gd name="connsiteY12" fmla="*/ 1902737 h 2475747"/>
                <a:gd name="connsiteX13" fmla="*/ 1495610 w 5957284"/>
                <a:gd name="connsiteY13" fmla="*/ 2473293 h 247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57284" h="2475747">
                  <a:moveTo>
                    <a:pt x="1530543" y="2475747"/>
                  </a:moveTo>
                  <a:lnTo>
                    <a:pt x="2336246" y="864341"/>
                  </a:lnTo>
                  <a:cubicBezTo>
                    <a:pt x="2431038" y="674756"/>
                    <a:pt x="2624701" y="555066"/>
                    <a:pt x="2836665" y="555066"/>
                  </a:cubicBezTo>
                  <a:lnTo>
                    <a:pt x="5938700" y="555066"/>
                  </a:lnTo>
                  <a:lnTo>
                    <a:pt x="5957284" y="556372"/>
                  </a:lnTo>
                  <a:lnTo>
                    <a:pt x="5957284" y="1"/>
                  </a:lnTo>
                  <a:lnTo>
                    <a:pt x="5347682" y="1"/>
                  </a:lnTo>
                  <a:lnTo>
                    <a:pt x="4906792" y="1"/>
                  </a:lnTo>
                  <a:lnTo>
                    <a:pt x="4906792" y="0"/>
                  </a:lnTo>
                  <a:lnTo>
                    <a:pt x="30390" y="0"/>
                  </a:lnTo>
                  <a:lnTo>
                    <a:pt x="27758" y="8867"/>
                  </a:lnTo>
                  <a:cubicBezTo>
                    <a:pt x="-27758" y="245466"/>
                    <a:pt x="0" y="496605"/>
                    <a:pt x="111030" y="718665"/>
                  </a:cubicBezTo>
                  <a:lnTo>
                    <a:pt x="703067" y="1902737"/>
                  </a:lnTo>
                  <a:cubicBezTo>
                    <a:pt x="858861" y="2214324"/>
                    <a:pt x="1156835" y="2425394"/>
                    <a:pt x="1495610" y="2473293"/>
                  </a:cubicBezTo>
                  <a:close/>
                </a:path>
              </a:pathLst>
            </a:custGeom>
            <a:blipFill dpi="0" rotWithShape="1">
              <a:blip r:embed="rId3">
                <a:alphaModFix amt="38000"/>
              </a:blip>
              <a:srcRect/>
              <a:tile tx="6350000" ty="-190500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sp>
          <p:nvSpPr>
            <p:cNvPr id="32" name="任意多边形: 形状 31"/>
            <p:cNvSpPr/>
            <p:nvPr userDrawn="1"/>
          </p:nvSpPr>
          <p:spPr>
            <a:xfrm>
              <a:off x="6234716" y="0"/>
              <a:ext cx="5957284" cy="2475748"/>
            </a:xfrm>
            <a:custGeom>
              <a:avLst/>
              <a:gdLst>
                <a:gd name="connsiteX0" fmla="*/ 4607455 w 5957284"/>
                <a:gd name="connsiteY0" fmla="*/ 0 h 2475748"/>
                <a:gd name="connsiteX1" fmla="*/ 5957284 w 5957284"/>
                <a:gd name="connsiteY1" fmla="*/ 0 h 2475748"/>
                <a:gd name="connsiteX2" fmla="*/ 5957284 w 5957284"/>
                <a:gd name="connsiteY2" fmla="*/ 556374 h 2475748"/>
                <a:gd name="connsiteX3" fmla="*/ 5938700 w 5957284"/>
                <a:gd name="connsiteY3" fmla="*/ 555068 h 2475748"/>
                <a:gd name="connsiteX4" fmla="*/ 2836665 w 5957284"/>
                <a:gd name="connsiteY4" fmla="*/ 555068 h 2475748"/>
                <a:gd name="connsiteX5" fmla="*/ 2336246 w 5957284"/>
                <a:gd name="connsiteY5" fmla="*/ 864344 h 2475748"/>
                <a:gd name="connsiteX6" fmla="*/ 1530544 w 5957284"/>
                <a:gd name="connsiteY6" fmla="*/ 2475748 h 2475748"/>
                <a:gd name="connsiteX7" fmla="*/ 1495610 w 5957284"/>
                <a:gd name="connsiteY7" fmla="*/ 2473294 h 2475748"/>
                <a:gd name="connsiteX8" fmla="*/ 703067 w 5957284"/>
                <a:gd name="connsiteY8" fmla="*/ 1902738 h 2475748"/>
                <a:gd name="connsiteX9" fmla="*/ 111030 w 5957284"/>
                <a:gd name="connsiteY9" fmla="*/ 718666 h 2475748"/>
                <a:gd name="connsiteX10" fmla="*/ 27758 w 5957284"/>
                <a:gd name="connsiteY10" fmla="*/ 8868 h 2475748"/>
                <a:gd name="connsiteX11" fmla="*/ 30390 w 5957284"/>
                <a:gd name="connsiteY11" fmla="*/ 1 h 2475748"/>
                <a:gd name="connsiteX12" fmla="*/ 4607455 w 5957284"/>
                <a:gd name="connsiteY12" fmla="*/ 1 h 2475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57284" h="2475748">
                  <a:moveTo>
                    <a:pt x="4607455" y="0"/>
                  </a:moveTo>
                  <a:lnTo>
                    <a:pt x="5957284" y="0"/>
                  </a:lnTo>
                  <a:lnTo>
                    <a:pt x="5957284" y="556374"/>
                  </a:lnTo>
                  <a:lnTo>
                    <a:pt x="5938700" y="555068"/>
                  </a:lnTo>
                  <a:lnTo>
                    <a:pt x="2836665" y="555068"/>
                  </a:lnTo>
                  <a:cubicBezTo>
                    <a:pt x="2624701" y="555068"/>
                    <a:pt x="2431038" y="674757"/>
                    <a:pt x="2336246" y="864344"/>
                  </a:cubicBezTo>
                  <a:lnTo>
                    <a:pt x="1530544" y="2475748"/>
                  </a:lnTo>
                  <a:lnTo>
                    <a:pt x="1495610" y="2473294"/>
                  </a:lnTo>
                  <a:cubicBezTo>
                    <a:pt x="1156835" y="2425395"/>
                    <a:pt x="858861" y="2214325"/>
                    <a:pt x="703067" y="1902738"/>
                  </a:cubicBezTo>
                  <a:lnTo>
                    <a:pt x="111030" y="718666"/>
                  </a:lnTo>
                  <a:cubicBezTo>
                    <a:pt x="0" y="496606"/>
                    <a:pt x="-27758" y="245467"/>
                    <a:pt x="27758" y="8868"/>
                  </a:cubicBezTo>
                  <a:lnTo>
                    <a:pt x="30390" y="1"/>
                  </a:lnTo>
                  <a:lnTo>
                    <a:pt x="4607455" y="1"/>
                  </a:lnTo>
                  <a:close/>
                </a:path>
              </a:pathLst>
            </a:custGeom>
            <a:blipFill dpi="0" rotWithShape="1">
              <a:blip r:embed="rId3">
                <a:alphaModFix amt="38000"/>
              </a:blip>
              <a:srcRect/>
              <a:tile tx="2051050" ty="-154940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lt1"/>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grpSp>
      <p:pic>
        <p:nvPicPr>
          <p:cNvPr id="2" name="图片 1" descr="公司最新LOGO"/>
          <p:cNvPicPr>
            <a:picLocks noChangeAspect="1"/>
          </p:cNvPicPr>
          <p:nvPr userDrawn="1">
            <p:custDataLst>
              <p:tags r:id="rId4"/>
            </p:custDataLst>
          </p:nvPr>
        </p:nvPicPr>
        <p:blipFill>
          <a:blip r:embed="rId5"/>
          <a:stretch>
            <a:fillRect/>
          </a:stretch>
        </p:blipFill>
        <p:spPr>
          <a:xfrm>
            <a:off x="725805" y="183515"/>
            <a:ext cx="705485" cy="854075"/>
          </a:xfrm>
          <a:prstGeom prst="rect">
            <a:avLst/>
          </a:prstGeom>
        </p:spPr>
      </p:pic>
    </p:spTree>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16" name="矩形 15"/>
          <p:cNvSpPr/>
          <p:nvPr userDrawn="1"/>
        </p:nvSpPr>
        <p:spPr>
          <a:xfrm>
            <a:off x="0" y="1"/>
            <a:ext cx="4864100" cy="6858000"/>
          </a:xfrm>
          <a:prstGeom prst="rect">
            <a:avLst/>
          </a:prstGeom>
          <a:gradFill>
            <a:gsLst>
              <a:gs pos="0">
                <a:srgbClr val="00B0F0"/>
              </a:gs>
              <a:gs pos="100000">
                <a:srgbClr val="0066FF"/>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pic>
        <p:nvPicPr>
          <p:cNvPr id="17" name="图片 16" descr="形状&#10;&#10;中度可信度描述已自动生成"/>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37949"/>
          <a:stretch>
            <a:fillRect/>
          </a:stretch>
        </p:blipFill>
        <p:spPr>
          <a:xfrm rot="16200000">
            <a:off x="-996948" y="996950"/>
            <a:ext cx="6857999" cy="4864099"/>
          </a:xfrm>
          <a:prstGeom prst="rect">
            <a:avLst/>
          </a:prstGeom>
        </p:spPr>
      </p:pic>
      <p:sp>
        <p:nvSpPr>
          <p:cNvPr id="3" name="文本框 2"/>
          <p:cNvSpPr txBox="1"/>
          <p:nvPr userDrawn="1"/>
        </p:nvSpPr>
        <p:spPr>
          <a:xfrm>
            <a:off x="1711861" y="2508751"/>
            <a:ext cx="794614" cy="1754810"/>
          </a:xfrm>
          <a:custGeom>
            <a:avLst/>
            <a:gdLst/>
            <a:ahLst/>
            <a:cxnLst/>
            <a:rect l="l" t="t" r="r" b="b"/>
            <a:pathLst>
              <a:path w="794614" h="1754810">
                <a:moveTo>
                  <a:pt x="458496" y="1378458"/>
                </a:moveTo>
                <a:lnTo>
                  <a:pt x="458496" y="1395222"/>
                </a:lnTo>
                <a:cubicBezTo>
                  <a:pt x="481407" y="1430426"/>
                  <a:pt x="504038" y="1459204"/>
                  <a:pt x="526390" y="1481556"/>
                </a:cubicBezTo>
                <a:cubicBezTo>
                  <a:pt x="577799" y="1447470"/>
                  <a:pt x="626136" y="1413103"/>
                  <a:pt x="671398" y="1378458"/>
                </a:cubicBezTo>
                <a:close/>
                <a:moveTo>
                  <a:pt x="124892" y="1378458"/>
                </a:moveTo>
                <a:cubicBezTo>
                  <a:pt x="173508" y="1406957"/>
                  <a:pt x="218212" y="1434617"/>
                  <a:pt x="259004" y="1461440"/>
                </a:cubicBezTo>
                <a:lnTo>
                  <a:pt x="216256" y="1512570"/>
                </a:lnTo>
                <a:cubicBezTo>
                  <a:pt x="246990" y="1499717"/>
                  <a:pt x="291694" y="1479880"/>
                  <a:pt x="350368" y="1453058"/>
                </a:cubicBezTo>
                <a:lnTo>
                  <a:pt x="350368" y="1378458"/>
                </a:lnTo>
                <a:close/>
                <a:moveTo>
                  <a:pt x="74600" y="1001268"/>
                </a:moveTo>
                <a:lnTo>
                  <a:pt x="683971" y="1001268"/>
                </a:lnTo>
                <a:lnTo>
                  <a:pt x="683971" y="1288770"/>
                </a:lnTo>
                <a:lnTo>
                  <a:pt x="792099" y="1288770"/>
                </a:lnTo>
                <a:lnTo>
                  <a:pt x="792099" y="1378458"/>
                </a:lnTo>
                <a:lnTo>
                  <a:pt x="677266" y="1378458"/>
                </a:lnTo>
                <a:lnTo>
                  <a:pt x="746836" y="1453058"/>
                </a:lnTo>
                <a:cubicBezTo>
                  <a:pt x="694868" y="1488262"/>
                  <a:pt x="647370" y="1518437"/>
                  <a:pt x="604342" y="1543583"/>
                </a:cubicBezTo>
                <a:cubicBezTo>
                  <a:pt x="650723" y="1572641"/>
                  <a:pt x="714147" y="1597507"/>
                  <a:pt x="794614" y="1618183"/>
                </a:cubicBezTo>
                <a:cubicBezTo>
                  <a:pt x="760527" y="1683004"/>
                  <a:pt x="742087" y="1718488"/>
                  <a:pt x="739293" y="1724634"/>
                </a:cubicBezTo>
                <a:cubicBezTo>
                  <a:pt x="671119" y="1698371"/>
                  <a:pt x="615798" y="1671828"/>
                  <a:pt x="573329" y="1645005"/>
                </a:cubicBezTo>
                <a:cubicBezTo>
                  <a:pt x="528625" y="1616507"/>
                  <a:pt x="490347" y="1582420"/>
                  <a:pt x="458496" y="1542745"/>
                </a:cubicBezTo>
                <a:lnTo>
                  <a:pt x="458496" y="1624050"/>
                </a:lnTo>
                <a:cubicBezTo>
                  <a:pt x="458496" y="1669872"/>
                  <a:pt x="450952" y="1701444"/>
                  <a:pt x="435864" y="1718767"/>
                </a:cubicBezTo>
                <a:cubicBezTo>
                  <a:pt x="420218" y="1737207"/>
                  <a:pt x="390043" y="1747825"/>
                  <a:pt x="345339" y="1750619"/>
                </a:cubicBezTo>
                <a:cubicBezTo>
                  <a:pt x="307340" y="1752854"/>
                  <a:pt x="273253" y="1754251"/>
                  <a:pt x="243078" y="1754810"/>
                </a:cubicBezTo>
                <a:cubicBezTo>
                  <a:pt x="237490" y="1724634"/>
                  <a:pt x="229946" y="1691665"/>
                  <a:pt x="220447" y="1655902"/>
                </a:cubicBezTo>
                <a:cubicBezTo>
                  <a:pt x="244475" y="1657020"/>
                  <a:pt x="271298" y="1657299"/>
                  <a:pt x="300914" y="1656740"/>
                </a:cubicBezTo>
                <a:cubicBezTo>
                  <a:pt x="319354" y="1656740"/>
                  <a:pt x="332207" y="1653108"/>
                  <a:pt x="339471" y="1645844"/>
                </a:cubicBezTo>
                <a:cubicBezTo>
                  <a:pt x="346736" y="1638579"/>
                  <a:pt x="350368" y="1625727"/>
                  <a:pt x="350368" y="1607286"/>
                </a:cubicBezTo>
                <a:lnTo>
                  <a:pt x="350368" y="1560347"/>
                </a:lnTo>
                <a:cubicBezTo>
                  <a:pt x="157582" y="1651432"/>
                  <a:pt x="53645" y="1700606"/>
                  <a:pt x="38557" y="1707870"/>
                </a:cubicBezTo>
                <a:lnTo>
                  <a:pt x="0" y="1598066"/>
                </a:lnTo>
                <a:cubicBezTo>
                  <a:pt x="60909" y="1576273"/>
                  <a:pt x="119863" y="1553362"/>
                  <a:pt x="176860" y="1529334"/>
                </a:cubicBezTo>
                <a:cubicBezTo>
                  <a:pt x="128245" y="1494688"/>
                  <a:pt x="86894" y="1466189"/>
                  <a:pt x="52807" y="1443837"/>
                </a:cubicBezTo>
                <a:lnTo>
                  <a:pt x="105613" y="1378458"/>
                </a:lnTo>
                <a:lnTo>
                  <a:pt x="4191" y="1378458"/>
                </a:lnTo>
                <a:lnTo>
                  <a:pt x="4191" y="1288770"/>
                </a:lnTo>
                <a:lnTo>
                  <a:pt x="576682" y="1288770"/>
                </a:lnTo>
                <a:lnTo>
                  <a:pt x="576682" y="1230935"/>
                </a:lnTo>
                <a:lnTo>
                  <a:pt x="96393" y="1230935"/>
                </a:lnTo>
                <a:lnTo>
                  <a:pt x="96393" y="1145438"/>
                </a:lnTo>
                <a:lnTo>
                  <a:pt x="576682" y="1145438"/>
                </a:lnTo>
                <a:lnTo>
                  <a:pt x="576682" y="1088441"/>
                </a:lnTo>
                <a:lnTo>
                  <a:pt x="74600" y="1088441"/>
                </a:lnTo>
                <a:close/>
                <a:moveTo>
                  <a:pt x="190272" y="490347"/>
                </a:moveTo>
                <a:lnTo>
                  <a:pt x="190272" y="595960"/>
                </a:lnTo>
                <a:lnTo>
                  <a:pt x="604342" y="595960"/>
                </a:lnTo>
                <a:lnTo>
                  <a:pt x="604342" y="490347"/>
                </a:lnTo>
                <a:close/>
                <a:moveTo>
                  <a:pt x="190272" y="295046"/>
                </a:moveTo>
                <a:lnTo>
                  <a:pt x="190272" y="398145"/>
                </a:lnTo>
                <a:lnTo>
                  <a:pt x="604342" y="398145"/>
                </a:lnTo>
                <a:lnTo>
                  <a:pt x="604342" y="295046"/>
                </a:lnTo>
                <a:close/>
                <a:moveTo>
                  <a:pt x="190272" y="98069"/>
                </a:moveTo>
                <a:lnTo>
                  <a:pt x="190272" y="202844"/>
                </a:lnTo>
                <a:lnTo>
                  <a:pt x="604342" y="202844"/>
                </a:lnTo>
                <a:lnTo>
                  <a:pt x="604342" y="98069"/>
                </a:lnTo>
                <a:close/>
                <a:moveTo>
                  <a:pt x="77115" y="0"/>
                </a:moveTo>
                <a:lnTo>
                  <a:pt x="718338" y="0"/>
                </a:lnTo>
                <a:lnTo>
                  <a:pt x="718338" y="746836"/>
                </a:lnTo>
                <a:lnTo>
                  <a:pt x="604342" y="746836"/>
                </a:lnTo>
                <a:lnTo>
                  <a:pt x="604342" y="694029"/>
                </a:lnTo>
                <a:lnTo>
                  <a:pt x="190272" y="694029"/>
                </a:lnTo>
                <a:lnTo>
                  <a:pt x="190272" y="746836"/>
                </a:lnTo>
                <a:lnTo>
                  <a:pt x="77115" y="746836"/>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6600" dirty="0">
              <a:solidFill>
                <a:schemeClr val="bg1"/>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sp>
        <p:nvSpPr>
          <p:cNvPr id="5" name="任意多边形: 形状 4"/>
          <p:cNvSpPr/>
          <p:nvPr userDrawn="1"/>
        </p:nvSpPr>
        <p:spPr>
          <a:xfrm rot="16200000">
            <a:off x="898868" y="3033992"/>
            <a:ext cx="5806516" cy="773582"/>
          </a:xfrm>
          <a:custGeom>
            <a:avLst/>
            <a:gdLst/>
            <a:ahLst/>
            <a:cxnLst/>
            <a:rect l="l" t="t" r="r" b="b"/>
            <a:pathLst>
              <a:path w="5806516" h="773582">
                <a:moveTo>
                  <a:pt x="674827" y="516636"/>
                </a:moveTo>
                <a:cubicBezTo>
                  <a:pt x="637642" y="684276"/>
                  <a:pt x="530047" y="769620"/>
                  <a:pt x="352044" y="772668"/>
                </a:cubicBezTo>
                <a:cubicBezTo>
                  <a:pt x="244755" y="772668"/>
                  <a:pt x="159106" y="736701"/>
                  <a:pt x="95098" y="664769"/>
                </a:cubicBezTo>
                <a:cubicBezTo>
                  <a:pt x="31699" y="594055"/>
                  <a:pt x="0" y="500481"/>
                  <a:pt x="0" y="384048"/>
                </a:cubicBezTo>
                <a:cubicBezTo>
                  <a:pt x="1219" y="267005"/>
                  <a:pt x="33528" y="174041"/>
                  <a:pt x="96927" y="105156"/>
                </a:cubicBezTo>
                <a:cubicBezTo>
                  <a:pt x="160325" y="36880"/>
                  <a:pt x="245669" y="1829"/>
                  <a:pt x="352958" y="0"/>
                </a:cubicBezTo>
                <a:cubicBezTo>
                  <a:pt x="432207" y="0"/>
                  <a:pt x="500787" y="22250"/>
                  <a:pt x="558699" y="66751"/>
                </a:cubicBezTo>
                <a:cubicBezTo>
                  <a:pt x="611734" y="107594"/>
                  <a:pt x="647395" y="160020"/>
                  <a:pt x="665683" y="224028"/>
                </a:cubicBezTo>
                <a:lnTo>
                  <a:pt x="529438" y="256946"/>
                </a:lnTo>
                <a:cubicBezTo>
                  <a:pt x="518465" y="217322"/>
                  <a:pt x="497434" y="185318"/>
                  <a:pt x="466344" y="160934"/>
                </a:cubicBezTo>
                <a:cubicBezTo>
                  <a:pt x="434035" y="135331"/>
                  <a:pt x="395935" y="122529"/>
                  <a:pt x="352044" y="122529"/>
                </a:cubicBezTo>
                <a:cubicBezTo>
                  <a:pt x="289865" y="122529"/>
                  <a:pt x="239878" y="148133"/>
                  <a:pt x="202083" y="199339"/>
                </a:cubicBezTo>
                <a:cubicBezTo>
                  <a:pt x="166726" y="247497"/>
                  <a:pt x="149047" y="308762"/>
                  <a:pt x="149047" y="383133"/>
                </a:cubicBezTo>
                <a:cubicBezTo>
                  <a:pt x="149047" y="466649"/>
                  <a:pt x="169164" y="532790"/>
                  <a:pt x="209398" y="581558"/>
                </a:cubicBezTo>
                <a:cubicBezTo>
                  <a:pt x="247193" y="627278"/>
                  <a:pt x="294742" y="650138"/>
                  <a:pt x="352044" y="650138"/>
                </a:cubicBezTo>
                <a:cubicBezTo>
                  <a:pt x="403251" y="650138"/>
                  <a:pt x="444399" y="635508"/>
                  <a:pt x="475488" y="606247"/>
                </a:cubicBezTo>
                <a:cubicBezTo>
                  <a:pt x="507187" y="576377"/>
                  <a:pt x="527609" y="532181"/>
                  <a:pt x="536753" y="473659"/>
                </a:cubicBezTo>
                <a:close/>
                <a:moveTo>
                  <a:pt x="1323975" y="388620"/>
                </a:moveTo>
                <a:cubicBezTo>
                  <a:pt x="1323975" y="306324"/>
                  <a:pt x="1304468" y="241401"/>
                  <a:pt x="1265454" y="193853"/>
                </a:cubicBezTo>
                <a:cubicBezTo>
                  <a:pt x="1226439" y="146304"/>
                  <a:pt x="1174623" y="122529"/>
                  <a:pt x="1110006" y="122529"/>
                </a:cubicBezTo>
                <a:cubicBezTo>
                  <a:pt x="1047217" y="122529"/>
                  <a:pt x="995706" y="146609"/>
                  <a:pt x="955472" y="194767"/>
                </a:cubicBezTo>
                <a:cubicBezTo>
                  <a:pt x="914629" y="243535"/>
                  <a:pt x="894207" y="307848"/>
                  <a:pt x="894207" y="387705"/>
                </a:cubicBezTo>
                <a:cubicBezTo>
                  <a:pt x="894207" y="470001"/>
                  <a:pt x="915238" y="535229"/>
                  <a:pt x="957301" y="583387"/>
                </a:cubicBezTo>
                <a:cubicBezTo>
                  <a:pt x="996315" y="627888"/>
                  <a:pt x="1046302" y="650138"/>
                  <a:pt x="1107262" y="650138"/>
                </a:cubicBezTo>
                <a:cubicBezTo>
                  <a:pt x="1174928" y="650138"/>
                  <a:pt x="1227963" y="626973"/>
                  <a:pt x="1266368" y="580644"/>
                </a:cubicBezTo>
                <a:cubicBezTo>
                  <a:pt x="1304773" y="534314"/>
                  <a:pt x="1323975" y="470306"/>
                  <a:pt x="1323975" y="388620"/>
                </a:cubicBezTo>
                <a:close/>
                <a:moveTo>
                  <a:pt x="1478509" y="387705"/>
                </a:moveTo>
                <a:cubicBezTo>
                  <a:pt x="1478509" y="503529"/>
                  <a:pt x="1444981" y="596798"/>
                  <a:pt x="1377925" y="667512"/>
                </a:cubicBezTo>
                <a:cubicBezTo>
                  <a:pt x="1310869" y="738225"/>
                  <a:pt x="1222477" y="773582"/>
                  <a:pt x="1112749" y="773582"/>
                </a:cubicBezTo>
                <a:cubicBezTo>
                  <a:pt x="1005459" y="773582"/>
                  <a:pt x="917982" y="738530"/>
                  <a:pt x="850316" y="668426"/>
                </a:cubicBezTo>
                <a:cubicBezTo>
                  <a:pt x="781431" y="597103"/>
                  <a:pt x="746989" y="503834"/>
                  <a:pt x="746989" y="388620"/>
                </a:cubicBezTo>
                <a:cubicBezTo>
                  <a:pt x="746989" y="272796"/>
                  <a:pt x="779298" y="179832"/>
                  <a:pt x="843915" y="109728"/>
                </a:cubicBezTo>
                <a:cubicBezTo>
                  <a:pt x="910362" y="37185"/>
                  <a:pt x="1000582" y="914"/>
                  <a:pt x="1114578" y="914"/>
                </a:cubicBezTo>
                <a:cubicBezTo>
                  <a:pt x="1224306" y="914"/>
                  <a:pt x="1313307" y="39014"/>
                  <a:pt x="1381582" y="115214"/>
                </a:cubicBezTo>
                <a:cubicBezTo>
                  <a:pt x="1446200" y="187757"/>
                  <a:pt x="1478509" y="278587"/>
                  <a:pt x="1478509" y="387705"/>
                </a:cubicBezTo>
                <a:close/>
                <a:moveTo>
                  <a:pt x="2238756" y="11887"/>
                </a:moveTo>
                <a:lnTo>
                  <a:pt x="2238756" y="759866"/>
                </a:lnTo>
                <a:lnTo>
                  <a:pt x="2087880" y="759866"/>
                </a:lnTo>
                <a:cubicBezTo>
                  <a:pt x="1982420" y="591617"/>
                  <a:pt x="1876959" y="423062"/>
                  <a:pt x="1771498" y="254203"/>
                </a:cubicBezTo>
                <a:cubicBezTo>
                  <a:pt x="1755648" y="230429"/>
                  <a:pt x="1741932" y="206045"/>
                  <a:pt x="1730350" y="181051"/>
                </a:cubicBezTo>
                <a:lnTo>
                  <a:pt x="1728521" y="181051"/>
                </a:lnTo>
                <a:cubicBezTo>
                  <a:pt x="1730350" y="206045"/>
                  <a:pt x="1731264" y="248412"/>
                  <a:pt x="1731264" y="308153"/>
                </a:cubicBezTo>
                <a:lnTo>
                  <a:pt x="1731264" y="759866"/>
                </a:lnTo>
                <a:lnTo>
                  <a:pt x="1595933" y="759866"/>
                </a:lnTo>
                <a:lnTo>
                  <a:pt x="1595933" y="11887"/>
                </a:lnTo>
                <a:lnTo>
                  <a:pt x="1755953" y="11887"/>
                </a:lnTo>
                <a:cubicBezTo>
                  <a:pt x="1858366" y="176479"/>
                  <a:pt x="1960474" y="340766"/>
                  <a:pt x="2062277" y="504749"/>
                </a:cubicBezTo>
                <a:cubicBezTo>
                  <a:pt x="2087271" y="547421"/>
                  <a:pt x="2101291" y="572719"/>
                  <a:pt x="2104339" y="580644"/>
                </a:cubicBezTo>
                <a:lnTo>
                  <a:pt x="2107083" y="580644"/>
                </a:lnTo>
                <a:cubicBezTo>
                  <a:pt x="2105254" y="538581"/>
                  <a:pt x="2104339" y="501701"/>
                  <a:pt x="2104339" y="470001"/>
                </a:cubicBezTo>
                <a:lnTo>
                  <a:pt x="2104339" y="11887"/>
                </a:lnTo>
                <a:close/>
                <a:moveTo>
                  <a:pt x="2970275" y="11887"/>
                </a:moveTo>
                <a:lnTo>
                  <a:pt x="2970275" y="128016"/>
                </a:lnTo>
                <a:lnTo>
                  <a:pt x="2723388" y="128016"/>
                </a:lnTo>
                <a:lnTo>
                  <a:pt x="2723388" y="759866"/>
                </a:lnTo>
                <a:lnTo>
                  <a:pt x="2581656" y="759866"/>
                </a:lnTo>
                <a:lnTo>
                  <a:pt x="2581656" y="128016"/>
                </a:lnTo>
                <a:lnTo>
                  <a:pt x="2332939" y="128016"/>
                </a:lnTo>
                <a:lnTo>
                  <a:pt x="2332939" y="11887"/>
                </a:lnTo>
                <a:close/>
                <a:moveTo>
                  <a:pt x="3632454" y="642823"/>
                </a:moveTo>
                <a:lnTo>
                  <a:pt x="3632454" y="758952"/>
                </a:lnTo>
                <a:lnTo>
                  <a:pt x="3056382" y="758952"/>
                </a:lnTo>
                <a:lnTo>
                  <a:pt x="3056382" y="10973"/>
                </a:lnTo>
                <a:lnTo>
                  <a:pt x="3618738" y="10973"/>
                </a:lnTo>
                <a:lnTo>
                  <a:pt x="3618738" y="127101"/>
                </a:lnTo>
                <a:lnTo>
                  <a:pt x="3198114" y="127101"/>
                </a:lnTo>
                <a:lnTo>
                  <a:pt x="3198114" y="317297"/>
                </a:lnTo>
                <a:lnTo>
                  <a:pt x="3593135" y="317297"/>
                </a:lnTo>
                <a:lnTo>
                  <a:pt x="3593135" y="432511"/>
                </a:lnTo>
                <a:lnTo>
                  <a:pt x="3198114" y="432511"/>
                </a:lnTo>
                <a:lnTo>
                  <a:pt x="3198114" y="642823"/>
                </a:lnTo>
                <a:close/>
                <a:moveTo>
                  <a:pt x="4400930" y="11887"/>
                </a:moveTo>
                <a:lnTo>
                  <a:pt x="4400930" y="759866"/>
                </a:lnTo>
                <a:lnTo>
                  <a:pt x="4250054" y="759866"/>
                </a:lnTo>
                <a:cubicBezTo>
                  <a:pt x="4144594" y="591617"/>
                  <a:pt x="4039134" y="423062"/>
                  <a:pt x="3933672" y="254203"/>
                </a:cubicBezTo>
                <a:cubicBezTo>
                  <a:pt x="3917823" y="230429"/>
                  <a:pt x="3904107" y="206045"/>
                  <a:pt x="3892524" y="181051"/>
                </a:cubicBezTo>
                <a:lnTo>
                  <a:pt x="3890695" y="181051"/>
                </a:lnTo>
                <a:cubicBezTo>
                  <a:pt x="3892524" y="206045"/>
                  <a:pt x="3893439" y="248412"/>
                  <a:pt x="3893439" y="308153"/>
                </a:cubicBezTo>
                <a:lnTo>
                  <a:pt x="3893439" y="759866"/>
                </a:lnTo>
                <a:lnTo>
                  <a:pt x="3758108" y="759866"/>
                </a:lnTo>
                <a:lnTo>
                  <a:pt x="3758108" y="11887"/>
                </a:lnTo>
                <a:lnTo>
                  <a:pt x="3918127" y="11887"/>
                </a:lnTo>
                <a:cubicBezTo>
                  <a:pt x="4020540" y="176479"/>
                  <a:pt x="4122649" y="340766"/>
                  <a:pt x="4224452" y="504749"/>
                </a:cubicBezTo>
                <a:cubicBezTo>
                  <a:pt x="4249445" y="547421"/>
                  <a:pt x="4263466" y="572719"/>
                  <a:pt x="4266514" y="580644"/>
                </a:cubicBezTo>
                <a:lnTo>
                  <a:pt x="4269257" y="580644"/>
                </a:lnTo>
                <a:cubicBezTo>
                  <a:pt x="4267428" y="538581"/>
                  <a:pt x="4266514" y="501701"/>
                  <a:pt x="4266514" y="470001"/>
                </a:cubicBezTo>
                <a:lnTo>
                  <a:pt x="4266514" y="11887"/>
                </a:lnTo>
                <a:close/>
                <a:moveTo>
                  <a:pt x="5132451" y="11887"/>
                </a:moveTo>
                <a:lnTo>
                  <a:pt x="5132451" y="128016"/>
                </a:lnTo>
                <a:lnTo>
                  <a:pt x="4885562" y="128016"/>
                </a:lnTo>
                <a:lnTo>
                  <a:pt x="4885562" y="759866"/>
                </a:lnTo>
                <a:lnTo>
                  <a:pt x="4743831" y="759866"/>
                </a:lnTo>
                <a:lnTo>
                  <a:pt x="4743831" y="128016"/>
                </a:lnTo>
                <a:lnTo>
                  <a:pt x="4495114" y="128016"/>
                </a:lnTo>
                <a:lnTo>
                  <a:pt x="4495114" y="11887"/>
                </a:lnTo>
                <a:close/>
                <a:moveTo>
                  <a:pt x="5806516" y="548640"/>
                </a:moveTo>
                <a:cubicBezTo>
                  <a:pt x="5806516" y="616305"/>
                  <a:pt x="5782131" y="670255"/>
                  <a:pt x="5733364" y="710489"/>
                </a:cubicBezTo>
                <a:cubicBezTo>
                  <a:pt x="5682157" y="752551"/>
                  <a:pt x="5610530" y="773582"/>
                  <a:pt x="5518480" y="773582"/>
                </a:cubicBezTo>
                <a:cubicBezTo>
                  <a:pt x="5420943" y="773582"/>
                  <a:pt x="5345659" y="753161"/>
                  <a:pt x="5292623" y="712317"/>
                </a:cubicBezTo>
                <a:cubicBezTo>
                  <a:pt x="5240198" y="672084"/>
                  <a:pt x="5204840" y="609295"/>
                  <a:pt x="5186553" y="523951"/>
                </a:cubicBezTo>
                <a:lnTo>
                  <a:pt x="5326456" y="493776"/>
                </a:lnTo>
                <a:cubicBezTo>
                  <a:pt x="5342915" y="607161"/>
                  <a:pt x="5405398" y="662635"/>
                  <a:pt x="5513908" y="660197"/>
                </a:cubicBezTo>
                <a:cubicBezTo>
                  <a:pt x="5559628" y="660197"/>
                  <a:pt x="5595289" y="649529"/>
                  <a:pt x="5620893" y="628193"/>
                </a:cubicBezTo>
                <a:cubicBezTo>
                  <a:pt x="5644057" y="609295"/>
                  <a:pt x="5655640" y="584606"/>
                  <a:pt x="5655640" y="554126"/>
                </a:cubicBezTo>
                <a:cubicBezTo>
                  <a:pt x="5655640" y="529133"/>
                  <a:pt x="5648020" y="508711"/>
                  <a:pt x="5632780" y="492861"/>
                </a:cubicBezTo>
                <a:cubicBezTo>
                  <a:pt x="5615711" y="474573"/>
                  <a:pt x="5585840" y="458114"/>
                  <a:pt x="5543169" y="443484"/>
                </a:cubicBezTo>
                <a:cubicBezTo>
                  <a:pt x="5500496" y="429463"/>
                  <a:pt x="5461787" y="418490"/>
                  <a:pt x="5427040" y="410565"/>
                </a:cubicBezTo>
                <a:cubicBezTo>
                  <a:pt x="5347792" y="391668"/>
                  <a:pt x="5292013" y="365760"/>
                  <a:pt x="5259704" y="332841"/>
                </a:cubicBezTo>
                <a:cubicBezTo>
                  <a:pt x="5228616" y="301142"/>
                  <a:pt x="5213070" y="257251"/>
                  <a:pt x="5213070" y="201168"/>
                </a:cubicBezTo>
                <a:cubicBezTo>
                  <a:pt x="5213070" y="144475"/>
                  <a:pt x="5237149" y="97231"/>
                  <a:pt x="5285308" y="59436"/>
                </a:cubicBezTo>
                <a:cubicBezTo>
                  <a:pt x="5335904" y="19812"/>
                  <a:pt x="5401741" y="0"/>
                  <a:pt x="5482818" y="0"/>
                </a:cubicBezTo>
                <a:cubicBezTo>
                  <a:pt x="5573039" y="0"/>
                  <a:pt x="5642838" y="17678"/>
                  <a:pt x="5692216" y="53035"/>
                </a:cubicBezTo>
                <a:cubicBezTo>
                  <a:pt x="5739155" y="86563"/>
                  <a:pt x="5770549" y="138074"/>
                  <a:pt x="5786399" y="207569"/>
                </a:cubicBezTo>
                <a:lnTo>
                  <a:pt x="5646496" y="235915"/>
                </a:lnTo>
                <a:cubicBezTo>
                  <a:pt x="5640400" y="196901"/>
                  <a:pt x="5624855" y="167030"/>
                  <a:pt x="5599862" y="146304"/>
                </a:cubicBezTo>
                <a:cubicBezTo>
                  <a:pt x="5573648" y="124358"/>
                  <a:pt x="5537072" y="113385"/>
                  <a:pt x="5490133" y="113385"/>
                </a:cubicBezTo>
                <a:cubicBezTo>
                  <a:pt x="5449900" y="113385"/>
                  <a:pt x="5417896" y="122834"/>
                  <a:pt x="5394121" y="141732"/>
                </a:cubicBezTo>
                <a:cubicBezTo>
                  <a:pt x="5372785" y="158191"/>
                  <a:pt x="5362117" y="178308"/>
                  <a:pt x="5362117" y="202082"/>
                </a:cubicBezTo>
                <a:cubicBezTo>
                  <a:pt x="5362117" y="228295"/>
                  <a:pt x="5372480" y="249021"/>
                  <a:pt x="5393207" y="264261"/>
                </a:cubicBezTo>
                <a:cubicBezTo>
                  <a:pt x="5414543" y="279501"/>
                  <a:pt x="5454472" y="293827"/>
                  <a:pt x="5512994" y="307238"/>
                </a:cubicBezTo>
                <a:cubicBezTo>
                  <a:pt x="5556885" y="316382"/>
                  <a:pt x="5604128" y="331317"/>
                  <a:pt x="5654726" y="352044"/>
                </a:cubicBezTo>
                <a:cubicBezTo>
                  <a:pt x="5755919" y="394716"/>
                  <a:pt x="5806516" y="460248"/>
                  <a:pt x="5806516" y="548640"/>
                </a:cubicBezTo>
                <a:close/>
              </a:path>
            </a:pathLst>
          </a:custGeom>
          <a:gradFill flip="none" rotWithShape="1">
            <a:gsLst>
              <a:gs pos="0">
                <a:schemeClr val="bg1">
                  <a:alpha val="0"/>
                </a:schemeClr>
              </a:gs>
              <a:gs pos="100000">
                <a:schemeClr val="bg1">
                  <a:alpha val="50000"/>
                </a:schemeClr>
              </a:gs>
            </a:gsLst>
            <a:lin ang="16200000" scaled="1"/>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7200" spc="-150" dirty="0">
              <a:gradFill flip="none" rotWithShape="1">
                <a:gsLst>
                  <a:gs pos="0">
                    <a:schemeClr val="bg1">
                      <a:alpha val="0"/>
                    </a:schemeClr>
                  </a:gs>
                  <a:gs pos="100000">
                    <a:schemeClr val="bg1">
                      <a:alpha val="50000"/>
                    </a:schemeClr>
                  </a:gs>
                </a:gsLst>
                <a:lin ang="16200000" scaled="1"/>
                <a:tileRect/>
              </a:gra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spTree>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过渡页1">
    <p:spTree>
      <p:nvGrpSpPr>
        <p:cNvPr id="1" name=""/>
        <p:cNvGrpSpPr/>
        <p:nvPr/>
      </p:nvGrpSpPr>
      <p:grpSpPr>
        <a:xfrm>
          <a:off x="0" y="0"/>
          <a:ext cx="0" cy="0"/>
          <a:chOff x="0" y="0"/>
          <a:chExt cx="0" cy="0"/>
        </a:xfrm>
      </p:grpSpPr>
      <p:sp>
        <p:nvSpPr>
          <p:cNvPr id="5" name="矩形 4"/>
          <p:cNvSpPr/>
          <p:nvPr userDrawn="1"/>
        </p:nvSpPr>
        <p:spPr>
          <a:xfrm>
            <a:off x="0" y="0"/>
            <a:ext cx="1219199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7" name="图片 6"/>
          <p:cNvPicPr>
            <a:picLocks noChangeAspect="1"/>
          </p:cNvPicPr>
          <p:nvPr userDrawn="1">
            <p:custDataLst>
              <p:tags r:id="rId2"/>
            </p:custDataLst>
          </p:nvPr>
        </p:nvPicPr>
        <p:blipFill rotWithShape="1">
          <a:blip r:embed="rId3" cstate="print">
            <a:extLst>
              <a:ext uri="{28A0092B-C50C-407E-A947-70E740481C1C}">
                <a14:useLocalDpi xmlns:a14="http://schemas.microsoft.com/office/drawing/2010/main" val="0"/>
              </a:ext>
            </a:extLst>
          </a:blip>
          <a:srcRect t="15988" b="38153"/>
          <a:stretch>
            <a:fillRect/>
          </a:stretch>
        </p:blipFill>
        <p:spPr>
          <a:xfrm>
            <a:off x="0" y="3827145"/>
            <a:ext cx="12192000" cy="3030855"/>
          </a:xfrm>
          <a:prstGeom prst="rect">
            <a:avLst/>
          </a:prstGeom>
        </p:spPr>
      </p:pic>
      <p:sp>
        <p:nvSpPr>
          <p:cNvPr id="10" name="矩形 9"/>
          <p:cNvSpPr/>
          <p:nvPr userDrawn="1">
            <p:custDataLst>
              <p:tags r:id="rId4"/>
            </p:custDataLst>
          </p:nvPr>
        </p:nvSpPr>
        <p:spPr>
          <a:xfrm>
            <a:off x="0" y="3632835"/>
            <a:ext cx="12192000" cy="3225165"/>
          </a:xfrm>
          <a:prstGeom prst="rect">
            <a:avLst/>
          </a:prstGeom>
          <a:gradFill>
            <a:gsLst>
              <a:gs pos="0">
                <a:schemeClr val="bg1"/>
              </a:gs>
              <a:gs pos="100000">
                <a:schemeClr val="bg1">
                  <a:alpha val="8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0" y="2079823"/>
            <a:ext cx="1912535" cy="2815938"/>
          </a:xfrm>
          <a:prstGeom prst="rect">
            <a:avLst/>
          </a:prstGeom>
          <a:solidFill>
            <a:srgbClr val="117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方正兰亭黑简体" panose="02000500000000000000" pitchFamily="2" charset="-122"/>
              <a:ea typeface="方正兰亭粗黑简体" panose="02000500000000000000" pitchFamily="2" charset="-122"/>
            </a:endParaRPr>
          </a:p>
        </p:txBody>
      </p:sp>
      <p:cxnSp>
        <p:nvCxnSpPr>
          <p:cNvPr id="13" name="直接连接符 12"/>
          <p:cNvCxnSpPr/>
          <p:nvPr userDrawn="1"/>
        </p:nvCxnSpPr>
        <p:spPr>
          <a:xfrm>
            <a:off x="2477969" y="2346897"/>
            <a:ext cx="2737049" cy="0"/>
          </a:xfrm>
          <a:prstGeom prst="line">
            <a:avLst/>
          </a:prstGeom>
          <a:ln w="69850">
            <a:gradFill flip="none" rotWithShape="1">
              <a:gsLst>
                <a:gs pos="0">
                  <a:srgbClr val="006CFF"/>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3846493" y="4614609"/>
            <a:ext cx="2918184" cy="0"/>
          </a:xfrm>
          <a:prstGeom prst="line">
            <a:avLst/>
          </a:prstGeom>
          <a:ln w="69850">
            <a:gradFill flip="none" rotWithShape="1">
              <a:gsLst>
                <a:gs pos="0">
                  <a:srgbClr val="006CFF"/>
                </a:gs>
                <a:gs pos="100000">
                  <a:schemeClr val="bg1"/>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273636" y="2143991"/>
            <a:ext cx="4918363" cy="2815938"/>
          </a:xfrm>
          <a:prstGeom prst="rect">
            <a:avLst/>
          </a:prstGeom>
          <a:solidFill>
            <a:srgbClr val="117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方正兰亭黑简体" panose="02000500000000000000" pitchFamily="2" charset="-122"/>
              <a:ea typeface="方正兰亭粗黑简体" panose="02000500000000000000" pitchFamily="2" charset="-122"/>
            </a:endParaRPr>
          </a:p>
        </p:txBody>
      </p:sp>
      <p:sp>
        <p:nvSpPr>
          <p:cNvPr id="16" name="矩形 15"/>
          <p:cNvSpPr/>
          <p:nvPr userDrawn="1"/>
        </p:nvSpPr>
        <p:spPr>
          <a:xfrm>
            <a:off x="8680350" y="1581150"/>
            <a:ext cx="2545299" cy="3868280"/>
          </a:xfrm>
          <a:prstGeom prst="rect">
            <a:avLst/>
          </a:prstGeom>
          <a:noFill/>
          <a:ln w="76200">
            <a:solidFill>
              <a:srgbClr val="E6DCBD"/>
            </a:solid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userDrawn="1"/>
        </p:nvSpPr>
        <p:spPr>
          <a:xfrm>
            <a:off x="8481809" y="2143991"/>
            <a:ext cx="397081" cy="2815938"/>
          </a:xfrm>
          <a:prstGeom prst="rect">
            <a:avLst/>
          </a:prstGeom>
          <a:solidFill>
            <a:srgbClr val="1177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10886498" y="2763253"/>
            <a:ext cx="571235" cy="1577414"/>
          </a:xfrm>
          <a:prstGeom prst="rect">
            <a:avLst/>
          </a:prstGeom>
          <a:solidFill>
            <a:srgbClr val="1177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p:cNvPicPr>
            <a:picLocks noChangeAspect="1"/>
          </p:cNvPicPr>
          <p:nvPr userDrawn="1"/>
        </p:nvPicPr>
        <p:blipFill rotWithShape="1">
          <a:blip r:embed="rId5">
            <a:alphaModFix amt="35000"/>
            <a:extLst>
              <a:ext uri="{28A0092B-C50C-407E-A947-70E740481C1C}">
                <a14:useLocalDpi xmlns:a14="http://schemas.microsoft.com/office/drawing/2010/main" val="0"/>
              </a:ext>
            </a:extLst>
          </a:blip>
          <a:srcRect l="15862" t="65862"/>
          <a:stretch>
            <a:fillRect/>
          </a:stretch>
        </p:blipFill>
        <p:spPr>
          <a:xfrm rot="5400000" flipH="1">
            <a:off x="8207262" y="2384976"/>
            <a:ext cx="5898403" cy="2071071"/>
          </a:xfrm>
          <a:prstGeom prst="rect">
            <a:avLst/>
          </a:prstGeom>
        </p:spPr>
      </p:pic>
      <p:pic>
        <p:nvPicPr>
          <p:cNvPr id="31" name="图片 30" descr="形状&#10;&#10;中度可信度描述已自动生成"/>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l="67860" t="1432" r="7932" b="2492"/>
          <a:stretch>
            <a:fillRect/>
          </a:stretch>
        </p:blipFill>
        <p:spPr>
          <a:xfrm rot="16200000">
            <a:off x="8324849" y="1092779"/>
            <a:ext cx="2815938" cy="4918363"/>
          </a:xfrm>
          <a:custGeom>
            <a:avLst/>
            <a:gdLst>
              <a:gd name="connsiteX0" fmla="*/ 2815938 w 2815938"/>
              <a:gd name="connsiteY0" fmla="*/ 0 h 4918363"/>
              <a:gd name="connsiteX1" fmla="*/ 2815938 w 2815938"/>
              <a:gd name="connsiteY1" fmla="*/ 4918363 h 4918363"/>
              <a:gd name="connsiteX2" fmla="*/ 0 w 2815938"/>
              <a:gd name="connsiteY2" fmla="*/ 4918363 h 4918363"/>
              <a:gd name="connsiteX3" fmla="*/ 0 w 2815938"/>
              <a:gd name="connsiteY3" fmla="*/ 0 h 4918363"/>
            </a:gdLst>
            <a:ahLst/>
            <a:cxnLst>
              <a:cxn ang="0">
                <a:pos x="connsiteX0" y="connsiteY0"/>
              </a:cxn>
              <a:cxn ang="0">
                <a:pos x="connsiteX1" y="connsiteY1"/>
              </a:cxn>
              <a:cxn ang="0">
                <a:pos x="connsiteX2" y="connsiteY2"/>
              </a:cxn>
              <a:cxn ang="0">
                <a:pos x="connsiteX3" y="connsiteY3"/>
              </a:cxn>
            </a:cxnLst>
            <a:rect l="l" t="t" r="r" b="b"/>
            <a:pathLst>
              <a:path w="2815938" h="4918363">
                <a:moveTo>
                  <a:pt x="2815938" y="0"/>
                </a:moveTo>
                <a:lnTo>
                  <a:pt x="2815938" y="4918363"/>
                </a:lnTo>
                <a:lnTo>
                  <a:pt x="0" y="4918363"/>
                </a:lnTo>
                <a:lnTo>
                  <a:pt x="0" y="0"/>
                </a:lnTo>
                <a:close/>
              </a:path>
            </a:pathLst>
          </a:custGeom>
        </p:spPr>
      </p:pic>
      <p:pic>
        <p:nvPicPr>
          <p:cNvPr id="32" name="图片 31" descr="形状&#10;&#10;中度可信度描述已自动生成"/>
          <p:cNvPicPr>
            <a:picLocks noChangeAspect="1"/>
          </p:cNvPicPr>
          <p:nvPr userDrawn="1"/>
        </p:nvPicPr>
        <p:blipFill rotWithShape="1">
          <a:blip r:embed="rId7" cstate="print">
            <a:duotone>
              <a:schemeClr val="accent1">
                <a:shade val="45000"/>
                <a:satMod val="135000"/>
              </a:schemeClr>
              <a:prstClr val="white"/>
            </a:duotone>
            <a:extLst>
              <a:ext uri="{28A0092B-C50C-407E-A947-70E740481C1C}">
                <a14:useLocalDpi xmlns:a14="http://schemas.microsoft.com/office/drawing/2010/main" val="0"/>
              </a:ext>
            </a:extLst>
          </a:blip>
          <a:srcRect l="42084" t="628" r="3738" b="15763"/>
          <a:stretch>
            <a:fillRect/>
          </a:stretch>
        </p:blipFill>
        <p:spPr>
          <a:xfrm rot="16200000">
            <a:off x="-451701" y="2531524"/>
            <a:ext cx="2815938" cy="1912535"/>
          </a:xfrm>
          <a:custGeom>
            <a:avLst/>
            <a:gdLst>
              <a:gd name="connsiteX0" fmla="*/ 2815938 w 2815938"/>
              <a:gd name="connsiteY0" fmla="*/ 0 h 1912535"/>
              <a:gd name="connsiteX1" fmla="*/ 2815937 w 2815938"/>
              <a:gd name="connsiteY1" fmla="*/ 1912535 h 1912535"/>
              <a:gd name="connsiteX2" fmla="*/ 0 w 2815938"/>
              <a:gd name="connsiteY2" fmla="*/ 1912534 h 1912535"/>
              <a:gd name="connsiteX3" fmla="*/ 0 w 2815938"/>
              <a:gd name="connsiteY3" fmla="*/ 0 h 1912535"/>
            </a:gdLst>
            <a:ahLst/>
            <a:cxnLst>
              <a:cxn ang="0">
                <a:pos x="connsiteX0" y="connsiteY0"/>
              </a:cxn>
              <a:cxn ang="0">
                <a:pos x="connsiteX1" y="connsiteY1"/>
              </a:cxn>
              <a:cxn ang="0">
                <a:pos x="connsiteX2" y="connsiteY2"/>
              </a:cxn>
              <a:cxn ang="0">
                <a:pos x="connsiteX3" y="connsiteY3"/>
              </a:cxn>
            </a:cxnLst>
            <a:rect l="l" t="t" r="r" b="b"/>
            <a:pathLst>
              <a:path w="2815938" h="1912535">
                <a:moveTo>
                  <a:pt x="2815938" y="0"/>
                </a:moveTo>
                <a:lnTo>
                  <a:pt x="2815937" y="1912535"/>
                </a:lnTo>
                <a:lnTo>
                  <a:pt x="0" y="1912534"/>
                </a:lnTo>
                <a:lnTo>
                  <a:pt x="0" y="0"/>
                </a:lnTo>
                <a:close/>
              </a:path>
            </a:pathLst>
          </a:custGeom>
        </p:spPr>
      </p:pic>
      <p:sp>
        <p:nvSpPr>
          <p:cNvPr id="18" name="椭圆 17"/>
          <p:cNvSpPr/>
          <p:nvPr userDrawn="1"/>
        </p:nvSpPr>
        <p:spPr>
          <a:xfrm>
            <a:off x="7839070" y="2703920"/>
            <a:ext cx="1653380" cy="1653378"/>
          </a:xfrm>
          <a:prstGeom prst="ellipse">
            <a:avLst/>
          </a:prstGeom>
          <a:solidFill>
            <a:schemeClr val="bg1"/>
          </a:solidFill>
          <a:ln w="76200">
            <a:solidFill>
              <a:srgbClr val="D1AA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userDrawn="1"/>
        </p:nvSpPr>
        <p:spPr>
          <a:xfrm>
            <a:off x="9697310" y="3090295"/>
            <a:ext cx="2962017" cy="923330"/>
          </a:xfrm>
          <a:prstGeom prst="rect">
            <a:avLst/>
          </a:prstGeom>
          <a:noFill/>
        </p:spPr>
        <p:txBody>
          <a:bodyPr wrap="square" rtlCol="0">
            <a:spAutoFit/>
          </a:bodyPr>
          <a:lstStyle/>
          <a:p>
            <a:r>
              <a:rPr lang="en-US" altLang="zh-CN" sz="5400" b="1" spc="300" dirty="0">
                <a:solidFill>
                  <a:srgbClr val="E6DCBD"/>
                </a:solidFill>
                <a:effectLst>
                  <a:outerShdw blurRad="25400" dist="25400" dir="2700000" algn="tl">
                    <a:srgbClr val="000000">
                      <a:alpha val="40000"/>
                    </a:srgbClr>
                  </a:outerShdw>
                </a:effectLst>
                <a:latin typeface="微软雅黑" panose="020B0503020204020204" charset="-122"/>
                <a:ea typeface="微软雅黑" panose="020B0503020204020204" charset="-122"/>
              </a:rPr>
              <a:t>PART</a:t>
            </a:r>
            <a:endParaRPr lang="zh-CN" altLang="en-US" sz="5400" b="1" spc="300" dirty="0">
              <a:solidFill>
                <a:srgbClr val="E6DCBD"/>
              </a:solidFill>
              <a:effectLst>
                <a:outerShdw blurRad="25400" dist="25400" dir="2700000" algn="tl">
                  <a:srgbClr val="000000">
                    <a:alpha val="40000"/>
                  </a:srgbClr>
                </a:outerShdw>
              </a:effectLst>
              <a:latin typeface="微软雅黑" panose="020B0503020204020204" charset="-122"/>
              <a:ea typeface="微软雅黑" panose="020B0503020204020204" charset="-122"/>
            </a:endParaRPr>
          </a:p>
        </p:txBody>
      </p:sp>
      <p:pic>
        <p:nvPicPr>
          <p:cNvPr id="4" name="图片 3" descr="公司最新LOGO"/>
          <p:cNvPicPr>
            <a:picLocks noChangeAspect="1"/>
          </p:cNvPicPr>
          <p:nvPr userDrawn="1">
            <p:custDataLst>
              <p:tags r:id="rId8"/>
            </p:custDataLst>
          </p:nvPr>
        </p:nvPicPr>
        <p:blipFill>
          <a:blip r:embed="rId9"/>
          <a:stretch>
            <a:fillRect/>
          </a:stretch>
        </p:blipFill>
        <p:spPr>
          <a:xfrm>
            <a:off x="496210" y="2806700"/>
            <a:ext cx="920115" cy="1113790"/>
          </a:xfrm>
          <a:prstGeom prst="rect">
            <a:avLst/>
          </a:prstGeom>
        </p:spPr>
      </p:pic>
    </p:spTree>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标题 17"/>
          <p:cNvSpPr>
            <a:spLocks noGrp="1"/>
          </p:cNvSpPr>
          <p:nvPr>
            <p:ph type="title" hasCustomPrompt="1"/>
          </p:nvPr>
        </p:nvSpPr>
        <p:spPr>
          <a:xfrm>
            <a:off x="810418" y="263615"/>
            <a:ext cx="6852731" cy="523220"/>
          </a:xfrm>
          <a:prstGeom prst="rect">
            <a:avLst/>
          </a:prstGeom>
          <a:noFill/>
        </p:spPr>
        <p:txBody>
          <a:bodyPr wrap="square" rtlCol="0">
            <a:spAutoFit/>
          </a:bodyPr>
          <a:lstStyle>
            <a:lvl1pPr>
              <a:lnSpc>
                <a:spcPct val="100000"/>
              </a:lnSpc>
              <a:defRPr lang="zh-CN" altLang="en-US" sz="2800">
                <a:solidFill>
                  <a:srgbClr val="25517D"/>
                </a:solidFill>
                <a:latin typeface="方正正粗黑简体" panose="02000000000000000000" pitchFamily="2" charset="-122"/>
                <a:ea typeface="方正正粗黑简体" panose="02000000000000000000" pitchFamily="2" charset="-122"/>
                <a:cs typeface="方正正粗黑简体" panose="02000000000000000000" pitchFamily="2" charset="-122"/>
              </a:defRPr>
            </a:lvl1pPr>
          </a:lstStyle>
          <a:p>
            <a:pPr marL="0" lvl="0"/>
            <a:r>
              <a:rPr lang="zh-CN" altLang="en-US" dirty="0"/>
              <a:t>一、请在此处输入标题</a:t>
            </a:r>
            <a:endParaRPr lang="zh-CN" altLang="en-US" dirty="0"/>
          </a:p>
        </p:txBody>
      </p:sp>
      <p:cxnSp>
        <p:nvCxnSpPr>
          <p:cNvPr id="22" name="直接连接符 21"/>
          <p:cNvCxnSpPr/>
          <p:nvPr userDrawn="1"/>
        </p:nvCxnSpPr>
        <p:spPr>
          <a:xfrm>
            <a:off x="0" y="812803"/>
            <a:ext cx="12192000" cy="0"/>
          </a:xfrm>
          <a:prstGeom prst="line">
            <a:avLst/>
          </a:prstGeom>
          <a:ln w="19050">
            <a:solidFill>
              <a:srgbClr val="0B5AA7"/>
            </a:solidFill>
          </a:ln>
        </p:spPr>
        <p:style>
          <a:lnRef idx="1">
            <a:schemeClr val="accent1"/>
          </a:lnRef>
          <a:fillRef idx="0">
            <a:schemeClr val="accent1"/>
          </a:fillRef>
          <a:effectRef idx="0">
            <a:schemeClr val="accent1"/>
          </a:effectRef>
          <a:fontRef idx="minor">
            <a:schemeClr val="tx1"/>
          </a:fontRef>
        </p:style>
      </p:cxnSp>
      <p:sp>
        <p:nvSpPr>
          <p:cNvPr id="9" name="平行四边形 8"/>
          <p:cNvSpPr/>
          <p:nvPr userDrawn="1"/>
        </p:nvSpPr>
        <p:spPr>
          <a:xfrm>
            <a:off x="0" y="6377940"/>
            <a:ext cx="12191365" cy="480060"/>
          </a:xfrm>
          <a:prstGeom prst="parallelogram">
            <a:avLst>
              <a:gd name="adj" fmla="val 0"/>
            </a:avLst>
          </a:prstGeom>
          <a:gradFill flip="none" rotWithShape="1">
            <a:gsLst>
              <a:gs pos="0">
                <a:srgbClr val="0B5AA7">
                  <a:alpha val="1000"/>
                </a:srgbClr>
              </a:gs>
              <a:gs pos="73000">
                <a:srgbClr val="0B5A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latin typeface="方正兰亭黑简体" panose="02000500000000000000" pitchFamily="2" charset="-122"/>
              <a:ea typeface="方正兰亭粗黑简体" panose="02000500000000000000" pitchFamily="2" charset="-122"/>
              <a:cs typeface="+mn-ea"/>
              <a:sym typeface="+mn-lt"/>
            </a:endParaRPr>
          </a:p>
        </p:txBody>
      </p:sp>
      <p:sp>
        <p:nvSpPr>
          <p:cNvPr id="3" name="文本框 2"/>
          <p:cNvSpPr txBox="1"/>
          <p:nvPr/>
        </p:nvSpPr>
        <p:spPr>
          <a:xfrm>
            <a:off x="9413633" y="6484438"/>
            <a:ext cx="2404958" cy="236086"/>
          </a:xfrm>
          <a:custGeom>
            <a:avLst/>
            <a:gdLst/>
            <a:ahLst/>
            <a:cxnLst/>
            <a:rect l="l" t="t" r="r" b="b"/>
            <a:pathLst>
              <a:path w="2404958" h="236086">
                <a:moveTo>
                  <a:pt x="40634" y="191081"/>
                </a:moveTo>
                <a:lnTo>
                  <a:pt x="70981" y="191081"/>
                </a:lnTo>
                <a:cubicBezTo>
                  <a:pt x="79382" y="202054"/>
                  <a:pt x="85468" y="213026"/>
                  <a:pt x="89240" y="223999"/>
                </a:cubicBezTo>
                <a:lnTo>
                  <a:pt x="56579" y="223999"/>
                </a:lnTo>
                <a:cubicBezTo>
                  <a:pt x="53321" y="213369"/>
                  <a:pt x="48006" y="202397"/>
                  <a:pt x="40634" y="191081"/>
                </a:cubicBezTo>
                <a:close/>
                <a:moveTo>
                  <a:pt x="961444" y="183108"/>
                </a:moveTo>
                <a:lnTo>
                  <a:pt x="993077" y="183108"/>
                </a:lnTo>
                <a:cubicBezTo>
                  <a:pt x="983304" y="197510"/>
                  <a:pt x="971045" y="208483"/>
                  <a:pt x="956301" y="216027"/>
                </a:cubicBezTo>
                <a:cubicBezTo>
                  <a:pt x="942070" y="223228"/>
                  <a:pt x="922525" y="228800"/>
                  <a:pt x="897665" y="232743"/>
                </a:cubicBezTo>
                <a:lnTo>
                  <a:pt x="897665" y="215770"/>
                </a:lnTo>
                <a:cubicBezTo>
                  <a:pt x="913095" y="212684"/>
                  <a:pt x="925440" y="208740"/>
                  <a:pt x="934698" y="203940"/>
                </a:cubicBezTo>
                <a:cubicBezTo>
                  <a:pt x="943613" y="199310"/>
                  <a:pt x="952529" y="192367"/>
                  <a:pt x="961444" y="183108"/>
                </a:cubicBezTo>
                <a:close/>
                <a:moveTo>
                  <a:pt x="1592161" y="156619"/>
                </a:moveTo>
                <a:lnTo>
                  <a:pt x="1592161" y="175136"/>
                </a:lnTo>
                <a:lnTo>
                  <a:pt x="1708404" y="175136"/>
                </a:lnTo>
                <a:lnTo>
                  <a:pt x="1708404" y="156619"/>
                </a:lnTo>
                <a:close/>
                <a:moveTo>
                  <a:pt x="1395679" y="156105"/>
                </a:moveTo>
                <a:lnTo>
                  <a:pt x="1395679" y="209597"/>
                </a:lnTo>
                <a:lnTo>
                  <a:pt x="1451487" y="209597"/>
                </a:lnTo>
                <a:cubicBezTo>
                  <a:pt x="1460231" y="209597"/>
                  <a:pt x="1464602" y="204454"/>
                  <a:pt x="1464602" y="194167"/>
                </a:cubicBezTo>
                <a:lnTo>
                  <a:pt x="1464602" y="156105"/>
                </a:lnTo>
                <a:close/>
                <a:moveTo>
                  <a:pt x="2188674" y="149933"/>
                </a:moveTo>
                <a:lnTo>
                  <a:pt x="2212077" y="149933"/>
                </a:lnTo>
                <a:cubicBezTo>
                  <a:pt x="2209848" y="167421"/>
                  <a:pt x="2205476" y="181137"/>
                  <a:pt x="2198961" y="191081"/>
                </a:cubicBezTo>
                <a:cubicBezTo>
                  <a:pt x="2192617" y="200854"/>
                  <a:pt x="2182587" y="209083"/>
                  <a:pt x="2168871" y="215770"/>
                </a:cubicBezTo>
                <a:lnTo>
                  <a:pt x="2168871" y="196224"/>
                </a:lnTo>
                <a:cubicBezTo>
                  <a:pt x="2179673" y="185423"/>
                  <a:pt x="2186273" y="169993"/>
                  <a:pt x="2188674" y="149933"/>
                </a:cubicBezTo>
                <a:close/>
                <a:moveTo>
                  <a:pt x="1113177" y="149676"/>
                </a:moveTo>
                <a:lnTo>
                  <a:pt x="1113177" y="168964"/>
                </a:lnTo>
                <a:cubicBezTo>
                  <a:pt x="1103405" y="172393"/>
                  <a:pt x="1092603" y="174107"/>
                  <a:pt x="1080773" y="174107"/>
                </a:cubicBezTo>
                <a:lnTo>
                  <a:pt x="1065600" y="174107"/>
                </a:lnTo>
                <a:cubicBezTo>
                  <a:pt x="1076916" y="192452"/>
                  <a:pt x="1096633" y="205826"/>
                  <a:pt x="1124750" y="214227"/>
                </a:cubicBezTo>
                <a:lnTo>
                  <a:pt x="1124750" y="232743"/>
                </a:lnTo>
                <a:cubicBezTo>
                  <a:pt x="1100405" y="226914"/>
                  <a:pt x="1081288" y="219370"/>
                  <a:pt x="1067400" y="210112"/>
                </a:cubicBezTo>
                <a:cubicBezTo>
                  <a:pt x="1053341" y="201025"/>
                  <a:pt x="1042626" y="188852"/>
                  <a:pt x="1035253" y="173593"/>
                </a:cubicBezTo>
                <a:lnTo>
                  <a:pt x="1035253" y="155591"/>
                </a:lnTo>
                <a:lnTo>
                  <a:pt x="1075115" y="155591"/>
                </a:lnTo>
                <a:cubicBezTo>
                  <a:pt x="1088831" y="155591"/>
                  <a:pt x="1101519" y="153619"/>
                  <a:pt x="1113177" y="149676"/>
                </a:cubicBezTo>
                <a:close/>
                <a:moveTo>
                  <a:pt x="955015" y="148390"/>
                </a:moveTo>
                <a:lnTo>
                  <a:pt x="985876" y="148390"/>
                </a:lnTo>
                <a:cubicBezTo>
                  <a:pt x="977303" y="161591"/>
                  <a:pt x="966416" y="171707"/>
                  <a:pt x="953215" y="178736"/>
                </a:cubicBezTo>
                <a:cubicBezTo>
                  <a:pt x="940013" y="185594"/>
                  <a:pt x="921325" y="191081"/>
                  <a:pt x="897150" y="195196"/>
                </a:cubicBezTo>
                <a:lnTo>
                  <a:pt x="897150" y="178479"/>
                </a:lnTo>
                <a:cubicBezTo>
                  <a:pt x="911895" y="175050"/>
                  <a:pt x="923211" y="171278"/>
                  <a:pt x="931097" y="167164"/>
                </a:cubicBezTo>
                <a:cubicBezTo>
                  <a:pt x="939327" y="162877"/>
                  <a:pt x="947299" y="156619"/>
                  <a:pt x="955015" y="148390"/>
                </a:cubicBezTo>
                <a:close/>
                <a:moveTo>
                  <a:pt x="1365075" y="135274"/>
                </a:moveTo>
                <a:lnTo>
                  <a:pt x="1495721" y="135274"/>
                </a:lnTo>
                <a:lnTo>
                  <a:pt x="1495721" y="195453"/>
                </a:lnTo>
                <a:cubicBezTo>
                  <a:pt x="1495721" y="207626"/>
                  <a:pt x="1492977" y="216541"/>
                  <a:pt x="1487491" y="222199"/>
                </a:cubicBezTo>
                <a:cubicBezTo>
                  <a:pt x="1482005" y="227857"/>
                  <a:pt x="1473261" y="230686"/>
                  <a:pt x="1461259" y="230686"/>
                </a:cubicBezTo>
                <a:lnTo>
                  <a:pt x="1365075" y="230686"/>
                </a:lnTo>
                <a:close/>
                <a:moveTo>
                  <a:pt x="389620" y="124215"/>
                </a:moveTo>
                <a:lnTo>
                  <a:pt x="389620" y="140675"/>
                </a:lnTo>
                <a:lnTo>
                  <a:pt x="426139" y="140675"/>
                </a:lnTo>
                <a:cubicBezTo>
                  <a:pt x="430768" y="140675"/>
                  <a:pt x="433940" y="139732"/>
                  <a:pt x="435655" y="137846"/>
                </a:cubicBezTo>
                <a:cubicBezTo>
                  <a:pt x="437369" y="135960"/>
                  <a:pt x="438226" y="132531"/>
                  <a:pt x="438226" y="127559"/>
                </a:cubicBezTo>
                <a:lnTo>
                  <a:pt x="438226" y="124215"/>
                </a:lnTo>
                <a:close/>
                <a:moveTo>
                  <a:pt x="309382" y="124215"/>
                </a:moveTo>
                <a:lnTo>
                  <a:pt x="309382" y="140675"/>
                </a:lnTo>
                <a:lnTo>
                  <a:pt x="357473" y="140675"/>
                </a:lnTo>
                <a:lnTo>
                  <a:pt x="357473" y="124215"/>
                </a:lnTo>
                <a:close/>
                <a:moveTo>
                  <a:pt x="48092" y="122929"/>
                </a:moveTo>
                <a:lnTo>
                  <a:pt x="48092" y="135531"/>
                </a:lnTo>
                <a:lnTo>
                  <a:pt x="172050" y="135531"/>
                </a:lnTo>
                <a:cubicBezTo>
                  <a:pt x="180623" y="135874"/>
                  <a:pt x="185081" y="131673"/>
                  <a:pt x="185423" y="122929"/>
                </a:cubicBezTo>
                <a:close/>
                <a:moveTo>
                  <a:pt x="1592161" y="120358"/>
                </a:moveTo>
                <a:lnTo>
                  <a:pt x="1592161" y="138360"/>
                </a:lnTo>
                <a:lnTo>
                  <a:pt x="1708404" y="138360"/>
                </a:lnTo>
                <a:lnTo>
                  <a:pt x="1708404" y="120358"/>
                </a:lnTo>
                <a:close/>
                <a:moveTo>
                  <a:pt x="1101862" y="115729"/>
                </a:moveTo>
                <a:lnTo>
                  <a:pt x="1101862" y="136560"/>
                </a:lnTo>
                <a:cubicBezTo>
                  <a:pt x="1082145" y="141017"/>
                  <a:pt x="1063200" y="143246"/>
                  <a:pt x="1045026" y="143246"/>
                </a:cubicBezTo>
                <a:lnTo>
                  <a:pt x="1025481" y="143246"/>
                </a:lnTo>
                <a:lnTo>
                  <a:pt x="1025481" y="235058"/>
                </a:lnTo>
                <a:lnTo>
                  <a:pt x="995649" y="235058"/>
                </a:lnTo>
                <a:lnTo>
                  <a:pt x="995649" y="143246"/>
                </a:lnTo>
                <a:lnTo>
                  <a:pt x="915153" y="143246"/>
                </a:lnTo>
                <a:lnTo>
                  <a:pt x="915153" y="123958"/>
                </a:lnTo>
                <a:lnTo>
                  <a:pt x="1042969" y="123958"/>
                </a:lnTo>
                <a:cubicBezTo>
                  <a:pt x="1060799" y="123958"/>
                  <a:pt x="1080431" y="121215"/>
                  <a:pt x="1101862" y="115729"/>
                </a:cubicBezTo>
                <a:close/>
                <a:moveTo>
                  <a:pt x="653606" y="104413"/>
                </a:moveTo>
                <a:lnTo>
                  <a:pt x="676237" y="104413"/>
                </a:lnTo>
                <a:cubicBezTo>
                  <a:pt x="674351" y="149161"/>
                  <a:pt x="668522" y="190824"/>
                  <a:pt x="658749" y="229400"/>
                </a:cubicBezTo>
                <a:lnTo>
                  <a:pt x="632517" y="229400"/>
                </a:lnTo>
                <a:cubicBezTo>
                  <a:pt x="644347" y="187395"/>
                  <a:pt x="651377" y="145732"/>
                  <a:pt x="653606" y="104413"/>
                </a:cubicBezTo>
                <a:close/>
                <a:moveTo>
                  <a:pt x="1560014" y="100812"/>
                </a:moveTo>
                <a:lnTo>
                  <a:pt x="1740809" y="100812"/>
                </a:lnTo>
                <a:lnTo>
                  <a:pt x="1740809" y="200339"/>
                </a:lnTo>
                <a:cubicBezTo>
                  <a:pt x="1740809" y="211998"/>
                  <a:pt x="1738408" y="220227"/>
                  <a:pt x="1733607" y="225028"/>
                </a:cubicBezTo>
                <a:cubicBezTo>
                  <a:pt x="1728807" y="229829"/>
                  <a:pt x="1720663" y="232229"/>
                  <a:pt x="1709176" y="232229"/>
                </a:cubicBezTo>
                <a:lnTo>
                  <a:pt x="1683973" y="232229"/>
                </a:lnTo>
                <a:lnTo>
                  <a:pt x="1683973" y="212684"/>
                </a:lnTo>
                <a:lnTo>
                  <a:pt x="1696060" y="212684"/>
                </a:lnTo>
                <a:cubicBezTo>
                  <a:pt x="1700861" y="212684"/>
                  <a:pt x="1704118" y="211741"/>
                  <a:pt x="1705833" y="209855"/>
                </a:cubicBezTo>
                <a:cubicBezTo>
                  <a:pt x="1707547" y="207969"/>
                  <a:pt x="1708404" y="204454"/>
                  <a:pt x="1708404" y="199310"/>
                </a:cubicBezTo>
                <a:lnTo>
                  <a:pt x="1708404" y="193138"/>
                </a:lnTo>
                <a:lnTo>
                  <a:pt x="1592161" y="193138"/>
                </a:lnTo>
                <a:lnTo>
                  <a:pt x="1592161" y="233772"/>
                </a:lnTo>
                <a:lnTo>
                  <a:pt x="1560014" y="233772"/>
                </a:lnTo>
                <a:close/>
                <a:moveTo>
                  <a:pt x="389620" y="93097"/>
                </a:moveTo>
                <a:lnTo>
                  <a:pt x="389620" y="109042"/>
                </a:lnTo>
                <a:lnTo>
                  <a:pt x="438226" y="109042"/>
                </a:lnTo>
                <a:lnTo>
                  <a:pt x="438226" y="93097"/>
                </a:lnTo>
                <a:close/>
                <a:moveTo>
                  <a:pt x="309382" y="93097"/>
                </a:moveTo>
                <a:lnTo>
                  <a:pt x="309382" y="109042"/>
                </a:lnTo>
                <a:lnTo>
                  <a:pt x="357473" y="109042"/>
                </a:lnTo>
                <a:lnTo>
                  <a:pt x="357473" y="93097"/>
                </a:lnTo>
                <a:close/>
                <a:moveTo>
                  <a:pt x="697840" y="87182"/>
                </a:moveTo>
                <a:lnTo>
                  <a:pt x="720986" y="87182"/>
                </a:lnTo>
                <a:cubicBezTo>
                  <a:pt x="719785" y="93011"/>
                  <a:pt x="718671" y="97641"/>
                  <a:pt x="717642" y="101070"/>
                </a:cubicBezTo>
                <a:lnTo>
                  <a:pt x="762391" y="101070"/>
                </a:lnTo>
                <a:lnTo>
                  <a:pt x="762391" y="120101"/>
                </a:lnTo>
                <a:lnTo>
                  <a:pt x="739502" y="120101"/>
                </a:lnTo>
                <a:lnTo>
                  <a:pt x="739502" y="135017"/>
                </a:lnTo>
                <a:cubicBezTo>
                  <a:pt x="739502" y="139303"/>
                  <a:pt x="739417" y="143589"/>
                  <a:pt x="739245" y="147875"/>
                </a:cubicBezTo>
                <a:lnTo>
                  <a:pt x="765477" y="147875"/>
                </a:lnTo>
                <a:lnTo>
                  <a:pt x="765477" y="167164"/>
                </a:lnTo>
                <a:lnTo>
                  <a:pt x="737959" y="167164"/>
                </a:lnTo>
                <a:cubicBezTo>
                  <a:pt x="742760" y="187052"/>
                  <a:pt x="751247" y="202482"/>
                  <a:pt x="763419" y="213455"/>
                </a:cubicBezTo>
                <a:lnTo>
                  <a:pt x="763419" y="233258"/>
                </a:lnTo>
                <a:cubicBezTo>
                  <a:pt x="746275" y="223485"/>
                  <a:pt x="734273" y="211912"/>
                  <a:pt x="727415" y="198539"/>
                </a:cubicBezTo>
                <a:cubicBezTo>
                  <a:pt x="718842" y="213627"/>
                  <a:pt x="703326" y="226142"/>
                  <a:pt x="680866" y="236086"/>
                </a:cubicBezTo>
                <a:lnTo>
                  <a:pt x="680866" y="216798"/>
                </a:lnTo>
                <a:cubicBezTo>
                  <a:pt x="690639" y="209940"/>
                  <a:pt x="697840" y="202997"/>
                  <a:pt x="702469" y="195967"/>
                </a:cubicBezTo>
                <a:cubicBezTo>
                  <a:pt x="707613" y="188252"/>
                  <a:pt x="711041" y="178651"/>
                  <a:pt x="712756" y="167164"/>
                </a:cubicBezTo>
                <a:lnTo>
                  <a:pt x="681895" y="167164"/>
                </a:lnTo>
                <a:lnTo>
                  <a:pt x="681895" y="147875"/>
                </a:lnTo>
                <a:lnTo>
                  <a:pt x="714556" y="147875"/>
                </a:lnTo>
                <a:cubicBezTo>
                  <a:pt x="714728" y="145818"/>
                  <a:pt x="714813" y="142646"/>
                  <a:pt x="714813" y="138360"/>
                </a:cubicBezTo>
                <a:lnTo>
                  <a:pt x="714813" y="120101"/>
                </a:lnTo>
                <a:lnTo>
                  <a:pt x="708898" y="120101"/>
                </a:lnTo>
                <a:cubicBezTo>
                  <a:pt x="702898" y="128502"/>
                  <a:pt x="693382" y="135617"/>
                  <a:pt x="680352" y="141446"/>
                </a:cubicBezTo>
                <a:lnTo>
                  <a:pt x="680352" y="124730"/>
                </a:lnTo>
                <a:cubicBezTo>
                  <a:pt x="685495" y="119586"/>
                  <a:pt x="689353" y="114357"/>
                  <a:pt x="691925" y="109042"/>
                </a:cubicBezTo>
                <a:cubicBezTo>
                  <a:pt x="694668" y="103384"/>
                  <a:pt x="696640" y="96098"/>
                  <a:pt x="697840" y="87182"/>
                </a:cubicBezTo>
                <a:close/>
                <a:moveTo>
                  <a:pt x="2211048" y="79981"/>
                </a:moveTo>
                <a:lnTo>
                  <a:pt x="2211048" y="116500"/>
                </a:lnTo>
                <a:lnTo>
                  <a:pt x="2244738" y="116500"/>
                </a:lnTo>
                <a:cubicBezTo>
                  <a:pt x="2249367" y="116500"/>
                  <a:pt x="2252539" y="115643"/>
                  <a:pt x="2254253" y="113928"/>
                </a:cubicBezTo>
                <a:cubicBezTo>
                  <a:pt x="2255797" y="112385"/>
                  <a:pt x="2256568" y="109299"/>
                  <a:pt x="2256568" y="104670"/>
                </a:cubicBezTo>
                <a:lnTo>
                  <a:pt x="2256568" y="79981"/>
                </a:lnTo>
                <a:close/>
                <a:moveTo>
                  <a:pt x="937013" y="78438"/>
                </a:moveTo>
                <a:lnTo>
                  <a:pt x="937013" y="93869"/>
                </a:lnTo>
                <a:cubicBezTo>
                  <a:pt x="953129" y="92669"/>
                  <a:pt x="966502" y="91383"/>
                  <a:pt x="977132" y="90011"/>
                </a:cubicBezTo>
                <a:lnTo>
                  <a:pt x="977132" y="78438"/>
                </a:lnTo>
                <a:close/>
                <a:moveTo>
                  <a:pt x="156877" y="68151"/>
                </a:moveTo>
                <a:lnTo>
                  <a:pt x="156877" y="71494"/>
                </a:lnTo>
                <a:cubicBezTo>
                  <a:pt x="156877" y="76124"/>
                  <a:pt x="157734" y="79381"/>
                  <a:pt x="159449" y="81267"/>
                </a:cubicBezTo>
                <a:cubicBezTo>
                  <a:pt x="161163" y="83153"/>
                  <a:pt x="164078" y="84096"/>
                  <a:pt x="168193" y="84096"/>
                </a:cubicBezTo>
                <a:lnTo>
                  <a:pt x="185423" y="84096"/>
                </a:lnTo>
                <a:lnTo>
                  <a:pt x="185423" y="68151"/>
                </a:lnTo>
                <a:close/>
                <a:moveTo>
                  <a:pt x="105185" y="68151"/>
                </a:moveTo>
                <a:cubicBezTo>
                  <a:pt x="103470" y="79124"/>
                  <a:pt x="98327" y="87182"/>
                  <a:pt x="89754" y="92326"/>
                </a:cubicBezTo>
                <a:cubicBezTo>
                  <a:pt x="81182" y="97298"/>
                  <a:pt x="67294" y="100384"/>
                  <a:pt x="48092" y="101584"/>
                </a:cubicBezTo>
                <a:lnTo>
                  <a:pt x="48092" y="108785"/>
                </a:lnTo>
                <a:lnTo>
                  <a:pt x="185423" y="108785"/>
                </a:lnTo>
                <a:lnTo>
                  <a:pt x="185423" y="98241"/>
                </a:lnTo>
                <a:lnTo>
                  <a:pt x="155848" y="98241"/>
                </a:lnTo>
                <a:cubicBezTo>
                  <a:pt x="146590" y="98241"/>
                  <a:pt x="139903" y="96269"/>
                  <a:pt x="135789" y="92326"/>
                </a:cubicBezTo>
                <a:cubicBezTo>
                  <a:pt x="131674" y="88382"/>
                  <a:pt x="129617" y="81867"/>
                  <a:pt x="129617" y="72780"/>
                </a:cubicBezTo>
                <a:lnTo>
                  <a:pt x="129617" y="68151"/>
                </a:lnTo>
                <a:close/>
                <a:moveTo>
                  <a:pt x="48092" y="68151"/>
                </a:moveTo>
                <a:lnTo>
                  <a:pt x="48092" y="86925"/>
                </a:lnTo>
                <a:cubicBezTo>
                  <a:pt x="57865" y="85896"/>
                  <a:pt x="65151" y="83925"/>
                  <a:pt x="69952" y="81010"/>
                </a:cubicBezTo>
                <a:cubicBezTo>
                  <a:pt x="74581" y="78095"/>
                  <a:pt x="77410" y="73809"/>
                  <a:pt x="78439" y="68151"/>
                </a:cubicBezTo>
                <a:close/>
                <a:moveTo>
                  <a:pt x="2183787" y="60950"/>
                </a:moveTo>
                <a:lnTo>
                  <a:pt x="2283571" y="60950"/>
                </a:lnTo>
                <a:lnTo>
                  <a:pt x="2283571" y="105184"/>
                </a:lnTo>
                <a:cubicBezTo>
                  <a:pt x="2283571" y="116329"/>
                  <a:pt x="2281428" y="124130"/>
                  <a:pt x="2277142" y="128587"/>
                </a:cubicBezTo>
                <a:cubicBezTo>
                  <a:pt x="2272684" y="133216"/>
                  <a:pt x="2265055" y="135531"/>
                  <a:pt x="2254253" y="135531"/>
                </a:cubicBezTo>
                <a:lnTo>
                  <a:pt x="2250396" y="135531"/>
                </a:lnTo>
                <a:lnTo>
                  <a:pt x="2250396" y="198796"/>
                </a:lnTo>
                <a:cubicBezTo>
                  <a:pt x="2250396" y="210626"/>
                  <a:pt x="2248081" y="219027"/>
                  <a:pt x="2243452" y="223999"/>
                </a:cubicBezTo>
                <a:cubicBezTo>
                  <a:pt x="2238823" y="228971"/>
                  <a:pt x="2230851" y="231457"/>
                  <a:pt x="2219535" y="231457"/>
                </a:cubicBezTo>
                <a:lnTo>
                  <a:pt x="2200761" y="231457"/>
                </a:lnTo>
                <a:lnTo>
                  <a:pt x="2200761" y="212169"/>
                </a:lnTo>
                <a:lnTo>
                  <a:pt x="2209248" y="212169"/>
                </a:lnTo>
                <a:cubicBezTo>
                  <a:pt x="2214049" y="212169"/>
                  <a:pt x="2217306" y="211226"/>
                  <a:pt x="2219021" y="209340"/>
                </a:cubicBezTo>
                <a:cubicBezTo>
                  <a:pt x="2220907" y="207283"/>
                  <a:pt x="2221849" y="203682"/>
                  <a:pt x="2221849" y="198539"/>
                </a:cubicBezTo>
                <a:lnTo>
                  <a:pt x="2221849" y="135531"/>
                </a:lnTo>
                <a:lnTo>
                  <a:pt x="2183787" y="135531"/>
                </a:lnTo>
                <a:close/>
                <a:moveTo>
                  <a:pt x="937013" y="52206"/>
                </a:moveTo>
                <a:lnTo>
                  <a:pt x="937013" y="65322"/>
                </a:lnTo>
                <a:lnTo>
                  <a:pt x="977132" y="65322"/>
                </a:lnTo>
                <a:lnTo>
                  <a:pt x="977132" y="52206"/>
                </a:lnTo>
                <a:close/>
                <a:moveTo>
                  <a:pt x="1455601" y="50663"/>
                </a:moveTo>
                <a:lnTo>
                  <a:pt x="1485176" y="50663"/>
                </a:lnTo>
                <a:cubicBezTo>
                  <a:pt x="1482776" y="67123"/>
                  <a:pt x="1479004" y="81010"/>
                  <a:pt x="1473861" y="92326"/>
                </a:cubicBezTo>
                <a:lnTo>
                  <a:pt x="1509608" y="92326"/>
                </a:lnTo>
                <a:lnTo>
                  <a:pt x="1509608" y="113414"/>
                </a:lnTo>
                <a:lnTo>
                  <a:pt x="1350674" y="113414"/>
                </a:lnTo>
                <a:lnTo>
                  <a:pt x="1350674" y="92326"/>
                </a:lnTo>
                <a:lnTo>
                  <a:pt x="1385392" y="92326"/>
                </a:lnTo>
                <a:cubicBezTo>
                  <a:pt x="1380763" y="81353"/>
                  <a:pt x="1377334" y="67637"/>
                  <a:pt x="1375105" y="51178"/>
                </a:cubicBezTo>
                <a:lnTo>
                  <a:pt x="1404423" y="51178"/>
                </a:lnTo>
                <a:cubicBezTo>
                  <a:pt x="1406481" y="67637"/>
                  <a:pt x="1409567" y="81353"/>
                  <a:pt x="1413681" y="92326"/>
                </a:cubicBezTo>
                <a:lnTo>
                  <a:pt x="1446086" y="92326"/>
                </a:lnTo>
                <a:cubicBezTo>
                  <a:pt x="1450715" y="80324"/>
                  <a:pt x="1453887" y="66437"/>
                  <a:pt x="1455601" y="50663"/>
                </a:cubicBezTo>
                <a:close/>
                <a:moveTo>
                  <a:pt x="105956" y="36262"/>
                </a:moveTo>
                <a:lnTo>
                  <a:pt x="105956" y="52206"/>
                </a:lnTo>
                <a:lnTo>
                  <a:pt x="129617" y="52206"/>
                </a:lnTo>
                <a:lnTo>
                  <a:pt x="129617" y="36262"/>
                </a:lnTo>
                <a:close/>
                <a:moveTo>
                  <a:pt x="937013" y="25717"/>
                </a:moveTo>
                <a:lnTo>
                  <a:pt x="937013" y="38833"/>
                </a:lnTo>
                <a:lnTo>
                  <a:pt x="977132" y="38833"/>
                </a:lnTo>
                <a:lnTo>
                  <a:pt x="977132" y="25717"/>
                </a:lnTo>
                <a:close/>
                <a:moveTo>
                  <a:pt x="1019051" y="14659"/>
                </a:moveTo>
                <a:lnTo>
                  <a:pt x="1118578" y="14659"/>
                </a:lnTo>
                <a:lnTo>
                  <a:pt x="1118578" y="32661"/>
                </a:lnTo>
                <a:cubicBezTo>
                  <a:pt x="1109663" y="54264"/>
                  <a:pt x="1098776" y="70809"/>
                  <a:pt x="1085917" y="82296"/>
                </a:cubicBezTo>
                <a:cubicBezTo>
                  <a:pt x="1094832" y="88125"/>
                  <a:pt x="1107005" y="93697"/>
                  <a:pt x="1122436" y="99012"/>
                </a:cubicBezTo>
                <a:lnTo>
                  <a:pt x="1122436" y="117529"/>
                </a:lnTo>
                <a:cubicBezTo>
                  <a:pt x="1099633" y="111185"/>
                  <a:pt x="1081459" y="103899"/>
                  <a:pt x="1067915" y="95669"/>
                </a:cubicBezTo>
                <a:cubicBezTo>
                  <a:pt x="1054199" y="103899"/>
                  <a:pt x="1036711" y="111099"/>
                  <a:pt x="1015451" y="117272"/>
                </a:cubicBezTo>
                <a:lnTo>
                  <a:pt x="1015451" y="99527"/>
                </a:lnTo>
                <a:cubicBezTo>
                  <a:pt x="1028310" y="94040"/>
                  <a:pt x="1039540" y="88211"/>
                  <a:pt x="1049141" y="82039"/>
                </a:cubicBezTo>
                <a:cubicBezTo>
                  <a:pt x="1037139" y="71409"/>
                  <a:pt x="1027195" y="57521"/>
                  <a:pt x="1019309" y="40376"/>
                </a:cubicBezTo>
                <a:lnTo>
                  <a:pt x="1048369" y="40376"/>
                </a:lnTo>
                <a:cubicBezTo>
                  <a:pt x="1054713" y="51521"/>
                  <a:pt x="1061057" y="60436"/>
                  <a:pt x="1067400" y="67123"/>
                </a:cubicBezTo>
                <a:cubicBezTo>
                  <a:pt x="1075801" y="58207"/>
                  <a:pt x="1083345" y="46806"/>
                  <a:pt x="1090032" y="32918"/>
                </a:cubicBezTo>
                <a:lnTo>
                  <a:pt x="1019051" y="32918"/>
                </a:lnTo>
                <a:close/>
                <a:moveTo>
                  <a:pt x="775764" y="13630"/>
                </a:moveTo>
                <a:lnTo>
                  <a:pt x="867575" y="13630"/>
                </a:lnTo>
                <a:lnTo>
                  <a:pt x="867575" y="32147"/>
                </a:lnTo>
                <a:cubicBezTo>
                  <a:pt x="859689" y="48949"/>
                  <a:pt x="850602" y="63436"/>
                  <a:pt x="840315" y="75609"/>
                </a:cubicBezTo>
                <a:lnTo>
                  <a:pt x="870404" y="75609"/>
                </a:lnTo>
                <a:lnTo>
                  <a:pt x="870404" y="118300"/>
                </a:lnTo>
                <a:lnTo>
                  <a:pt x="848544" y="118300"/>
                </a:lnTo>
                <a:lnTo>
                  <a:pt x="848544" y="94897"/>
                </a:lnTo>
                <a:lnTo>
                  <a:pt x="833885" y="94897"/>
                </a:lnTo>
                <a:lnTo>
                  <a:pt x="833885" y="135274"/>
                </a:lnTo>
                <a:lnTo>
                  <a:pt x="866547" y="135274"/>
                </a:lnTo>
                <a:lnTo>
                  <a:pt x="866547" y="154305"/>
                </a:lnTo>
                <a:lnTo>
                  <a:pt x="833885" y="154305"/>
                </a:lnTo>
                <a:lnTo>
                  <a:pt x="833885" y="207283"/>
                </a:lnTo>
                <a:lnTo>
                  <a:pt x="839029" y="207283"/>
                </a:lnTo>
                <a:lnTo>
                  <a:pt x="871947" y="207283"/>
                </a:lnTo>
                <a:lnTo>
                  <a:pt x="871947" y="227343"/>
                </a:lnTo>
                <a:lnTo>
                  <a:pt x="832085" y="227343"/>
                </a:lnTo>
                <a:cubicBezTo>
                  <a:pt x="813740" y="227857"/>
                  <a:pt x="799595" y="221342"/>
                  <a:pt x="789651" y="207797"/>
                </a:cubicBezTo>
                <a:cubicBezTo>
                  <a:pt x="785537" y="216713"/>
                  <a:pt x="777907" y="226142"/>
                  <a:pt x="766763" y="236086"/>
                </a:cubicBezTo>
                <a:lnTo>
                  <a:pt x="766763" y="215255"/>
                </a:lnTo>
                <a:cubicBezTo>
                  <a:pt x="773278" y="204283"/>
                  <a:pt x="776364" y="184994"/>
                  <a:pt x="776021" y="157391"/>
                </a:cubicBezTo>
                <a:lnTo>
                  <a:pt x="776021" y="111099"/>
                </a:lnTo>
                <a:lnTo>
                  <a:pt x="797881" y="111099"/>
                </a:lnTo>
                <a:lnTo>
                  <a:pt x="797881" y="157648"/>
                </a:lnTo>
                <a:cubicBezTo>
                  <a:pt x="797881" y="166906"/>
                  <a:pt x="797538" y="174622"/>
                  <a:pt x="796852" y="180794"/>
                </a:cubicBezTo>
                <a:cubicBezTo>
                  <a:pt x="800624" y="188681"/>
                  <a:pt x="805082" y="194681"/>
                  <a:pt x="810225" y="198796"/>
                </a:cubicBezTo>
                <a:lnTo>
                  <a:pt x="810225" y="94897"/>
                </a:lnTo>
                <a:lnTo>
                  <a:pt x="770106" y="94897"/>
                </a:lnTo>
                <a:lnTo>
                  <a:pt x="770106" y="75609"/>
                </a:lnTo>
                <a:lnTo>
                  <a:pt x="796852" y="75609"/>
                </a:lnTo>
                <a:cubicBezTo>
                  <a:pt x="793252" y="65665"/>
                  <a:pt x="788108" y="54435"/>
                  <a:pt x="781422" y="41919"/>
                </a:cubicBezTo>
                <a:lnTo>
                  <a:pt x="804310" y="41919"/>
                </a:lnTo>
                <a:cubicBezTo>
                  <a:pt x="810311" y="51178"/>
                  <a:pt x="815111" y="60350"/>
                  <a:pt x="818712" y="69437"/>
                </a:cubicBezTo>
                <a:cubicBezTo>
                  <a:pt x="825399" y="59836"/>
                  <a:pt x="832171" y="47663"/>
                  <a:pt x="839029" y="32918"/>
                </a:cubicBezTo>
                <a:lnTo>
                  <a:pt x="775764" y="32918"/>
                </a:lnTo>
                <a:close/>
                <a:moveTo>
                  <a:pt x="638432" y="13373"/>
                </a:moveTo>
                <a:lnTo>
                  <a:pt x="660549" y="13373"/>
                </a:lnTo>
                <a:cubicBezTo>
                  <a:pt x="668265" y="33604"/>
                  <a:pt x="673837" y="55207"/>
                  <a:pt x="677266" y="78181"/>
                </a:cubicBezTo>
                <a:lnTo>
                  <a:pt x="652320" y="78181"/>
                </a:lnTo>
                <a:cubicBezTo>
                  <a:pt x="649748" y="56578"/>
                  <a:pt x="645119" y="34976"/>
                  <a:pt x="638432" y="13373"/>
                </a:cubicBezTo>
                <a:close/>
                <a:moveTo>
                  <a:pt x="2354037" y="10030"/>
                </a:moveTo>
                <a:lnTo>
                  <a:pt x="2377440" y="10030"/>
                </a:lnTo>
                <a:cubicBezTo>
                  <a:pt x="2383784" y="22203"/>
                  <a:pt x="2388156" y="34633"/>
                  <a:pt x="2390556" y="47320"/>
                </a:cubicBezTo>
                <a:lnTo>
                  <a:pt x="2364839" y="47320"/>
                </a:lnTo>
                <a:cubicBezTo>
                  <a:pt x="2362781" y="34290"/>
                  <a:pt x="2359181" y="21860"/>
                  <a:pt x="2354037" y="10030"/>
                </a:cubicBezTo>
                <a:close/>
                <a:moveTo>
                  <a:pt x="897665" y="9258"/>
                </a:moveTo>
                <a:lnTo>
                  <a:pt x="1013393" y="9258"/>
                </a:lnTo>
                <a:lnTo>
                  <a:pt x="1013393" y="25717"/>
                </a:lnTo>
                <a:lnTo>
                  <a:pt x="1002849" y="25717"/>
                </a:lnTo>
                <a:lnTo>
                  <a:pt x="1002849" y="86411"/>
                </a:lnTo>
                <a:cubicBezTo>
                  <a:pt x="1007650" y="85725"/>
                  <a:pt x="1011336" y="85125"/>
                  <a:pt x="1013908" y="84610"/>
                </a:cubicBezTo>
                <a:lnTo>
                  <a:pt x="1013908" y="100555"/>
                </a:lnTo>
                <a:lnTo>
                  <a:pt x="1002849" y="102870"/>
                </a:lnTo>
                <a:lnTo>
                  <a:pt x="1002849" y="118300"/>
                </a:lnTo>
                <a:lnTo>
                  <a:pt x="977132" y="118300"/>
                </a:lnTo>
                <a:lnTo>
                  <a:pt x="977132" y="107756"/>
                </a:lnTo>
                <a:cubicBezTo>
                  <a:pt x="955358" y="111185"/>
                  <a:pt x="928354" y="114100"/>
                  <a:pt x="896122" y="116500"/>
                </a:cubicBezTo>
                <a:lnTo>
                  <a:pt x="896122" y="96183"/>
                </a:lnTo>
                <a:lnTo>
                  <a:pt x="911038" y="95412"/>
                </a:lnTo>
                <a:lnTo>
                  <a:pt x="911038" y="25717"/>
                </a:lnTo>
                <a:lnTo>
                  <a:pt x="897665" y="25717"/>
                </a:lnTo>
                <a:close/>
                <a:moveTo>
                  <a:pt x="472945" y="3857"/>
                </a:moveTo>
                <a:lnTo>
                  <a:pt x="472945" y="22888"/>
                </a:lnTo>
                <a:cubicBezTo>
                  <a:pt x="459915" y="25460"/>
                  <a:pt x="447828" y="27175"/>
                  <a:pt x="436683" y="28032"/>
                </a:cubicBezTo>
                <a:cubicBezTo>
                  <a:pt x="426568" y="28889"/>
                  <a:pt x="414481" y="29318"/>
                  <a:pt x="400422" y="29318"/>
                </a:cubicBezTo>
                <a:lnTo>
                  <a:pt x="389620" y="29318"/>
                </a:lnTo>
                <a:lnTo>
                  <a:pt x="389620" y="44234"/>
                </a:lnTo>
                <a:lnTo>
                  <a:pt x="489919" y="44234"/>
                </a:lnTo>
                <a:lnTo>
                  <a:pt x="489919" y="60950"/>
                </a:lnTo>
                <a:lnTo>
                  <a:pt x="389620" y="60950"/>
                </a:lnTo>
                <a:lnTo>
                  <a:pt x="389620" y="76381"/>
                </a:lnTo>
                <a:lnTo>
                  <a:pt x="467287" y="76381"/>
                </a:lnTo>
                <a:lnTo>
                  <a:pt x="467287" y="126273"/>
                </a:lnTo>
                <a:cubicBezTo>
                  <a:pt x="467287" y="137760"/>
                  <a:pt x="465058" y="145818"/>
                  <a:pt x="460601" y="150447"/>
                </a:cubicBezTo>
                <a:cubicBezTo>
                  <a:pt x="456143" y="155076"/>
                  <a:pt x="448342" y="157391"/>
                  <a:pt x="437198" y="157391"/>
                </a:cubicBezTo>
                <a:lnTo>
                  <a:pt x="389620" y="157391"/>
                </a:lnTo>
                <a:lnTo>
                  <a:pt x="389620" y="173593"/>
                </a:lnTo>
                <a:lnTo>
                  <a:pt x="474488" y="173593"/>
                </a:lnTo>
                <a:lnTo>
                  <a:pt x="474488" y="190309"/>
                </a:lnTo>
                <a:lnTo>
                  <a:pt x="389620" y="190309"/>
                </a:lnTo>
                <a:lnTo>
                  <a:pt x="389620" y="207797"/>
                </a:lnTo>
                <a:lnTo>
                  <a:pt x="490690" y="207797"/>
                </a:lnTo>
                <a:lnTo>
                  <a:pt x="490690" y="225542"/>
                </a:lnTo>
                <a:lnTo>
                  <a:pt x="256918" y="225542"/>
                </a:lnTo>
                <a:lnTo>
                  <a:pt x="256918" y="207797"/>
                </a:lnTo>
                <a:lnTo>
                  <a:pt x="357473" y="207797"/>
                </a:lnTo>
                <a:lnTo>
                  <a:pt x="357473" y="190309"/>
                </a:lnTo>
                <a:lnTo>
                  <a:pt x="272349" y="190309"/>
                </a:lnTo>
                <a:lnTo>
                  <a:pt x="272349" y="173593"/>
                </a:lnTo>
                <a:lnTo>
                  <a:pt x="357473" y="173593"/>
                </a:lnTo>
                <a:lnTo>
                  <a:pt x="357473" y="157391"/>
                </a:lnTo>
                <a:lnTo>
                  <a:pt x="280321" y="157391"/>
                </a:lnTo>
                <a:lnTo>
                  <a:pt x="280321" y="76381"/>
                </a:lnTo>
                <a:lnTo>
                  <a:pt x="357473" y="76381"/>
                </a:lnTo>
                <a:lnTo>
                  <a:pt x="357473" y="60950"/>
                </a:lnTo>
                <a:lnTo>
                  <a:pt x="257690" y="60950"/>
                </a:lnTo>
                <a:lnTo>
                  <a:pt x="257690" y="44234"/>
                </a:lnTo>
                <a:lnTo>
                  <a:pt x="357473" y="44234"/>
                </a:lnTo>
                <a:lnTo>
                  <a:pt x="357473" y="29318"/>
                </a:lnTo>
                <a:lnTo>
                  <a:pt x="274149" y="29318"/>
                </a:lnTo>
                <a:lnTo>
                  <a:pt x="274149" y="11830"/>
                </a:lnTo>
                <a:lnTo>
                  <a:pt x="393735" y="11830"/>
                </a:lnTo>
                <a:cubicBezTo>
                  <a:pt x="409851" y="11830"/>
                  <a:pt x="423053" y="11316"/>
                  <a:pt x="433340" y="10287"/>
                </a:cubicBezTo>
                <a:cubicBezTo>
                  <a:pt x="443627" y="9258"/>
                  <a:pt x="456829" y="7115"/>
                  <a:pt x="472945" y="3857"/>
                </a:cubicBezTo>
                <a:close/>
                <a:moveTo>
                  <a:pt x="690125" y="2829"/>
                </a:moveTo>
                <a:lnTo>
                  <a:pt x="714042" y="2829"/>
                </a:lnTo>
                <a:lnTo>
                  <a:pt x="714042" y="29061"/>
                </a:lnTo>
                <a:cubicBezTo>
                  <a:pt x="727072" y="25803"/>
                  <a:pt x="736673" y="19202"/>
                  <a:pt x="742845" y="9258"/>
                </a:cubicBezTo>
                <a:lnTo>
                  <a:pt x="766505" y="9258"/>
                </a:lnTo>
                <a:cubicBezTo>
                  <a:pt x="761705" y="20231"/>
                  <a:pt x="755447" y="28375"/>
                  <a:pt x="747732" y="33690"/>
                </a:cubicBezTo>
                <a:cubicBezTo>
                  <a:pt x="739845" y="39176"/>
                  <a:pt x="728615" y="43034"/>
                  <a:pt x="714042" y="45263"/>
                </a:cubicBezTo>
                <a:lnTo>
                  <a:pt x="714042" y="51692"/>
                </a:lnTo>
                <a:cubicBezTo>
                  <a:pt x="714042" y="55807"/>
                  <a:pt x="714813" y="58721"/>
                  <a:pt x="716356" y="60436"/>
                </a:cubicBezTo>
                <a:cubicBezTo>
                  <a:pt x="717899" y="62150"/>
                  <a:pt x="720643" y="63008"/>
                  <a:pt x="724586" y="63008"/>
                </a:cubicBezTo>
                <a:lnTo>
                  <a:pt x="737445" y="63008"/>
                </a:lnTo>
                <a:cubicBezTo>
                  <a:pt x="741388" y="63008"/>
                  <a:pt x="744131" y="62236"/>
                  <a:pt x="745674" y="60693"/>
                </a:cubicBezTo>
                <a:cubicBezTo>
                  <a:pt x="747217" y="59150"/>
                  <a:pt x="747989" y="56407"/>
                  <a:pt x="747989" y="52464"/>
                </a:cubicBezTo>
                <a:lnTo>
                  <a:pt x="747989" y="46549"/>
                </a:lnTo>
                <a:lnTo>
                  <a:pt x="767020" y="46549"/>
                </a:lnTo>
                <a:lnTo>
                  <a:pt x="767020" y="56836"/>
                </a:lnTo>
                <a:cubicBezTo>
                  <a:pt x="767020" y="66094"/>
                  <a:pt x="765134" y="72609"/>
                  <a:pt x="761362" y="76381"/>
                </a:cubicBezTo>
                <a:cubicBezTo>
                  <a:pt x="757590" y="80153"/>
                  <a:pt x="751247" y="82039"/>
                  <a:pt x="742331" y="82039"/>
                </a:cubicBezTo>
                <a:lnTo>
                  <a:pt x="715328" y="82039"/>
                </a:lnTo>
                <a:cubicBezTo>
                  <a:pt x="706069" y="82039"/>
                  <a:pt x="699554" y="80153"/>
                  <a:pt x="695783" y="76381"/>
                </a:cubicBezTo>
                <a:cubicBezTo>
                  <a:pt x="692011" y="72609"/>
                  <a:pt x="690125" y="65837"/>
                  <a:pt x="690125" y="56064"/>
                </a:cubicBezTo>
                <a:close/>
                <a:moveTo>
                  <a:pt x="1413425" y="2314"/>
                </a:moveTo>
                <a:lnTo>
                  <a:pt x="1448143" y="2314"/>
                </a:lnTo>
                <a:lnTo>
                  <a:pt x="1448143" y="18774"/>
                </a:lnTo>
                <a:lnTo>
                  <a:pt x="1502407" y="18774"/>
                </a:lnTo>
                <a:lnTo>
                  <a:pt x="1502407" y="39862"/>
                </a:lnTo>
                <a:lnTo>
                  <a:pt x="1360189" y="39862"/>
                </a:lnTo>
                <a:lnTo>
                  <a:pt x="1360189" y="18774"/>
                </a:lnTo>
                <a:lnTo>
                  <a:pt x="1413425" y="18774"/>
                </a:lnTo>
                <a:close/>
                <a:moveTo>
                  <a:pt x="1631252" y="2057"/>
                </a:moveTo>
                <a:lnTo>
                  <a:pt x="1668542" y="2057"/>
                </a:lnTo>
                <a:lnTo>
                  <a:pt x="1668542" y="18774"/>
                </a:lnTo>
                <a:lnTo>
                  <a:pt x="1764983" y="18774"/>
                </a:lnTo>
                <a:lnTo>
                  <a:pt x="1764983" y="39605"/>
                </a:lnTo>
                <a:lnTo>
                  <a:pt x="1640767" y="39605"/>
                </a:lnTo>
                <a:cubicBezTo>
                  <a:pt x="1629451" y="49206"/>
                  <a:pt x="1616164" y="58121"/>
                  <a:pt x="1600905" y="66351"/>
                </a:cubicBezTo>
                <a:cubicBezTo>
                  <a:pt x="1641196" y="66522"/>
                  <a:pt x="1674200" y="65494"/>
                  <a:pt x="1699917" y="63265"/>
                </a:cubicBezTo>
                <a:cubicBezTo>
                  <a:pt x="1696660" y="58807"/>
                  <a:pt x="1692545" y="53835"/>
                  <a:pt x="1687573" y="48349"/>
                </a:cubicBezTo>
                <a:lnTo>
                  <a:pt x="1715605" y="48349"/>
                </a:lnTo>
                <a:cubicBezTo>
                  <a:pt x="1727949" y="60350"/>
                  <a:pt x="1738837" y="75095"/>
                  <a:pt x="1748266" y="92583"/>
                </a:cubicBezTo>
                <a:lnTo>
                  <a:pt x="1716377" y="92583"/>
                </a:lnTo>
                <a:cubicBezTo>
                  <a:pt x="1714319" y="87782"/>
                  <a:pt x="1712690" y="84268"/>
                  <a:pt x="1711491" y="82039"/>
                </a:cubicBezTo>
                <a:cubicBezTo>
                  <a:pt x="1677543" y="85296"/>
                  <a:pt x="1638539" y="86925"/>
                  <a:pt x="1594476" y="86925"/>
                </a:cubicBezTo>
                <a:lnTo>
                  <a:pt x="1559243" y="86925"/>
                </a:lnTo>
                <a:lnTo>
                  <a:pt x="1559243" y="66351"/>
                </a:lnTo>
                <a:cubicBezTo>
                  <a:pt x="1576387" y="57436"/>
                  <a:pt x="1590189" y="48520"/>
                  <a:pt x="1600648" y="39605"/>
                </a:cubicBezTo>
                <a:lnTo>
                  <a:pt x="1534811" y="39605"/>
                </a:lnTo>
                <a:lnTo>
                  <a:pt x="1534811" y="18774"/>
                </a:lnTo>
                <a:lnTo>
                  <a:pt x="1631252" y="18774"/>
                </a:lnTo>
                <a:close/>
                <a:moveTo>
                  <a:pt x="1300782" y="1543"/>
                </a:moveTo>
                <a:lnTo>
                  <a:pt x="1330614" y="1543"/>
                </a:lnTo>
                <a:lnTo>
                  <a:pt x="1330614" y="50921"/>
                </a:lnTo>
                <a:lnTo>
                  <a:pt x="1352731" y="50921"/>
                </a:lnTo>
                <a:lnTo>
                  <a:pt x="1352731" y="71494"/>
                </a:lnTo>
                <a:lnTo>
                  <a:pt x="1330614" y="71494"/>
                </a:lnTo>
                <a:lnTo>
                  <a:pt x="1330614" y="176679"/>
                </a:lnTo>
                <a:cubicBezTo>
                  <a:pt x="1337987" y="174793"/>
                  <a:pt x="1345702" y="172650"/>
                  <a:pt x="1353760" y="170250"/>
                </a:cubicBezTo>
                <a:lnTo>
                  <a:pt x="1353760" y="192110"/>
                </a:lnTo>
                <a:cubicBezTo>
                  <a:pt x="1331300" y="201539"/>
                  <a:pt x="1305325" y="208226"/>
                  <a:pt x="1275836" y="212169"/>
                </a:cubicBezTo>
                <a:lnTo>
                  <a:pt x="1275836" y="185166"/>
                </a:lnTo>
                <a:cubicBezTo>
                  <a:pt x="1282865" y="184652"/>
                  <a:pt x="1291181" y="183709"/>
                  <a:pt x="1300782" y="182337"/>
                </a:cubicBezTo>
                <a:lnTo>
                  <a:pt x="1300782" y="71494"/>
                </a:lnTo>
                <a:lnTo>
                  <a:pt x="1277636" y="71494"/>
                </a:lnTo>
                <a:lnTo>
                  <a:pt x="1277636" y="50921"/>
                </a:lnTo>
                <a:lnTo>
                  <a:pt x="1300782" y="50921"/>
                </a:lnTo>
                <a:close/>
                <a:moveTo>
                  <a:pt x="2218249" y="1286"/>
                </a:moveTo>
                <a:lnTo>
                  <a:pt x="2250910" y="1286"/>
                </a:lnTo>
                <a:lnTo>
                  <a:pt x="2250910" y="21860"/>
                </a:lnTo>
                <a:lnTo>
                  <a:pt x="2293601" y="21860"/>
                </a:lnTo>
                <a:lnTo>
                  <a:pt x="2293601" y="42691"/>
                </a:lnTo>
                <a:lnTo>
                  <a:pt x="2174529" y="42691"/>
                </a:lnTo>
                <a:lnTo>
                  <a:pt x="2174529" y="21860"/>
                </a:lnTo>
                <a:lnTo>
                  <a:pt x="2218249" y="21860"/>
                </a:lnTo>
                <a:close/>
                <a:moveTo>
                  <a:pt x="2314433" y="1029"/>
                </a:moveTo>
                <a:lnTo>
                  <a:pt x="2342465" y="1029"/>
                </a:lnTo>
                <a:lnTo>
                  <a:pt x="2342465" y="55035"/>
                </a:lnTo>
                <a:lnTo>
                  <a:pt x="2399557" y="55035"/>
                </a:lnTo>
                <a:lnTo>
                  <a:pt x="2399557" y="75866"/>
                </a:lnTo>
                <a:lnTo>
                  <a:pt x="2342207" y="75866"/>
                </a:lnTo>
                <a:cubicBezTo>
                  <a:pt x="2342207" y="80839"/>
                  <a:pt x="2342036" y="87611"/>
                  <a:pt x="2341693" y="96183"/>
                </a:cubicBezTo>
                <a:lnTo>
                  <a:pt x="2366896" y="96183"/>
                </a:lnTo>
                <a:lnTo>
                  <a:pt x="2366896" y="200854"/>
                </a:lnTo>
                <a:cubicBezTo>
                  <a:pt x="2366896" y="203940"/>
                  <a:pt x="2367496" y="205997"/>
                  <a:pt x="2368696" y="207026"/>
                </a:cubicBezTo>
                <a:cubicBezTo>
                  <a:pt x="2369897" y="208054"/>
                  <a:pt x="2372297" y="208569"/>
                  <a:pt x="2375897" y="208569"/>
                </a:cubicBezTo>
                <a:cubicBezTo>
                  <a:pt x="2379326" y="208569"/>
                  <a:pt x="2381641" y="207969"/>
                  <a:pt x="2382841" y="206769"/>
                </a:cubicBezTo>
                <a:cubicBezTo>
                  <a:pt x="2384041" y="205568"/>
                  <a:pt x="2384641" y="203425"/>
                  <a:pt x="2384641" y="200339"/>
                </a:cubicBezTo>
                <a:lnTo>
                  <a:pt x="2384641" y="187480"/>
                </a:lnTo>
                <a:lnTo>
                  <a:pt x="2404958" y="187480"/>
                </a:lnTo>
                <a:lnTo>
                  <a:pt x="2404958" y="201625"/>
                </a:lnTo>
                <a:cubicBezTo>
                  <a:pt x="2404958" y="211398"/>
                  <a:pt x="2402901" y="218427"/>
                  <a:pt x="2398786" y="222713"/>
                </a:cubicBezTo>
                <a:cubicBezTo>
                  <a:pt x="2394842" y="226828"/>
                  <a:pt x="2388241" y="228886"/>
                  <a:pt x="2378983" y="228886"/>
                </a:cubicBezTo>
                <a:lnTo>
                  <a:pt x="2367411" y="228886"/>
                </a:lnTo>
                <a:cubicBezTo>
                  <a:pt x="2357123" y="228886"/>
                  <a:pt x="2349837" y="226914"/>
                  <a:pt x="2345551" y="222971"/>
                </a:cubicBezTo>
                <a:cubicBezTo>
                  <a:pt x="2341093" y="218856"/>
                  <a:pt x="2338864" y="211826"/>
                  <a:pt x="2338864" y="201882"/>
                </a:cubicBezTo>
                <a:lnTo>
                  <a:pt x="2338864" y="126273"/>
                </a:lnTo>
                <a:cubicBezTo>
                  <a:pt x="2335607" y="148733"/>
                  <a:pt x="2329520" y="168278"/>
                  <a:pt x="2320605" y="184909"/>
                </a:cubicBezTo>
                <a:cubicBezTo>
                  <a:pt x="2312203" y="200511"/>
                  <a:pt x="2299345" y="217141"/>
                  <a:pt x="2282028" y="234801"/>
                </a:cubicBezTo>
                <a:lnTo>
                  <a:pt x="2282028" y="208826"/>
                </a:lnTo>
                <a:lnTo>
                  <a:pt x="2286657" y="201111"/>
                </a:lnTo>
                <a:cubicBezTo>
                  <a:pt x="2277056" y="195110"/>
                  <a:pt x="2270113" y="188252"/>
                  <a:pt x="2265826" y="180537"/>
                </a:cubicBezTo>
                <a:cubicBezTo>
                  <a:pt x="2261540" y="172993"/>
                  <a:pt x="2258968" y="162792"/>
                  <a:pt x="2258111" y="149933"/>
                </a:cubicBezTo>
                <a:lnTo>
                  <a:pt x="2279714" y="149933"/>
                </a:lnTo>
                <a:cubicBezTo>
                  <a:pt x="2280914" y="165706"/>
                  <a:pt x="2285714" y="177793"/>
                  <a:pt x="2294115" y="186195"/>
                </a:cubicBezTo>
                <a:cubicBezTo>
                  <a:pt x="2308174" y="158591"/>
                  <a:pt x="2314947" y="121815"/>
                  <a:pt x="2314433" y="75866"/>
                </a:cubicBezTo>
                <a:lnTo>
                  <a:pt x="2290515" y="75866"/>
                </a:lnTo>
                <a:lnTo>
                  <a:pt x="2290515" y="55035"/>
                </a:lnTo>
                <a:lnTo>
                  <a:pt x="2314433" y="55035"/>
                </a:lnTo>
                <a:close/>
                <a:moveTo>
                  <a:pt x="2039512" y="257"/>
                </a:moveTo>
                <a:lnTo>
                  <a:pt x="2071145" y="257"/>
                </a:lnTo>
                <a:cubicBezTo>
                  <a:pt x="2071145" y="19117"/>
                  <a:pt x="2071230" y="32747"/>
                  <a:pt x="2071402" y="41148"/>
                </a:cubicBezTo>
                <a:lnTo>
                  <a:pt x="2098148" y="41148"/>
                </a:lnTo>
                <a:lnTo>
                  <a:pt x="2098148" y="6429"/>
                </a:lnTo>
                <a:lnTo>
                  <a:pt x="2124637" y="6429"/>
                </a:lnTo>
                <a:lnTo>
                  <a:pt x="2124637" y="41148"/>
                </a:lnTo>
                <a:lnTo>
                  <a:pt x="2147269" y="41148"/>
                </a:lnTo>
                <a:lnTo>
                  <a:pt x="2147269" y="63265"/>
                </a:lnTo>
                <a:lnTo>
                  <a:pt x="2071917" y="63265"/>
                </a:lnTo>
                <a:cubicBezTo>
                  <a:pt x="2073117" y="97041"/>
                  <a:pt x="2076031" y="125930"/>
                  <a:pt x="2080660" y="149933"/>
                </a:cubicBezTo>
                <a:cubicBezTo>
                  <a:pt x="2092833" y="131073"/>
                  <a:pt x="2102349" y="107842"/>
                  <a:pt x="2109207" y="80238"/>
                </a:cubicBezTo>
                <a:lnTo>
                  <a:pt x="2138525" y="80238"/>
                </a:lnTo>
                <a:cubicBezTo>
                  <a:pt x="2127552" y="123101"/>
                  <a:pt x="2110835" y="156619"/>
                  <a:pt x="2088375" y="180794"/>
                </a:cubicBezTo>
                <a:cubicBezTo>
                  <a:pt x="2095577" y="200854"/>
                  <a:pt x="2105006" y="210883"/>
                  <a:pt x="2116665" y="210883"/>
                </a:cubicBezTo>
                <a:cubicBezTo>
                  <a:pt x="2120780" y="210883"/>
                  <a:pt x="2123780" y="209426"/>
                  <a:pt x="2125666" y="206511"/>
                </a:cubicBezTo>
                <a:cubicBezTo>
                  <a:pt x="2127552" y="203597"/>
                  <a:pt x="2128409" y="198796"/>
                  <a:pt x="2128238" y="192110"/>
                </a:cubicBezTo>
                <a:lnTo>
                  <a:pt x="2150355" y="192110"/>
                </a:lnTo>
                <a:cubicBezTo>
                  <a:pt x="2150355" y="206340"/>
                  <a:pt x="2147526" y="216798"/>
                  <a:pt x="2141868" y="223485"/>
                </a:cubicBezTo>
                <a:cubicBezTo>
                  <a:pt x="2136382" y="229829"/>
                  <a:pt x="2128066" y="233000"/>
                  <a:pt x="2116922" y="233000"/>
                </a:cubicBezTo>
                <a:cubicBezTo>
                  <a:pt x="2096005" y="233000"/>
                  <a:pt x="2079717" y="222113"/>
                  <a:pt x="2068059" y="200339"/>
                </a:cubicBezTo>
                <a:cubicBezTo>
                  <a:pt x="2054343" y="211483"/>
                  <a:pt x="2038655" y="222370"/>
                  <a:pt x="2020996" y="233000"/>
                </a:cubicBezTo>
                <a:lnTo>
                  <a:pt x="2020996" y="210369"/>
                </a:lnTo>
                <a:cubicBezTo>
                  <a:pt x="2035912" y="199053"/>
                  <a:pt x="2048428" y="188166"/>
                  <a:pt x="2058543" y="177708"/>
                </a:cubicBezTo>
                <a:cubicBezTo>
                  <a:pt x="2057000" y="173422"/>
                  <a:pt x="2055371" y="167764"/>
                  <a:pt x="2053657" y="160734"/>
                </a:cubicBezTo>
                <a:cubicBezTo>
                  <a:pt x="2047485" y="135874"/>
                  <a:pt x="2043284" y="103384"/>
                  <a:pt x="2041055" y="63265"/>
                </a:cubicBezTo>
                <a:lnTo>
                  <a:pt x="1965960" y="63265"/>
                </a:lnTo>
                <a:lnTo>
                  <a:pt x="1965960" y="97726"/>
                </a:lnTo>
                <a:lnTo>
                  <a:pt x="2028197" y="97726"/>
                </a:lnTo>
                <a:lnTo>
                  <a:pt x="2028197" y="176165"/>
                </a:lnTo>
                <a:cubicBezTo>
                  <a:pt x="2028197" y="186966"/>
                  <a:pt x="2025711" y="194767"/>
                  <a:pt x="2020739" y="199568"/>
                </a:cubicBezTo>
                <a:cubicBezTo>
                  <a:pt x="2015595" y="204540"/>
                  <a:pt x="2007537" y="207026"/>
                  <a:pt x="1996564" y="207026"/>
                </a:cubicBezTo>
                <a:lnTo>
                  <a:pt x="1975476" y="207026"/>
                </a:lnTo>
                <a:lnTo>
                  <a:pt x="1975476" y="186709"/>
                </a:lnTo>
                <a:lnTo>
                  <a:pt x="1986791" y="186709"/>
                </a:lnTo>
                <a:cubicBezTo>
                  <a:pt x="1991421" y="186709"/>
                  <a:pt x="1994592" y="185766"/>
                  <a:pt x="1996307" y="183880"/>
                </a:cubicBezTo>
                <a:cubicBezTo>
                  <a:pt x="1998193" y="181823"/>
                  <a:pt x="1999136" y="178308"/>
                  <a:pt x="1999136" y="173336"/>
                </a:cubicBezTo>
                <a:lnTo>
                  <a:pt x="1999136" y="118558"/>
                </a:lnTo>
                <a:lnTo>
                  <a:pt x="1965960" y="118558"/>
                </a:lnTo>
                <a:lnTo>
                  <a:pt x="1965960" y="144275"/>
                </a:lnTo>
                <a:cubicBezTo>
                  <a:pt x="1965960" y="168107"/>
                  <a:pt x="1962274" y="186709"/>
                  <a:pt x="1954902" y="200082"/>
                </a:cubicBezTo>
                <a:cubicBezTo>
                  <a:pt x="1947701" y="213112"/>
                  <a:pt x="1934928" y="224771"/>
                  <a:pt x="1916583" y="235058"/>
                </a:cubicBezTo>
                <a:lnTo>
                  <a:pt x="1916583" y="214227"/>
                </a:lnTo>
                <a:cubicBezTo>
                  <a:pt x="1923783" y="204797"/>
                  <a:pt x="1928584" y="195881"/>
                  <a:pt x="1930985" y="187480"/>
                </a:cubicBezTo>
                <a:cubicBezTo>
                  <a:pt x="1933385" y="178908"/>
                  <a:pt x="1934585" y="166478"/>
                  <a:pt x="1934585" y="150190"/>
                </a:cubicBezTo>
                <a:lnTo>
                  <a:pt x="1934585" y="41148"/>
                </a:lnTo>
                <a:lnTo>
                  <a:pt x="2040027" y="41148"/>
                </a:lnTo>
                <a:cubicBezTo>
                  <a:pt x="2039684" y="24346"/>
                  <a:pt x="2039512" y="10715"/>
                  <a:pt x="2039512" y="257"/>
                </a:cubicBezTo>
                <a:close/>
                <a:moveTo>
                  <a:pt x="51949" y="0"/>
                </a:moveTo>
                <a:lnTo>
                  <a:pt x="84868" y="0"/>
                </a:lnTo>
                <a:cubicBezTo>
                  <a:pt x="85897" y="6515"/>
                  <a:pt x="87525" y="12430"/>
                  <a:pt x="89754" y="17745"/>
                </a:cubicBezTo>
                <a:lnTo>
                  <a:pt x="143504" y="17745"/>
                </a:lnTo>
                <a:cubicBezTo>
                  <a:pt x="145733" y="12601"/>
                  <a:pt x="147361" y="6772"/>
                  <a:pt x="148390" y="257"/>
                </a:cubicBezTo>
                <a:lnTo>
                  <a:pt x="181566" y="257"/>
                </a:lnTo>
                <a:cubicBezTo>
                  <a:pt x="180194" y="7972"/>
                  <a:pt x="178651" y="13802"/>
                  <a:pt x="176937" y="17745"/>
                </a:cubicBezTo>
                <a:lnTo>
                  <a:pt x="229915" y="17745"/>
                </a:lnTo>
                <a:lnTo>
                  <a:pt x="229915" y="36262"/>
                </a:lnTo>
                <a:lnTo>
                  <a:pt x="156877" y="36262"/>
                </a:lnTo>
                <a:lnTo>
                  <a:pt x="156877" y="52206"/>
                </a:lnTo>
                <a:lnTo>
                  <a:pt x="214484" y="52206"/>
                </a:lnTo>
                <a:lnTo>
                  <a:pt x="214484" y="119586"/>
                </a:lnTo>
                <a:cubicBezTo>
                  <a:pt x="214827" y="138789"/>
                  <a:pt x="206597" y="149247"/>
                  <a:pt x="189795" y="150962"/>
                </a:cubicBezTo>
                <a:lnTo>
                  <a:pt x="189795" y="166906"/>
                </a:lnTo>
                <a:lnTo>
                  <a:pt x="233001" y="166906"/>
                </a:lnTo>
                <a:lnTo>
                  <a:pt x="233001" y="185423"/>
                </a:lnTo>
                <a:lnTo>
                  <a:pt x="189795" y="185423"/>
                </a:lnTo>
                <a:lnTo>
                  <a:pt x="189795" y="198539"/>
                </a:lnTo>
                <a:cubicBezTo>
                  <a:pt x="189795" y="220656"/>
                  <a:pt x="179594" y="231715"/>
                  <a:pt x="159191" y="231715"/>
                </a:cubicBezTo>
                <a:lnTo>
                  <a:pt x="125502" y="231715"/>
                </a:lnTo>
                <a:lnTo>
                  <a:pt x="125502" y="212941"/>
                </a:lnTo>
                <a:lnTo>
                  <a:pt x="145818" y="212941"/>
                </a:lnTo>
                <a:cubicBezTo>
                  <a:pt x="150619" y="212941"/>
                  <a:pt x="154048" y="211912"/>
                  <a:pt x="156105" y="209855"/>
                </a:cubicBezTo>
                <a:cubicBezTo>
                  <a:pt x="158163" y="207797"/>
                  <a:pt x="159191" y="204197"/>
                  <a:pt x="159191" y="199053"/>
                </a:cubicBezTo>
                <a:lnTo>
                  <a:pt x="159191" y="185423"/>
                </a:lnTo>
                <a:lnTo>
                  <a:pt x="0" y="185423"/>
                </a:lnTo>
                <a:lnTo>
                  <a:pt x="0" y="166906"/>
                </a:lnTo>
                <a:lnTo>
                  <a:pt x="159191" y="166906"/>
                </a:lnTo>
                <a:lnTo>
                  <a:pt x="159191" y="151219"/>
                </a:lnTo>
                <a:lnTo>
                  <a:pt x="19031" y="151219"/>
                </a:lnTo>
                <a:lnTo>
                  <a:pt x="19031" y="52206"/>
                </a:lnTo>
                <a:lnTo>
                  <a:pt x="78953" y="52206"/>
                </a:lnTo>
                <a:lnTo>
                  <a:pt x="78953" y="36262"/>
                </a:lnTo>
                <a:lnTo>
                  <a:pt x="2829" y="36262"/>
                </a:lnTo>
                <a:lnTo>
                  <a:pt x="2829" y="17745"/>
                </a:lnTo>
                <a:lnTo>
                  <a:pt x="56321" y="17745"/>
                </a:lnTo>
                <a:cubicBezTo>
                  <a:pt x="54436" y="13630"/>
                  <a:pt x="52978" y="7715"/>
                  <a:pt x="51949" y="0"/>
                </a:cubicBezTo>
                <a:close/>
              </a:path>
            </a:pathLst>
          </a:custGeom>
          <a:solidFill>
            <a:schemeClr val="bg1"/>
          </a:solidFill>
          <a:ln>
            <a:noFill/>
          </a:ln>
          <a:effectLst>
            <a:outerShdw blurRad="38100" dist="38100" dir="2700000" algn="tl">
              <a:srgbClr val="000000">
                <a:alpha val="43137"/>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r"/>
            <a:endParaRPr lang="zh-CN" altLang="en-US" sz="2000" dirty="0">
              <a:solidFill>
                <a:schemeClr val="bg1"/>
              </a:solidFill>
              <a:effectLst>
                <a:outerShdw blurRad="38100" dist="38100" dir="2700000" algn="tl">
                  <a:srgbClr val="000000">
                    <a:alpha val="43137"/>
                  </a:srgbClr>
                </a:outerShdw>
              </a:effectLst>
              <a:latin typeface="方正正中黑简体" panose="02000500000000000000" pitchFamily="2" charset="-122"/>
              <a:ea typeface="方正正中黑简体" panose="02000500000000000000" pitchFamily="2" charset="-122"/>
              <a:cs typeface="方正兰亭黑简体" panose="02000500000000000000" pitchFamily="2" charset="-122"/>
              <a:sym typeface="+mn-ea"/>
            </a:endParaRPr>
          </a:p>
        </p:txBody>
      </p:sp>
      <p:sp>
        <p:nvSpPr>
          <p:cNvPr id="4" name="平行四边形 3"/>
          <p:cNvSpPr/>
          <p:nvPr userDrawn="1"/>
        </p:nvSpPr>
        <p:spPr>
          <a:xfrm flipH="1">
            <a:off x="542567" y="309328"/>
            <a:ext cx="159989" cy="380995"/>
          </a:xfrm>
          <a:prstGeom prst="parallelogram">
            <a:avLst>
              <a:gd name="adj" fmla="val 0"/>
            </a:avLst>
          </a:prstGeom>
          <a:gradFill flip="none" rotWithShape="1">
            <a:gsLst>
              <a:gs pos="0">
                <a:srgbClr val="0B5AA7">
                  <a:alpha val="1000"/>
                </a:srgbClr>
              </a:gs>
              <a:gs pos="73000">
                <a:srgbClr val="0B5A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dirty="0">
              <a:latin typeface="方正兰亭黑简体" panose="02000500000000000000" pitchFamily="2" charset="-122"/>
              <a:ea typeface="方正兰亭粗黑简体" panose="02000500000000000000" pitchFamily="2" charset="-122"/>
              <a:cs typeface="+mn-ea"/>
              <a:sym typeface="+mn-lt"/>
            </a:endParaRPr>
          </a:p>
        </p:txBody>
      </p:sp>
    </p:spTree>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结尾页">
    <p:spTree>
      <p:nvGrpSpPr>
        <p:cNvPr id="1" name=""/>
        <p:cNvGrpSpPr/>
        <p:nvPr/>
      </p:nvGrpSpPr>
      <p:grpSpPr>
        <a:xfrm>
          <a:off x="0" y="0"/>
          <a:ext cx="0" cy="0"/>
          <a:chOff x="0" y="0"/>
          <a:chExt cx="0" cy="0"/>
        </a:xfrm>
      </p:grpSpPr>
      <p:sp>
        <p:nvSpPr>
          <p:cNvPr id="3" name="矩形 2"/>
          <p:cNvSpPr/>
          <p:nvPr userDrawn="1"/>
        </p:nvSpPr>
        <p:spPr>
          <a:xfrm>
            <a:off x="0" y="0"/>
            <a:ext cx="12191365" cy="6858000"/>
          </a:xfrm>
          <a:prstGeom prst="rect">
            <a:avLst/>
          </a:prstGeom>
          <a:gradFill flip="none" rotWithShape="1">
            <a:gsLst>
              <a:gs pos="0">
                <a:srgbClr val="D2E8FF">
                  <a:lumMod val="100000"/>
                  <a:alpha val="50000"/>
                </a:srgbClr>
              </a:gs>
              <a:gs pos="100000">
                <a:srgbClr val="3399FF">
                  <a:lumMod val="25000"/>
                  <a:lumOff val="75000"/>
                </a:srgb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方正兰亭黑简体" panose="02000500000000000000" pitchFamily="2" charset="-122"/>
              <a:ea typeface="方正兰亭粗黑简体" panose="02000500000000000000" pitchFamily="2" charset="-122"/>
              <a:cs typeface="+mn-ea"/>
              <a:sym typeface="+mn-lt"/>
            </a:endParaRPr>
          </a:p>
        </p:txBody>
      </p:sp>
    </p:spTree>
  </p:cSld>
  <p:clrMapOvr>
    <a:masterClrMapping/>
  </p:clrMapOvr>
  <p:transition advClick="0"/>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999" cy="6858000"/>
          </a:xfrm>
          <a:prstGeom prst="rect">
            <a:avLst/>
          </a:prstGeom>
          <a:gradFill flip="none" rotWithShape="1">
            <a:gsLst>
              <a:gs pos="0">
                <a:srgbClr val="D2E8FF">
                  <a:lumMod val="100000"/>
                  <a:alpha val="20000"/>
                </a:srgbClr>
              </a:gs>
              <a:gs pos="100000">
                <a:srgbClr val="3399FF">
                  <a:lumMod val="15000"/>
                  <a:lumOff val="85000"/>
                </a:srgb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方正兰亭黑简体" panose="02000500000000000000" pitchFamily="2" charset="-122"/>
              <a:ea typeface="方正兰亭粗黑简体" panose="02000500000000000000" pitchFamily="2" charset="-122"/>
              <a:cs typeface="方正兰亭粗黑简体" panose="02000500000000000000" pitchFamily="2" charset="-122"/>
              <a:sym typeface="方正兰亭黑简体" panose="02000500000000000000"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advClick="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8.png"/><Relationship Id="rId2" Type="http://schemas.openxmlformats.org/officeDocument/2006/relationships/tags" Target="../tags/tag14.xml"/><Relationship Id="rId1" Type="http://schemas.openxmlformats.org/officeDocument/2006/relationships/tags" Target="../tags/tag13.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image" Target="../media/image10.png"/><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image" Target="../media/image9.png"/><Relationship Id="rId2" Type="http://schemas.openxmlformats.org/officeDocument/2006/relationships/tags" Target="../tags/tag16.xml"/><Relationship Id="rId1" Type="http://schemas.openxmlformats.org/officeDocument/2006/relationships/tags" Target="../tags/tag1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1.png"/><Relationship Id="rId1" Type="http://schemas.openxmlformats.org/officeDocument/2006/relationships/tags" Target="../tags/tag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13.png"/><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image" Target="../media/image12.png"/><Relationship Id="rId2" Type="http://schemas.openxmlformats.org/officeDocument/2006/relationships/tags" Target="../tags/tag23.xml"/><Relationship Id="rId1" Type="http://schemas.openxmlformats.org/officeDocument/2006/relationships/tags" Target="../tags/tag22.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image" Target="../media/image14.png"/><Relationship Id="rId1" Type="http://schemas.openxmlformats.org/officeDocument/2006/relationships/tags" Target="../tags/tag27.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5.png"/><Relationship Id="rId1" Type="http://schemas.openxmlformats.org/officeDocument/2006/relationships/tags" Target="../tags/tag30.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33.xml"/><Relationship Id="rId3" Type="http://schemas.openxmlformats.org/officeDocument/2006/relationships/image" Target="../media/image16.png"/><Relationship Id="rId2" Type="http://schemas.openxmlformats.org/officeDocument/2006/relationships/tags" Target="../tags/tag32.xml"/><Relationship Id="rId1" Type="http://schemas.openxmlformats.org/officeDocument/2006/relationships/tags" Target="../tags/tag3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7.png"/><Relationship Id="rId1" Type="http://schemas.openxmlformats.org/officeDocument/2006/relationships/tags" Target="../tags/tag3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
          <p:cNvSpPr txBox="1"/>
          <p:nvPr/>
        </p:nvSpPr>
        <p:spPr>
          <a:xfrm>
            <a:off x="704070" y="2189480"/>
            <a:ext cx="5829300" cy="7067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4000" b="1" dirty="0">
                <a:ln w="0"/>
                <a:effectLst>
                  <a:outerShdw blurRad="38100" dist="19050" dir="2700000" algn="tl" rotWithShape="0">
                    <a:schemeClr val="dk1">
                      <a:alpha val="40000"/>
                    </a:schemeClr>
                  </a:outerShdw>
                </a:effectLst>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公文写作基本规范</a:t>
            </a:r>
            <a:endParaRPr lang="zh-CN" altLang="en-US" sz="4000" dirty="0">
              <a:gradFill>
                <a:gsLst>
                  <a:gs pos="0">
                    <a:srgbClr val="00B0F0"/>
                  </a:gs>
                  <a:gs pos="96000">
                    <a:srgbClr val="2F5DAF"/>
                  </a:gs>
                </a:gsLst>
                <a:lin ang="2700000" scaled="1"/>
              </a:gradFill>
              <a:effectLst>
                <a:outerShdw blurRad="63500" dist="38100" dir="2700000" algn="tl">
                  <a:srgbClr val="25517D">
                    <a:alpha val="40000"/>
                  </a:srgbClr>
                </a:outerShdw>
              </a:effectLst>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grpSp>
        <p:nvGrpSpPr>
          <p:cNvPr id="15" name="组合 14"/>
          <p:cNvGrpSpPr/>
          <p:nvPr/>
        </p:nvGrpSpPr>
        <p:grpSpPr>
          <a:xfrm>
            <a:off x="968635" y="3644330"/>
            <a:ext cx="2987243" cy="984187"/>
            <a:chOff x="827306" y="3606230"/>
            <a:chExt cx="2987243" cy="984187"/>
          </a:xfrm>
        </p:grpSpPr>
        <p:sp>
          <p:nvSpPr>
            <p:cNvPr id="8" name="矩形 7"/>
            <p:cNvSpPr/>
            <p:nvPr/>
          </p:nvSpPr>
          <p:spPr>
            <a:xfrm>
              <a:off x="2037895" y="3904072"/>
              <a:ext cx="309880" cy="41084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endParaRPr lang="zh-CN" altLang="en-US" sz="1600" spc="-150" dirty="0">
                <a:solidFill>
                  <a:srgbClr val="0B5AA7"/>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grpSp>
          <p:nvGrpSpPr>
            <p:cNvPr id="13" name="组合 12"/>
            <p:cNvGrpSpPr/>
            <p:nvPr/>
          </p:nvGrpSpPr>
          <p:grpSpPr>
            <a:xfrm>
              <a:off x="827306" y="3606230"/>
              <a:ext cx="2987243" cy="338554"/>
              <a:chOff x="827306" y="3606230"/>
              <a:chExt cx="2987243" cy="338554"/>
            </a:xfrm>
          </p:grpSpPr>
          <p:sp>
            <p:nvSpPr>
              <p:cNvPr id="2" name="矩形 1"/>
              <p:cNvSpPr/>
              <p:nvPr/>
            </p:nvSpPr>
            <p:spPr>
              <a:xfrm>
                <a:off x="827306" y="3606230"/>
                <a:ext cx="1294209"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kumimoji="0" lang="zh-CN" altLang="en-US" sz="1600" b="0" i="0" u="none" strike="noStrike" kern="1200" cap="none" spc="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编 </a:t>
                </a:r>
                <a:r>
                  <a:rPr lang="zh-CN" altLang="en-US" sz="1600" dirty="0">
                    <a:solidFill>
                      <a:srgbClr val="0B5AA7"/>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制 人：</a:t>
                </a:r>
                <a:endParaRPr kumimoji="0" lang="zh-CN" altLang="en-US" sz="1600" b="0" i="0" u="none" strike="noStrike" kern="1200" cap="none" spc="-15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5" name="矩形 4"/>
              <p:cNvSpPr/>
              <p:nvPr/>
            </p:nvSpPr>
            <p:spPr>
              <a:xfrm>
                <a:off x="2037895" y="3606230"/>
                <a:ext cx="1776654"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0" lang="zh-CN" altLang="en-US" sz="1600" b="0" i="0" u="none" strike="noStrike" kern="1200" cap="none" spc="-15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张梦圆（</a:t>
                </a:r>
                <a:r>
                  <a:rPr kumimoji="0" lang="en-US" altLang="zh-CN" sz="1600" b="0" i="0" u="none" strike="noStrike" kern="1200" cap="none" spc="-15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108813</a:t>
                </a:r>
                <a:r>
                  <a:rPr kumimoji="0" lang="zh-CN" altLang="en-US" sz="1600" b="0" i="0" u="none" strike="noStrike" kern="1200" cap="none" spc="-15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a:t>
                </a:r>
                <a:endParaRPr kumimoji="0" lang="zh-CN" altLang="en-US" sz="1600" b="0" i="0" u="none" strike="noStrike" kern="1200" cap="none" spc="-15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grpSp>
        <p:grpSp>
          <p:nvGrpSpPr>
            <p:cNvPr id="14" name="组合 13"/>
            <p:cNvGrpSpPr/>
            <p:nvPr/>
          </p:nvGrpSpPr>
          <p:grpSpPr>
            <a:xfrm>
              <a:off x="827306" y="4251863"/>
              <a:ext cx="2307869" cy="338554"/>
              <a:chOff x="827306" y="4251863"/>
              <a:chExt cx="2307869" cy="338554"/>
            </a:xfrm>
          </p:grpSpPr>
          <p:sp>
            <p:nvSpPr>
              <p:cNvPr id="9" name="矩形 8"/>
              <p:cNvSpPr/>
              <p:nvPr/>
            </p:nvSpPr>
            <p:spPr>
              <a:xfrm>
                <a:off x="827306" y="4251863"/>
                <a:ext cx="1294209"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kumimoji="0" lang="zh-CN" altLang="en-US" sz="1600" b="0" i="0" u="none" strike="noStrike" kern="1200" cap="none" spc="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编制日期：</a:t>
                </a:r>
                <a:endParaRPr lang="zh-CN" altLang="en-US" sz="1600" dirty="0">
                  <a:solidFill>
                    <a:srgbClr val="0B5AA7"/>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10" name="矩形 9"/>
              <p:cNvSpPr/>
              <p:nvPr/>
            </p:nvSpPr>
            <p:spPr>
              <a:xfrm>
                <a:off x="2037895" y="4251863"/>
                <a:ext cx="109728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0" lang="en-US" altLang="zh-CN" sz="1600" b="0" i="0" u="none" strike="noStrike" kern="1200" cap="none" spc="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2026</a:t>
                </a:r>
                <a:r>
                  <a:rPr kumimoji="0" lang="zh-CN" altLang="en-US" sz="1600" b="0" i="0" u="none" strike="noStrike" kern="1200" cap="none" spc="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年</a:t>
                </a:r>
                <a:r>
                  <a:rPr kumimoji="0" lang="en-US" altLang="zh-CN" sz="1600" b="0" i="0" u="none" strike="noStrike" kern="1200" cap="none" spc="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2</a:t>
                </a:r>
                <a:r>
                  <a:rPr kumimoji="0" lang="zh-CN" altLang="en-US" sz="1600" b="0" i="0" u="none" strike="noStrike" kern="1200" cap="none" spc="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月</a:t>
                </a:r>
                <a:endParaRPr lang="zh-CN" altLang="en-US" sz="1600" dirty="0">
                  <a:solidFill>
                    <a:srgbClr val="0B5AA7"/>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grpSp>
      </p:grpSp>
    </p:spTree>
  </p:cSld>
  <p:clrMapOvr>
    <a:masterClrMapping/>
  </p:clrMapOvr>
  <p:transition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教学目标</a:t>
            </a:r>
            <a:endParaRPr lang="zh-CN" altLang="en-US" dirty="0"/>
          </a:p>
        </p:txBody>
      </p:sp>
      <p:grpSp>
        <p:nvGrpSpPr>
          <p:cNvPr id="2" name="组合 1"/>
          <p:cNvGrpSpPr/>
          <p:nvPr/>
        </p:nvGrpSpPr>
        <p:grpSpPr>
          <a:xfrm>
            <a:off x="1142803" y="1828165"/>
            <a:ext cx="1886147" cy="1228090"/>
            <a:chOff x="1142803" y="1828165"/>
            <a:chExt cx="1886147" cy="1228090"/>
          </a:xfrm>
        </p:grpSpPr>
        <p:sp>
          <p:nvSpPr>
            <p:cNvPr id="3" name="矩形 2"/>
            <p:cNvSpPr/>
            <p:nvPr/>
          </p:nvSpPr>
          <p:spPr>
            <a:xfrm>
              <a:off x="1224111" y="2486660"/>
              <a:ext cx="943610" cy="569595"/>
            </a:xfrm>
            <a:prstGeom prst="rect">
              <a:avLst/>
            </a:prstGeom>
          </p:spPr>
          <p:txBody>
            <a:bodyPr wrap="none" lIns="91431" tIns="45716" rIns="91431" bIns="45716">
              <a:spAutoFit/>
            </a:bodyPr>
            <a:lstStyle/>
            <a:p>
              <a:pPr>
                <a:lnSpc>
                  <a:spcPct val="130000"/>
                </a:lnSpc>
              </a:pPr>
              <a:r>
                <a:rPr lang="en-US" altLang="zh-CN" sz="2400" dirty="0">
                  <a:latin typeface="方正兰亭黑简体" panose="02000500000000000000" pitchFamily="2" charset="-122"/>
                  <a:ea typeface="方正兰亭黑简体" panose="02000500000000000000" pitchFamily="2" charset="-122"/>
                  <a:cs typeface="方正兰亭黑简体" panose="02000500000000000000" pitchFamily="2" charset="-122"/>
                </a:rPr>
                <a:t>2</a:t>
              </a:r>
              <a:r>
                <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rPr>
                <a:t>学时</a:t>
              </a:r>
              <a:endPar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5" name="矩形: 圆角 4"/>
            <p:cNvSpPr/>
            <p:nvPr/>
          </p:nvSpPr>
          <p:spPr>
            <a:xfrm>
              <a:off x="1142803" y="1828165"/>
              <a:ext cx="1886147" cy="575945"/>
            </a:xfrm>
            <a:prstGeom prst="roundRect">
              <a:avLst/>
            </a:prstGeom>
            <a:gradFill flip="none" rotWithShape="1">
              <a:gsLst>
                <a:gs pos="100000">
                  <a:srgbClr val="11C1FF"/>
                </a:gs>
                <a:gs pos="72000">
                  <a:srgbClr val="0059D0"/>
                </a:gs>
                <a:gs pos="39000">
                  <a:srgbClr val="2F88FF"/>
                </a:gs>
                <a:gs pos="0">
                  <a:srgbClr val="6DD9FF"/>
                </a:gs>
              </a:gsLst>
              <a:lin ang="2700000" scaled="1"/>
              <a:tileRect/>
            </a:gradFill>
            <a:ln>
              <a:solidFill>
                <a:schemeClr val="bg1"/>
              </a:solidFill>
            </a:ln>
            <a:effectLst>
              <a:outerShdw blurRad="127000" dist="76200" dir="5400000" algn="tl" rotWithShape="0">
                <a:srgbClr val="006E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方正兰亭黑简体" panose="02000500000000000000" pitchFamily="2" charset="-122"/>
                <a:ea typeface="方正兰亭粗黑简体" panose="02000500000000000000" pitchFamily="2" charset="-122"/>
                <a:cs typeface="+mn-ea"/>
                <a:sym typeface="+mn-lt"/>
              </a:endParaRPr>
            </a:p>
          </p:txBody>
        </p:sp>
        <p:sp>
          <p:nvSpPr>
            <p:cNvPr id="7" name="矩形 6"/>
            <p:cNvSpPr/>
            <p:nvPr/>
          </p:nvSpPr>
          <p:spPr>
            <a:xfrm>
              <a:off x="1224111" y="1849818"/>
              <a:ext cx="1723531" cy="532638"/>
            </a:xfrm>
            <a:prstGeom prst="rect">
              <a:avLst/>
            </a:prstGeom>
          </p:spPr>
          <p:txBody>
            <a:bodyPr wrap="none" lIns="91431" tIns="45716" rIns="91431" bIns="45716">
              <a:spAutoFit/>
            </a:bodyPr>
            <a:lstStyle/>
            <a:p>
              <a:pPr algn="ctr">
                <a:lnSpc>
                  <a:spcPct val="130000"/>
                </a:lnSpc>
              </a:pPr>
              <a:r>
                <a:rPr kumimoji="0" lang="zh-CN" altLang="en-US" sz="2400" i="0" u="none" strike="noStrike" kern="1200" cap="none" spc="0" normalizeH="0" baseline="0" noProof="0" dirty="0">
                  <a:ln>
                    <a:noFill/>
                  </a:ln>
                  <a:solidFill>
                    <a:srgbClr val="FFFFFF"/>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培训课时：</a:t>
              </a:r>
              <a:endParaRPr lang="en-US" altLang="zh-CN" sz="2400" dirty="0">
                <a:solidFill>
                  <a:schemeClr val="bg1"/>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grpSp>
      <p:grpSp>
        <p:nvGrpSpPr>
          <p:cNvPr id="8" name="组合 7"/>
          <p:cNvGrpSpPr/>
          <p:nvPr/>
        </p:nvGrpSpPr>
        <p:grpSpPr>
          <a:xfrm>
            <a:off x="1142803" y="3654533"/>
            <a:ext cx="1886147" cy="1228090"/>
            <a:chOff x="1142803" y="3654533"/>
            <a:chExt cx="1886147" cy="1228090"/>
          </a:xfrm>
        </p:grpSpPr>
        <p:sp>
          <p:nvSpPr>
            <p:cNvPr id="9" name="矩形 8"/>
            <p:cNvSpPr/>
            <p:nvPr/>
          </p:nvSpPr>
          <p:spPr>
            <a:xfrm>
              <a:off x="1224111" y="4313028"/>
              <a:ext cx="1705610" cy="569595"/>
            </a:xfrm>
            <a:prstGeom prst="rect">
              <a:avLst/>
            </a:prstGeom>
          </p:spPr>
          <p:txBody>
            <a:bodyPr wrap="none" lIns="91431" tIns="45716" rIns="91431" bIns="45716">
              <a:spAutoFit/>
            </a:bodyPr>
            <a:lstStyle/>
            <a:p>
              <a:pPr algn="l">
                <a:lnSpc>
                  <a:spcPct val="130000"/>
                </a:lnSpc>
              </a:pPr>
              <a:r>
                <a:rPr lang="zh-CN" sz="2400" noProof="0" dirty="0">
                  <a:ln>
                    <a:noFill/>
                  </a:ln>
                  <a:solidFill>
                    <a:srgbClr val="2D4464"/>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sym typeface="方正兰亭黑简体" panose="02000500000000000000" pitchFamily="2" charset="-122"/>
                </a:rPr>
                <a:t>仓库保管员</a:t>
              </a:r>
              <a:endPar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24" name="矩形: 圆角 23"/>
            <p:cNvSpPr/>
            <p:nvPr/>
          </p:nvSpPr>
          <p:spPr>
            <a:xfrm>
              <a:off x="1142803" y="3654533"/>
              <a:ext cx="1886147" cy="575945"/>
            </a:xfrm>
            <a:prstGeom prst="roundRect">
              <a:avLst/>
            </a:prstGeom>
            <a:gradFill flip="none" rotWithShape="1">
              <a:gsLst>
                <a:gs pos="100000">
                  <a:srgbClr val="11C1FF"/>
                </a:gs>
                <a:gs pos="72000">
                  <a:srgbClr val="0059D0"/>
                </a:gs>
                <a:gs pos="39000">
                  <a:srgbClr val="2F88FF"/>
                </a:gs>
                <a:gs pos="0">
                  <a:srgbClr val="6DD9FF"/>
                </a:gs>
              </a:gsLst>
              <a:lin ang="2700000" scaled="1"/>
              <a:tileRect/>
            </a:gradFill>
            <a:ln>
              <a:solidFill>
                <a:schemeClr val="bg1"/>
              </a:solidFill>
            </a:ln>
            <a:effectLst>
              <a:outerShdw blurRad="127000" dist="76200" dir="5400000" algn="tl" rotWithShape="0">
                <a:srgbClr val="006E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方正兰亭黑简体" panose="02000500000000000000" pitchFamily="2" charset="-122"/>
                <a:ea typeface="方正兰亭粗黑简体" panose="02000500000000000000" pitchFamily="2" charset="-122"/>
                <a:cs typeface="+mn-ea"/>
                <a:sym typeface="+mn-lt"/>
              </a:endParaRPr>
            </a:p>
          </p:txBody>
        </p:sp>
        <p:sp>
          <p:nvSpPr>
            <p:cNvPr id="25" name="矩形 24"/>
            <p:cNvSpPr/>
            <p:nvPr/>
          </p:nvSpPr>
          <p:spPr>
            <a:xfrm>
              <a:off x="1233072" y="3676186"/>
              <a:ext cx="1705610" cy="699947"/>
            </a:xfrm>
            <a:prstGeom prst="rect">
              <a:avLst/>
            </a:prstGeom>
          </p:spPr>
          <p:txBody>
            <a:bodyPr wrap="none" lIns="91431" tIns="45716" rIns="91431" bIns="45716">
              <a:spAutoFit/>
            </a:bodyPr>
            <a:lstStyle/>
            <a:p>
              <a:pPr algn="ctr">
                <a:lnSpc>
                  <a:spcPct val="130000"/>
                </a:lnSpc>
              </a:pPr>
              <a:r>
                <a:rPr kumimoji="0" lang="zh-CN" altLang="en-US" sz="2400" i="0" u="none" strike="noStrike" kern="1200" cap="none" spc="0" normalizeH="0" baseline="0" noProof="0" dirty="0">
                  <a:ln>
                    <a:noFill/>
                  </a:ln>
                  <a:solidFill>
                    <a:srgbClr val="FFFFFF"/>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培训对象：</a:t>
              </a:r>
              <a:endParaRPr kumimoji="0" lang="zh-CN" altLang="en-US" sz="2400" i="0" u="none" strike="noStrike" kern="1200" cap="none" spc="0" normalizeH="0" baseline="0" noProof="0" dirty="0">
                <a:ln>
                  <a:noFill/>
                </a:ln>
                <a:solidFill>
                  <a:srgbClr val="FFFFFF"/>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grpSp>
      <p:grpSp>
        <p:nvGrpSpPr>
          <p:cNvPr id="26" name="组合 25"/>
          <p:cNvGrpSpPr/>
          <p:nvPr/>
        </p:nvGrpSpPr>
        <p:grpSpPr>
          <a:xfrm>
            <a:off x="6096000" y="1827550"/>
            <a:ext cx="5219701" cy="2667000"/>
            <a:chOff x="6096000" y="1827550"/>
            <a:chExt cx="5219701" cy="2667000"/>
          </a:xfrm>
        </p:grpSpPr>
        <p:sp>
          <p:nvSpPr>
            <p:cNvPr id="27" name="矩形 26"/>
            <p:cNvSpPr/>
            <p:nvPr/>
          </p:nvSpPr>
          <p:spPr>
            <a:xfrm>
              <a:off x="6177309" y="2486045"/>
              <a:ext cx="5138392" cy="2008505"/>
            </a:xfrm>
            <a:prstGeom prst="rect">
              <a:avLst/>
            </a:prstGeom>
          </p:spPr>
          <p:txBody>
            <a:bodyPr wrap="square" lIns="91431" tIns="45716" rIns="91431" bIns="45716">
              <a:spAutoFit/>
            </a:bodyPr>
            <a:lstStyle/>
            <a:p>
              <a:pPr marL="457200" indent="-457200">
                <a:lnSpc>
                  <a:spcPct val="130000"/>
                </a:lnSpc>
                <a:buFont typeface="方正兰亭黑简体" panose="02000500000000000000" pitchFamily="2" charset="-122"/>
                <a:buAutoNum type="arabicPeriod"/>
              </a:pPr>
              <a:r>
                <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rPr>
                <a:t>增强学员对公文格式重要性的认识，形成正确的写作规范。</a:t>
              </a:r>
              <a:endPar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marL="457200" indent="-457200">
                <a:lnSpc>
                  <a:spcPct val="130000"/>
                </a:lnSpc>
                <a:buFont typeface="方正兰亭黑简体" panose="02000500000000000000" pitchFamily="2" charset="-122"/>
                <a:buAutoNum type="arabicPeriod"/>
              </a:pPr>
              <a:r>
                <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sym typeface="方正兰亭黑简体" panose="02000500000000000000" pitchFamily="2" charset="-122"/>
                </a:rPr>
                <a:t>通过本节课学习，学员能够掌握公文格式各要素的编排规则。</a:t>
              </a:r>
              <a:endPar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28" name="矩形: 圆角 27"/>
            <p:cNvSpPr/>
            <p:nvPr/>
          </p:nvSpPr>
          <p:spPr>
            <a:xfrm>
              <a:off x="6096000" y="1827550"/>
              <a:ext cx="1886147" cy="575945"/>
            </a:xfrm>
            <a:prstGeom prst="roundRect">
              <a:avLst/>
            </a:prstGeom>
            <a:gradFill flip="none" rotWithShape="1">
              <a:gsLst>
                <a:gs pos="100000">
                  <a:srgbClr val="11C1FF"/>
                </a:gs>
                <a:gs pos="72000">
                  <a:srgbClr val="0059D0"/>
                </a:gs>
                <a:gs pos="39000">
                  <a:srgbClr val="2F88FF"/>
                </a:gs>
                <a:gs pos="0">
                  <a:srgbClr val="6DD9FF"/>
                </a:gs>
              </a:gsLst>
              <a:lin ang="2700000" scaled="1"/>
              <a:tileRect/>
            </a:gradFill>
            <a:ln>
              <a:solidFill>
                <a:schemeClr val="bg1"/>
              </a:solidFill>
            </a:ln>
            <a:effectLst>
              <a:outerShdw blurRad="127000" dist="76200" dir="5400000" algn="tl" rotWithShape="0">
                <a:srgbClr val="006E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方正兰亭黑简体" panose="02000500000000000000" pitchFamily="2" charset="-122"/>
                <a:ea typeface="方正兰亭粗黑简体" panose="02000500000000000000" pitchFamily="2" charset="-122"/>
                <a:cs typeface="+mn-ea"/>
                <a:sym typeface="+mn-lt"/>
              </a:endParaRPr>
            </a:p>
          </p:txBody>
        </p:sp>
        <p:sp>
          <p:nvSpPr>
            <p:cNvPr id="29" name="矩形 28"/>
            <p:cNvSpPr/>
            <p:nvPr/>
          </p:nvSpPr>
          <p:spPr>
            <a:xfrm>
              <a:off x="6177308" y="1849203"/>
              <a:ext cx="1723531" cy="532638"/>
            </a:xfrm>
            <a:prstGeom prst="rect">
              <a:avLst/>
            </a:prstGeom>
          </p:spPr>
          <p:txBody>
            <a:bodyPr wrap="none" lIns="91431" tIns="45716" rIns="91431" bIns="45716">
              <a:spAutoFit/>
            </a:bodyPr>
            <a:lstStyle/>
            <a:p>
              <a:pPr algn="ctr">
                <a:lnSpc>
                  <a:spcPct val="130000"/>
                </a:lnSpc>
              </a:pPr>
              <a:r>
                <a:rPr kumimoji="0" lang="zh-CN" altLang="en-US" sz="2400" i="0" u="none" strike="noStrike" kern="1200" cap="none" spc="0" normalizeH="0" baseline="0" noProof="0" dirty="0">
                  <a:ln>
                    <a:noFill/>
                  </a:ln>
                  <a:solidFill>
                    <a:srgbClr val="FFFFFF"/>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培训目标：</a:t>
              </a:r>
              <a:endParaRPr kumimoji="0" lang="zh-CN" altLang="en-US" sz="2400" i="0" u="none" strike="noStrike" kern="1200" cap="none" spc="0" normalizeH="0" baseline="0" noProof="0" dirty="0">
                <a:ln>
                  <a:noFill/>
                </a:ln>
                <a:solidFill>
                  <a:srgbClr val="FFFFFF"/>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grpSp>
    </p:spTree>
  </p:cSld>
  <p:clrMapOvr>
    <a:masterClrMapping/>
  </p:clrMapOvr>
  <p:transition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custDataLst>
              <p:tags r:id="rId1"/>
            </p:custDataLst>
          </p:nvPr>
        </p:nvGraphicFramePr>
        <p:xfrm>
          <a:off x="846142" y="1614255"/>
          <a:ext cx="10507657" cy="3774188"/>
        </p:xfrm>
        <a:graphic>
          <a:graphicData uri="http://schemas.openxmlformats.org/drawingml/2006/table">
            <a:tbl>
              <a:tblPr/>
              <a:tblGrid>
                <a:gridCol w="5643558"/>
                <a:gridCol w="1739900"/>
                <a:gridCol w="3124199"/>
              </a:tblGrid>
              <a:tr h="534188">
                <a:tc>
                  <a:txBody>
                    <a:bodyPr/>
                    <a:lstStyle/>
                    <a:p>
                      <a:pPr indent="0" algn="ctr">
                        <a:buNone/>
                      </a:pPr>
                      <a:r>
                        <a:rPr lang="zh-CN" altLang="en-US" sz="2000" b="0" dirty="0">
                          <a:solidFill>
                            <a:srgbClr val="25517D"/>
                          </a:solidFill>
                          <a:latin typeface="方正兰亭粗黑简体" panose="02000500000000000000" pitchFamily="2" charset="-122"/>
                          <a:ea typeface="方正兰亭粗黑简体" panose="02000500000000000000" pitchFamily="2" charset="-122"/>
                          <a:cs typeface="方正兰亭黑简体" panose="02000500000000000000" pitchFamily="2" charset="-122"/>
                        </a:rPr>
                        <a:t>制度名称</a:t>
                      </a:r>
                      <a:endParaRPr lang="zh-CN" altLang="en-US" sz="2000" b="0" dirty="0">
                        <a:solidFill>
                          <a:srgbClr val="25517D"/>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a:txBody>
                  <a:tcPr marL="12700" marR="12700" marT="12700" anchor="ctr">
                    <a:lnL w="6350" cap="flat" cmpd="sng">
                      <a:noFill/>
                      <a:prstDash val="solid"/>
                      <a:headEnd type="none" w="med" len="med"/>
                      <a:tailEnd type="none" w="med" len="med"/>
                    </a:lnL>
                    <a:lnR w="6350" cap="flat" cmpd="sng">
                      <a:noFill/>
                      <a:prstDash val="solid"/>
                      <a:headEnd type="none" w="med" len="med"/>
                      <a:tailEnd type="none" w="med" len="med"/>
                    </a:lnR>
                    <a:lnT w="19050" cap="flat" cmpd="sng" algn="ctr">
                      <a:solidFill>
                        <a:srgbClr val="25517D"/>
                      </a:solidFill>
                      <a:prstDash val="solid"/>
                      <a:round/>
                      <a:headEnd type="none" w="med" len="med"/>
                      <a:tailEnd type="none" w="med" len="med"/>
                    </a:lnT>
                    <a:lnB w="19050" cap="flat" cmpd="sng" algn="ctr">
                      <a:solidFill>
                        <a:srgbClr val="25517D"/>
                      </a:solidFill>
                      <a:prstDash val="solid"/>
                      <a:round/>
                      <a:headEnd type="none" w="med" len="med"/>
                      <a:tailEnd type="none" w="med" len="med"/>
                    </a:lnB>
                    <a:lnTlToBr>
                      <a:noFill/>
                    </a:lnTlToBr>
                    <a:lnBlToTr>
                      <a:noFill/>
                    </a:lnBlToTr>
                    <a:noFill/>
                  </a:tcPr>
                </a:tc>
                <a:tc>
                  <a:txBody>
                    <a:bodyPr/>
                    <a:lstStyle/>
                    <a:p>
                      <a:pPr indent="0" algn="ctr">
                        <a:buNone/>
                      </a:pPr>
                      <a:r>
                        <a:rPr lang="zh-CN" altLang="en-US" sz="2000" b="0" dirty="0">
                          <a:solidFill>
                            <a:srgbClr val="25517D"/>
                          </a:solidFill>
                          <a:latin typeface="方正兰亭粗黑简体" panose="02000500000000000000" pitchFamily="2" charset="-122"/>
                          <a:ea typeface="方正兰亭粗黑简体" panose="02000500000000000000" pitchFamily="2" charset="-122"/>
                          <a:cs typeface="方正兰亭黑简体" panose="02000500000000000000" pitchFamily="2" charset="-122"/>
                        </a:rPr>
                        <a:t>版本号</a:t>
                      </a:r>
                      <a:endParaRPr lang="en-US" altLang="zh-CN" sz="2000" b="0" dirty="0">
                        <a:solidFill>
                          <a:srgbClr val="25517D"/>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a:txBody>
                  <a:tcPr marL="12700" marR="12700" marT="12700" anchor="ctr">
                    <a:lnL w="6350" cap="flat" cmpd="sng">
                      <a:noFill/>
                      <a:prstDash val="solid"/>
                      <a:headEnd type="none" w="med" len="med"/>
                      <a:tailEnd type="none" w="med" len="med"/>
                    </a:lnL>
                    <a:lnR w="6350" cap="flat" cmpd="sng">
                      <a:noFill/>
                      <a:prstDash val="solid"/>
                      <a:headEnd type="none" w="med" len="med"/>
                      <a:tailEnd type="none" w="med" len="med"/>
                    </a:lnR>
                    <a:lnT w="19050" cap="flat" cmpd="sng" algn="ctr">
                      <a:solidFill>
                        <a:srgbClr val="25517D"/>
                      </a:solidFill>
                      <a:prstDash val="solid"/>
                      <a:round/>
                      <a:headEnd type="none" w="med" len="med"/>
                      <a:tailEnd type="none" w="med" len="med"/>
                    </a:lnT>
                    <a:lnB w="19050" cap="flat" cmpd="sng" algn="ctr">
                      <a:solidFill>
                        <a:srgbClr val="25517D"/>
                      </a:solidFill>
                      <a:prstDash val="solid"/>
                      <a:round/>
                      <a:headEnd type="none" w="med" len="med"/>
                      <a:tailEnd type="none" w="med" len="med"/>
                    </a:lnB>
                    <a:lnTlToBr>
                      <a:noFill/>
                    </a:lnTlToBr>
                    <a:lnBlToTr>
                      <a:noFill/>
                    </a:lnBlToTr>
                    <a:noFill/>
                  </a:tcPr>
                </a:tc>
                <a:tc>
                  <a:txBody>
                    <a:bodyPr/>
                    <a:lstStyle/>
                    <a:p>
                      <a:pPr indent="0" algn="ctr">
                        <a:buNone/>
                      </a:pPr>
                      <a:r>
                        <a:rPr lang="zh-CN" altLang="en-US" sz="2000" b="0" dirty="0">
                          <a:solidFill>
                            <a:srgbClr val="25517D"/>
                          </a:solidFill>
                          <a:latin typeface="方正兰亭粗黑简体" panose="02000500000000000000" pitchFamily="2" charset="-122"/>
                          <a:ea typeface="方正兰亭粗黑简体" panose="02000500000000000000" pitchFamily="2" charset="-122"/>
                          <a:cs typeface="方正兰亭黑简体" panose="02000500000000000000" pitchFamily="2" charset="-122"/>
                        </a:rPr>
                        <a:t>实施日期</a:t>
                      </a:r>
                      <a:endParaRPr lang="en-US" altLang="zh-CN" sz="2000" b="0" dirty="0">
                        <a:solidFill>
                          <a:srgbClr val="25517D"/>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a:txBody>
                  <a:tcPr marL="12700" marR="12700" marT="12700" anchor="ctr">
                    <a:lnL w="6350" cap="flat" cmpd="sng">
                      <a:noFill/>
                      <a:prstDash val="solid"/>
                      <a:headEnd type="none" w="med" len="med"/>
                      <a:tailEnd type="none" w="med" len="med"/>
                    </a:lnL>
                    <a:lnR w="6350" cap="flat" cmpd="sng">
                      <a:noFill/>
                      <a:prstDash val="solid"/>
                      <a:headEnd type="none" w="med" len="med"/>
                      <a:tailEnd type="none" w="med" len="med"/>
                    </a:lnR>
                    <a:lnT w="19050" cap="flat" cmpd="sng" algn="ctr">
                      <a:solidFill>
                        <a:srgbClr val="25517D"/>
                      </a:solidFill>
                      <a:prstDash val="solid"/>
                      <a:round/>
                      <a:headEnd type="none" w="med" len="med"/>
                      <a:tailEnd type="none" w="med" len="med"/>
                    </a:lnT>
                    <a:lnB w="19050" cap="flat" cmpd="sng" algn="ctr">
                      <a:solidFill>
                        <a:srgbClr val="25517D"/>
                      </a:solidFill>
                      <a:prstDash val="solid"/>
                      <a:round/>
                      <a:headEnd type="none" w="med" len="med"/>
                      <a:tailEnd type="none" w="med" len="med"/>
                    </a:lnB>
                    <a:lnTlToBr>
                      <a:noFill/>
                    </a:lnTlToBr>
                    <a:lnBlToTr>
                      <a:noFill/>
                    </a:lnBlToTr>
                    <a:noFill/>
                  </a:tcPr>
                </a:tc>
              </a:tr>
              <a:tr h="540000">
                <a:tc>
                  <a:txBody>
                    <a:bodyPr/>
                    <a:lstStyle/>
                    <a:p>
                      <a:pPr algn="ctr" rtl="0" fontAlgn="ctr"/>
                      <a:r>
                        <a:rPr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rPr>
                        <a:t>《党政机关公文格式》</a:t>
                      </a:r>
                      <a:endParaRPr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9050" cap="flat" cmpd="sng" algn="ctr">
                      <a:solidFill>
                        <a:srgbClr val="25517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algn="ctr" rtl="0" fontAlgn="ctr"/>
                      <a:r>
                        <a:rPr sz="1800"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GB/T 9704-2012</a:t>
                      </a:r>
                      <a:endPar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9050" cap="flat" cmpd="sng" algn="ctr">
                      <a:solidFill>
                        <a:srgbClr val="25517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algn="ctr" rtl="0" fontAlgn="ctr"/>
                      <a:r>
                        <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rPr>
                        <a:t>2012</a:t>
                      </a:r>
                      <a:r>
                        <a:rPr lang="zh-CN" altLang="en-US"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rPr>
                        <a:t>年</a:t>
                      </a:r>
                      <a:r>
                        <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rPr>
                        <a:t>7</a:t>
                      </a:r>
                      <a:r>
                        <a:rPr lang="zh-CN" altLang="en-US"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rPr>
                        <a:t>月</a:t>
                      </a:r>
                      <a:r>
                        <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rPr>
                        <a:t>1</a:t>
                      </a:r>
                      <a:r>
                        <a:rPr lang="zh-CN" altLang="en-US"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rPr>
                        <a:t>日</a:t>
                      </a:r>
                      <a:endPar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9050" cap="flat" cmpd="sng" algn="ctr">
                      <a:solidFill>
                        <a:srgbClr val="25517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r>
              <a:tr h="540000">
                <a:tc>
                  <a:txBody>
                    <a:bodyPr/>
                    <a:lstStyle/>
                    <a:p>
                      <a:pPr algn="ctr" rtl="0" fontAlgn="ctr"/>
                      <a:r>
                        <a:rPr sz="1800"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《党政机关工作处理条例》</a:t>
                      </a:r>
                      <a:endParaRPr lang="zh-CN" altLang="en-US"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algn="ctr" rtl="0" fontAlgn="ctr"/>
                      <a:r>
                        <a:rPr sz="1800"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(2012年版)</a:t>
                      </a:r>
                      <a:endPar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algn="ctr" rtl="0" fontAlgn="ctr"/>
                      <a:r>
                        <a:rPr lang="en-US" altLang="zh-CN" sz="1800"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2012</a:t>
                      </a:r>
                      <a:r>
                        <a:rPr lang="zh-CN" altLang="en-US" sz="1800"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年</a:t>
                      </a:r>
                      <a:r>
                        <a:rPr lang="en-US" altLang="zh-CN" sz="1800"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7</a:t>
                      </a:r>
                      <a:r>
                        <a:rPr lang="zh-CN" altLang="en-US" sz="1800"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月</a:t>
                      </a:r>
                      <a:r>
                        <a:rPr lang="en-US" altLang="zh-CN" sz="1800"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1</a:t>
                      </a:r>
                      <a:r>
                        <a:rPr lang="zh-CN" altLang="en-US" sz="1800"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日</a:t>
                      </a:r>
                      <a:endPar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r>
              <a:tr h="540000">
                <a:tc>
                  <a:txBody>
                    <a:bodyPr/>
                    <a:lstStyle/>
                    <a:p>
                      <a:pPr algn="ctr" rtl="0" fontAlgn="ctr"/>
                      <a:r>
                        <a:rPr sz="1800"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a:t>
                      </a:r>
                      <a:r>
                        <a:rPr lang="zh-CN" altLang="en-US"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rPr>
                        <a:t>公文处理管理办法</a:t>
                      </a:r>
                      <a:r>
                        <a:rPr sz="1800"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a:t>
                      </a:r>
                      <a:endParaRPr lang="zh-CN" altLang="en-US"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algn="ctr" rtl="0" fontAlgn="ctr"/>
                      <a:r>
                        <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rPr>
                        <a:t>A/4</a:t>
                      </a:r>
                      <a:endPar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2025</a:t>
                      </a:r>
                      <a:r>
                        <a:rPr kumimoji="0" lang="zh-CN" altLang="en-US" sz="1800" b="0" i="0" u="none" strike="noStrike" kern="1200" cap="none" spc="0" normalizeH="0" baseline="0" noProof="0" dirty="0">
                          <a:ln>
                            <a:noFill/>
                          </a:ln>
                          <a:solidFill>
                            <a:srgbClr val="000000"/>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年</a:t>
                      </a:r>
                      <a:r>
                        <a:rPr kumimoji="0" lang="en-US" altLang="zh-CN" sz="1800" b="0" i="0" u="none" strike="noStrike" kern="1200" cap="none" spc="0" normalizeH="0" baseline="0" noProof="0" dirty="0">
                          <a:ln>
                            <a:noFill/>
                          </a:ln>
                          <a:solidFill>
                            <a:srgbClr val="000000"/>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7</a:t>
                      </a:r>
                      <a:r>
                        <a:rPr kumimoji="0" lang="zh-CN" altLang="en-US" sz="1800" b="0" i="0" u="none" strike="noStrike" kern="1200" cap="none" spc="0" normalizeH="0" baseline="0" noProof="0" dirty="0">
                          <a:ln>
                            <a:noFill/>
                          </a:ln>
                          <a:solidFill>
                            <a:srgbClr val="000000"/>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月</a:t>
                      </a:r>
                      <a:r>
                        <a:rPr kumimoji="0" lang="en-US" altLang="zh-CN" sz="1800" b="0" i="0" u="none" strike="noStrike" kern="1200" cap="none" spc="0" normalizeH="0" baseline="0" noProof="0" dirty="0">
                          <a:ln>
                            <a:noFill/>
                          </a:ln>
                          <a:solidFill>
                            <a:srgbClr val="000000"/>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16</a:t>
                      </a:r>
                      <a:r>
                        <a:rPr kumimoji="0" lang="zh-CN" altLang="en-US" sz="1800" b="0" i="0" u="none" strike="noStrike" kern="1200" cap="none" spc="0" normalizeH="0" baseline="0" noProof="0" dirty="0">
                          <a:ln>
                            <a:noFill/>
                          </a:ln>
                          <a:solidFill>
                            <a:srgbClr val="000000"/>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日</a:t>
                      </a:r>
                      <a:endParaRPr kumimoji="0" lang="zh-CN" altLang="en-US" sz="1800" b="0" i="0" u="none" strike="noStrike" kern="1200" cap="none" spc="0" normalizeH="0" baseline="0" noProof="0" dirty="0">
                        <a:ln>
                          <a:noFill/>
                        </a:ln>
                        <a:solidFill>
                          <a:srgbClr val="000000"/>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r>
            </a:tbl>
          </a:graphicData>
        </a:graphic>
      </p:graphicFrame>
      <p:sp>
        <p:nvSpPr>
          <p:cNvPr id="5" name="标题 4"/>
          <p:cNvSpPr>
            <a:spLocks noGrp="1"/>
          </p:cNvSpPr>
          <p:nvPr>
            <p:ph type="title"/>
          </p:nvPr>
        </p:nvSpPr>
        <p:spPr/>
        <p:txBody>
          <a:bodyPr/>
          <a:lstStyle/>
          <a:p>
            <a:r>
              <a:rPr lang="zh-CN" altLang="en-US" dirty="0"/>
              <a:t>编制依据</a:t>
            </a:r>
            <a:endParaRPr lang="zh-CN" altLang="en-US" dirty="0"/>
          </a:p>
        </p:txBody>
      </p:sp>
    </p:spTree>
  </p:cSld>
  <p:clrMapOvr>
    <a:masterClrMapping/>
  </p:clrMapOvr>
  <p:transition advClick="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组合 54"/>
          <p:cNvGrpSpPr/>
          <p:nvPr/>
        </p:nvGrpSpPr>
        <p:grpSpPr>
          <a:xfrm>
            <a:off x="5289453" y="2256836"/>
            <a:ext cx="5997089" cy="2428699"/>
            <a:chOff x="5493236" y="1343593"/>
            <a:chExt cx="5997089" cy="2428699"/>
          </a:xfrm>
        </p:grpSpPr>
        <p:grpSp>
          <p:nvGrpSpPr>
            <p:cNvPr id="11" name="组合 10"/>
            <p:cNvGrpSpPr/>
            <p:nvPr/>
          </p:nvGrpSpPr>
          <p:grpSpPr>
            <a:xfrm>
              <a:off x="5521289" y="1343593"/>
              <a:ext cx="5969036" cy="677375"/>
              <a:chOff x="5521289" y="1343593"/>
              <a:chExt cx="5969036" cy="677375"/>
            </a:xfrm>
          </p:grpSpPr>
          <p:sp>
            <p:nvSpPr>
              <p:cNvPr id="32" name="文本框 45"/>
              <p:cNvSpPr txBox="1"/>
              <p:nvPr/>
            </p:nvSpPr>
            <p:spPr>
              <a:xfrm>
                <a:off x="5521289" y="1343593"/>
                <a:ext cx="699230" cy="5847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en-US" altLang="zh-CN" sz="3200" b="0" i="0" u="none" strike="noStrike" kern="1200" cap="none" spc="0" normalizeH="0" baseline="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01</a:t>
                </a:r>
                <a:endParaRPr lang="zh-CN" altLang="en-US" sz="3200" dirty="0">
                  <a:solidFill>
                    <a:schemeClr val="tx1">
                      <a:lumMod val="65000"/>
                      <a:lumOff val="3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sp>
            <p:nvSpPr>
              <p:cNvPr id="33" name="文本框 46"/>
              <p:cNvSpPr txBox="1"/>
              <p:nvPr/>
            </p:nvSpPr>
            <p:spPr>
              <a:xfrm>
                <a:off x="6294811" y="1405148"/>
                <a:ext cx="2621280" cy="4603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sz="2400"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公文的含义与特点</a:t>
                </a:r>
                <a:endParaRPr lang="zh-CN" altLang="en-US" sz="2400" dirty="0">
                  <a:solidFill>
                    <a:schemeClr val="tx1">
                      <a:lumMod val="65000"/>
                      <a:lumOff val="3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grpSp>
            <p:nvGrpSpPr>
              <p:cNvPr id="6" name="组合 5"/>
              <p:cNvGrpSpPr/>
              <p:nvPr/>
            </p:nvGrpSpPr>
            <p:grpSpPr>
              <a:xfrm>
                <a:off x="5561719" y="1880568"/>
                <a:ext cx="5928606" cy="140400"/>
                <a:chOff x="5460119" y="1216948"/>
                <a:chExt cx="5928606" cy="140400"/>
              </a:xfrm>
            </p:grpSpPr>
            <p:cxnSp>
              <p:nvCxnSpPr>
                <p:cNvPr id="29" name="直接连接符 28"/>
                <p:cNvCxnSpPr/>
                <p:nvPr/>
              </p:nvCxnSpPr>
              <p:spPr>
                <a:xfrm>
                  <a:off x="5502852" y="1287148"/>
                  <a:ext cx="5885873" cy="0"/>
                </a:xfrm>
                <a:prstGeom prst="line">
                  <a:avLst/>
                </a:prstGeom>
                <a:ln w="12700">
                  <a:gradFill flip="none" rotWithShape="1">
                    <a:gsLst>
                      <a:gs pos="100000">
                        <a:srgbClr val="006EFF">
                          <a:alpha val="0"/>
                        </a:srgbClr>
                      </a:gs>
                      <a:gs pos="45000">
                        <a:srgbClr val="006EFF"/>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3" name="矩形: 圆角 2"/>
                <p:cNvSpPr/>
                <p:nvPr/>
              </p:nvSpPr>
              <p:spPr>
                <a:xfrm>
                  <a:off x="5460119" y="1216948"/>
                  <a:ext cx="658800" cy="140400"/>
                </a:xfrm>
                <a:prstGeom prst="roundRect">
                  <a:avLst>
                    <a:gd name="adj" fmla="val 50000"/>
                  </a:avLst>
                </a:prstGeom>
                <a:solidFill>
                  <a:srgbClr val="006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方正兰亭黑简体" panose="02000500000000000000" pitchFamily="2" charset="-122"/>
                    <a:ea typeface="方正兰亭粗黑简体" panose="02000500000000000000" pitchFamily="2" charset="-122"/>
                    <a:sym typeface="+mn-lt"/>
                  </a:endParaRPr>
                </a:p>
              </p:txBody>
            </p:sp>
          </p:grpSp>
        </p:grpSp>
        <p:grpSp>
          <p:nvGrpSpPr>
            <p:cNvPr id="21" name="组合 20"/>
            <p:cNvGrpSpPr/>
            <p:nvPr/>
          </p:nvGrpSpPr>
          <p:grpSpPr>
            <a:xfrm>
              <a:off x="5494840" y="2219255"/>
              <a:ext cx="5995485" cy="677375"/>
              <a:chOff x="5494840" y="1343593"/>
              <a:chExt cx="5995485" cy="677375"/>
            </a:xfrm>
          </p:grpSpPr>
          <p:sp>
            <p:nvSpPr>
              <p:cNvPr id="25" name="文本框 45"/>
              <p:cNvSpPr txBox="1"/>
              <p:nvPr/>
            </p:nvSpPr>
            <p:spPr>
              <a:xfrm>
                <a:off x="5494840" y="1343593"/>
                <a:ext cx="752129" cy="5847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en-US" altLang="zh-CN" sz="3200" b="0" i="0" u="none" strike="noStrike" kern="1200" cap="none" spc="0" normalizeH="0" baseline="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02</a:t>
                </a:r>
                <a:endParaRPr lang="zh-CN" altLang="en-US" sz="3200" dirty="0">
                  <a:solidFill>
                    <a:schemeClr val="tx1">
                      <a:lumMod val="65000"/>
                      <a:lumOff val="3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sp>
            <p:nvSpPr>
              <p:cNvPr id="31" name="文本框 46"/>
              <p:cNvSpPr txBox="1"/>
              <p:nvPr/>
            </p:nvSpPr>
            <p:spPr>
              <a:xfrm>
                <a:off x="6294811" y="1405148"/>
                <a:ext cx="2926080" cy="4603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sz="2400"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常用公文种类及用途</a:t>
                </a:r>
                <a:endParaRPr lang="zh-CN" altLang="en-US" sz="2400" dirty="0">
                  <a:solidFill>
                    <a:schemeClr val="tx1">
                      <a:lumMod val="65000"/>
                      <a:lumOff val="3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grpSp>
            <p:nvGrpSpPr>
              <p:cNvPr id="34" name="组合 33"/>
              <p:cNvGrpSpPr/>
              <p:nvPr/>
            </p:nvGrpSpPr>
            <p:grpSpPr>
              <a:xfrm>
                <a:off x="5561719" y="1880568"/>
                <a:ext cx="5928606" cy="140400"/>
                <a:chOff x="5460119" y="1216948"/>
                <a:chExt cx="5928606" cy="140400"/>
              </a:xfrm>
            </p:grpSpPr>
            <p:cxnSp>
              <p:nvCxnSpPr>
                <p:cNvPr id="35" name="直接连接符 34"/>
                <p:cNvCxnSpPr/>
                <p:nvPr/>
              </p:nvCxnSpPr>
              <p:spPr>
                <a:xfrm>
                  <a:off x="5502852" y="1287148"/>
                  <a:ext cx="5885873" cy="0"/>
                </a:xfrm>
                <a:prstGeom prst="line">
                  <a:avLst/>
                </a:prstGeom>
                <a:ln w="12700">
                  <a:gradFill flip="none" rotWithShape="1">
                    <a:gsLst>
                      <a:gs pos="100000">
                        <a:srgbClr val="006EFF">
                          <a:alpha val="0"/>
                        </a:srgbClr>
                      </a:gs>
                      <a:gs pos="45000">
                        <a:srgbClr val="006EFF"/>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36" name="矩形: 圆角 35"/>
                <p:cNvSpPr/>
                <p:nvPr/>
              </p:nvSpPr>
              <p:spPr>
                <a:xfrm>
                  <a:off x="5460119" y="1216948"/>
                  <a:ext cx="658800" cy="140400"/>
                </a:xfrm>
                <a:prstGeom prst="roundRect">
                  <a:avLst>
                    <a:gd name="adj" fmla="val 50000"/>
                  </a:avLst>
                </a:prstGeom>
                <a:solidFill>
                  <a:srgbClr val="006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方正兰亭黑简体" panose="02000500000000000000" pitchFamily="2" charset="-122"/>
                    <a:ea typeface="方正兰亭粗黑简体" panose="02000500000000000000" pitchFamily="2" charset="-122"/>
                    <a:sym typeface="+mn-lt"/>
                  </a:endParaRPr>
                </a:p>
              </p:txBody>
            </p:sp>
          </p:grpSp>
        </p:grpSp>
        <p:grpSp>
          <p:nvGrpSpPr>
            <p:cNvPr id="37" name="组合 36"/>
            <p:cNvGrpSpPr/>
            <p:nvPr/>
          </p:nvGrpSpPr>
          <p:grpSpPr>
            <a:xfrm>
              <a:off x="5493236" y="3094917"/>
              <a:ext cx="5997089" cy="677375"/>
              <a:chOff x="5493236" y="1343593"/>
              <a:chExt cx="5997089" cy="677375"/>
            </a:xfrm>
          </p:grpSpPr>
          <p:sp>
            <p:nvSpPr>
              <p:cNvPr id="38" name="文本框 45"/>
              <p:cNvSpPr txBox="1"/>
              <p:nvPr/>
            </p:nvSpPr>
            <p:spPr>
              <a:xfrm>
                <a:off x="5493236" y="1343593"/>
                <a:ext cx="755336" cy="5847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en-US" altLang="zh-CN" sz="3200" b="0" i="0" u="none" strike="noStrike" kern="1200" cap="none" spc="0" normalizeH="0" baseline="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03</a:t>
                </a:r>
                <a:endParaRPr lang="zh-CN" altLang="en-US" sz="3200" dirty="0">
                  <a:solidFill>
                    <a:schemeClr val="tx1">
                      <a:lumMod val="65000"/>
                      <a:lumOff val="3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sp>
            <p:nvSpPr>
              <p:cNvPr id="39" name="文本框 46"/>
              <p:cNvSpPr txBox="1"/>
              <p:nvPr/>
            </p:nvSpPr>
            <p:spPr>
              <a:xfrm>
                <a:off x="6294811" y="1405148"/>
                <a:ext cx="1402080" cy="4603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sz="2400"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公文格式</a:t>
                </a:r>
                <a:endParaRPr lang="zh-CN" altLang="en-US" sz="2400" dirty="0">
                  <a:solidFill>
                    <a:schemeClr val="tx1">
                      <a:lumMod val="65000"/>
                      <a:lumOff val="3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grpSp>
            <p:nvGrpSpPr>
              <p:cNvPr id="40" name="组合 39"/>
              <p:cNvGrpSpPr/>
              <p:nvPr/>
            </p:nvGrpSpPr>
            <p:grpSpPr>
              <a:xfrm>
                <a:off x="5561719" y="1880568"/>
                <a:ext cx="5928606" cy="140400"/>
                <a:chOff x="5460119" y="1216948"/>
                <a:chExt cx="5928606" cy="140400"/>
              </a:xfrm>
            </p:grpSpPr>
            <p:cxnSp>
              <p:nvCxnSpPr>
                <p:cNvPr id="41" name="直接连接符 40"/>
                <p:cNvCxnSpPr/>
                <p:nvPr/>
              </p:nvCxnSpPr>
              <p:spPr>
                <a:xfrm>
                  <a:off x="5502852" y="1287148"/>
                  <a:ext cx="5885873" cy="0"/>
                </a:xfrm>
                <a:prstGeom prst="line">
                  <a:avLst/>
                </a:prstGeom>
                <a:ln w="12700">
                  <a:gradFill flip="none" rotWithShape="1">
                    <a:gsLst>
                      <a:gs pos="100000">
                        <a:srgbClr val="006EFF">
                          <a:alpha val="0"/>
                        </a:srgbClr>
                      </a:gs>
                      <a:gs pos="45000">
                        <a:srgbClr val="006EFF"/>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42" name="矩形: 圆角 41"/>
                <p:cNvSpPr/>
                <p:nvPr/>
              </p:nvSpPr>
              <p:spPr>
                <a:xfrm>
                  <a:off x="5460119" y="1216948"/>
                  <a:ext cx="658800" cy="140400"/>
                </a:xfrm>
                <a:prstGeom prst="roundRect">
                  <a:avLst>
                    <a:gd name="adj" fmla="val 50000"/>
                  </a:avLst>
                </a:prstGeom>
                <a:solidFill>
                  <a:srgbClr val="006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方正兰亭黑简体" panose="02000500000000000000" pitchFamily="2" charset="-122"/>
                    <a:ea typeface="方正兰亭粗黑简体" panose="02000500000000000000" pitchFamily="2" charset="-122"/>
                    <a:sym typeface="+mn-lt"/>
                  </a:endParaRPr>
                </a:p>
              </p:txBody>
            </p:sp>
          </p:grpSp>
        </p:grpSp>
      </p:grpSp>
      <p:sp>
        <p:nvSpPr>
          <p:cNvPr id="10" name="文本框 45"/>
          <p:cNvSpPr txBox="1"/>
          <p:nvPr>
            <p:custDataLst>
              <p:tags r:id="rId1"/>
            </p:custDataLst>
          </p:nvPr>
        </p:nvSpPr>
        <p:spPr>
          <a:xfrm>
            <a:off x="5400421" y="4861600"/>
            <a:ext cx="589280" cy="58356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en-US" altLang="zh-CN" sz="3200" b="0" i="0" u="none" strike="noStrike" kern="1200" cap="none" spc="0" normalizeH="0" baseline="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04</a:t>
            </a:r>
            <a:endParaRPr lang="zh-CN" altLang="en-US" sz="3200" dirty="0">
              <a:solidFill>
                <a:schemeClr val="tx1">
                  <a:lumMod val="65000"/>
                  <a:lumOff val="3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sp>
        <p:nvSpPr>
          <p:cNvPr id="12" name="矩形: 圆角 41"/>
          <p:cNvSpPr/>
          <p:nvPr>
            <p:custDataLst>
              <p:tags r:id="rId2"/>
            </p:custDataLst>
          </p:nvPr>
        </p:nvSpPr>
        <p:spPr>
          <a:xfrm>
            <a:off x="5357936" y="5304595"/>
            <a:ext cx="658800" cy="140400"/>
          </a:xfrm>
          <a:prstGeom prst="roundRect">
            <a:avLst>
              <a:gd name="adj" fmla="val 50000"/>
            </a:avLst>
          </a:prstGeom>
          <a:solidFill>
            <a:srgbClr val="006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方正兰亭黑简体" panose="02000500000000000000" pitchFamily="2" charset="-122"/>
              <a:ea typeface="方正兰亭粗黑简体" panose="02000500000000000000" pitchFamily="2" charset="-122"/>
              <a:sym typeface="+mn-lt"/>
            </a:endParaRPr>
          </a:p>
        </p:txBody>
      </p:sp>
      <p:cxnSp>
        <p:nvCxnSpPr>
          <p:cNvPr id="13" name="直接连接符 12"/>
          <p:cNvCxnSpPr/>
          <p:nvPr>
            <p:custDataLst>
              <p:tags r:id="rId3"/>
            </p:custDataLst>
          </p:nvPr>
        </p:nvCxnSpPr>
        <p:spPr>
          <a:xfrm>
            <a:off x="5527669" y="5349395"/>
            <a:ext cx="5885873" cy="0"/>
          </a:xfrm>
          <a:prstGeom prst="line">
            <a:avLst/>
          </a:prstGeom>
          <a:ln w="12700">
            <a:gradFill flip="none" rotWithShape="1">
              <a:gsLst>
                <a:gs pos="100000">
                  <a:srgbClr val="006EFF">
                    <a:alpha val="0"/>
                  </a:srgbClr>
                </a:gs>
                <a:gs pos="45000">
                  <a:srgbClr val="006EFF"/>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文本框 46"/>
          <p:cNvSpPr txBox="1"/>
          <p:nvPr>
            <p:custDataLst>
              <p:tags r:id="rId4"/>
            </p:custDataLst>
          </p:nvPr>
        </p:nvSpPr>
        <p:spPr>
          <a:xfrm>
            <a:off x="6091028" y="4888865"/>
            <a:ext cx="2011680" cy="4603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sz="2400"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印刷装订要求</a:t>
            </a:r>
            <a:endParaRPr lang="zh-CN" altLang="en-US" sz="2400" dirty="0">
              <a:solidFill>
                <a:schemeClr val="tx1">
                  <a:lumMod val="65000"/>
                  <a:lumOff val="3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spTree>
  </p:cSld>
  <p:clrMapOvr>
    <a:masterClrMapping/>
  </p:clrMapOvr>
  <p:transition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14481" y="2993836"/>
            <a:ext cx="1293944" cy="1200329"/>
          </a:xfrm>
          <a:prstGeom prst="rect">
            <a:avLst/>
          </a:prstGeom>
          <a:noFill/>
        </p:spPr>
        <p:txBody>
          <a:bodyPr wrap="square" rtlCol="0">
            <a:spAutoFit/>
          </a:bodyPr>
          <a:lstStyle/>
          <a:p>
            <a:pPr algn="ctr"/>
            <a:r>
              <a:rPr lang="zh-CN" altLang="en-US" sz="7200" b="1" dirty="0">
                <a:solidFill>
                  <a:srgbClr val="006CFF"/>
                </a:solidFill>
                <a:effectLst>
                  <a:outerShdw blurRad="25400" dist="25400" dir="2700000" algn="tl">
                    <a:srgbClr val="000000">
                      <a:alpha val="25000"/>
                    </a:srgbClr>
                  </a:outerShdw>
                </a:effectLst>
                <a:latin typeface="方正正中黑简体" panose="02000500000000000000" pitchFamily="2" charset="-122"/>
                <a:ea typeface="方正正中黑简体" panose="02000500000000000000" pitchFamily="2" charset="-122"/>
                <a:cs typeface="Aparajita" panose="020B0604020202020204" pitchFamily="34" charset="0"/>
              </a:rPr>
              <a:t>一</a:t>
            </a:r>
            <a:endParaRPr lang="zh-CN" altLang="en-US" sz="7200" b="1" dirty="0">
              <a:solidFill>
                <a:srgbClr val="006CFF"/>
              </a:solidFill>
              <a:effectLst>
                <a:outerShdw blurRad="25400" dist="25400" dir="2700000" algn="tl">
                  <a:srgbClr val="000000">
                    <a:alpha val="25000"/>
                  </a:srgbClr>
                </a:outerShdw>
              </a:effectLst>
              <a:latin typeface="方正正中黑简体" panose="02000500000000000000" pitchFamily="2" charset="-122"/>
              <a:ea typeface="方正正中黑简体" panose="02000500000000000000" pitchFamily="2" charset="-122"/>
              <a:cs typeface="Aparajita" panose="020B0604020202020204" pitchFamily="34" charset="0"/>
            </a:endParaRPr>
          </a:p>
        </p:txBody>
      </p:sp>
      <p:sp>
        <p:nvSpPr>
          <p:cNvPr id="3" name="文本框 2"/>
          <p:cNvSpPr txBox="1"/>
          <p:nvPr/>
        </p:nvSpPr>
        <p:spPr>
          <a:xfrm>
            <a:off x="2231390" y="2894330"/>
            <a:ext cx="4878070" cy="768350"/>
          </a:xfrm>
          <a:prstGeom prst="rect">
            <a:avLst/>
          </a:prstGeom>
          <a:noFill/>
        </p:spPr>
        <p:txBody>
          <a:bodyPr wrap="square">
            <a:spAutoFit/>
          </a:bodyPr>
          <a:lstStyle/>
          <a:p>
            <a:pPr algn="ctr"/>
            <a:r>
              <a:rPr lang="zh-CN" altLang="en-US" sz="4400" b="1" dirty="0">
                <a:sym typeface="+mn-ea"/>
              </a:rPr>
              <a:t>公文的含义与特点</a:t>
            </a:r>
            <a:endParaRPr lang="zh-CN" altLang="en-US" sz="4400" b="1" dirty="0"/>
          </a:p>
        </p:txBody>
      </p:sp>
    </p:spTree>
  </p:cSld>
  <p:clrMapOvr>
    <a:masterClrMapping/>
  </p:clrMapOvr>
  <p:transition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 name="组合 104"/>
          <p:cNvGrpSpPr/>
          <p:nvPr/>
        </p:nvGrpSpPr>
        <p:grpSpPr>
          <a:xfrm>
            <a:off x="1761005" y="1126371"/>
            <a:ext cx="9695180" cy="4705509"/>
            <a:chOff x="1331597" y="1126371"/>
            <a:chExt cx="9695180" cy="4705509"/>
          </a:xfrm>
        </p:grpSpPr>
        <p:grpSp>
          <p:nvGrpSpPr>
            <p:cNvPr id="104" name="组合 103"/>
            <p:cNvGrpSpPr/>
            <p:nvPr/>
          </p:nvGrpSpPr>
          <p:grpSpPr>
            <a:xfrm>
              <a:off x="6303952" y="1775976"/>
              <a:ext cx="3697636" cy="4055904"/>
              <a:chOff x="6303952" y="1951340"/>
              <a:chExt cx="3697636" cy="4055904"/>
            </a:xfrm>
          </p:grpSpPr>
          <p:sp>
            <p:nvSpPr>
              <p:cNvPr id="27" name="矩形: 圆角 26"/>
              <p:cNvSpPr/>
              <p:nvPr/>
            </p:nvSpPr>
            <p:spPr>
              <a:xfrm>
                <a:off x="6303952" y="1951340"/>
                <a:ext cx="3697636" cy="4055904"/>
              </a:xfrm>
              <a:prstGeom prst="roundRect">
                <a:avLst>
                  <a:gd name="adj" fmla="val 2341"/>
                </a:avLst>
              </a:prstGeom>
              <a:gradFill flip="none" rotWithShape="1">
                <a:gsLst>
                  <a:gs pos="45000">
                    <a:srgbClr val="008CE7"/>
                  </a:gs>
                  <a:gs pos="0">
                    <a:srgbClr val="004ECA"/>
                  </a:gs>
                  <a:gs pos="93000">
                    <a:srgbClr val="00BE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p:cNvSpPr txBox="1"/>
              <p:nvPr/>
            </p:nvSpPr>
            <p:spPr>
              <a:xfrm>
                <a:off x="7547476" y="2063195"/>
                <a:ext cx="1452880" cy="398780"/>
              </a:xfrm>
              <a:prstGeom prst="rect">
                <a:avLst/>
              </a:prstGeom>
              <a:noFill/>
            </p:spPr>
            <p:txBody>
              <a:bodyPr wrap="none" rtlCol="0">
                <a:spAutoFit/>
              </a:bodyPr>
              <a:lstStyle/>
              <a:p>
                <a:pPr algn="l"/>
                <a:r>
                  <a:rPr lang="zh-CN" altLang="en-US" sz="2000" noProof="0" dirty="0">
                    <a:ln>
                      <a:noFill/>
                    </a:ln>
                    <a:solidFill>
                      <a:schemeClr val="bg1"/>
                    </a:solidFill>
                    <a:effectLst/>
                    <a:uLnTx/>
                    <a:uFillTx/>
                    <a:latin typeface="方正兰亭粗黑简体" panose="02000500000000000000" pitchFamily="2" charset="-122"/>
                    <a:ea typeface="方正兰亭粗黑简体" panose="02000500000000000000" pitchFamily="2" charset="-122"/>
                    <a:sym typeface="+mn-ea"/>
                  </a:rPr>
                  <a:t>公文的特点</a:t>
                </a:r>
                <a:endParaRPr lang="zh-CN" altLang="en-US" sz="1400" dirty="0">
                  <a:solidFill>
                    <a:schemeClr val="bg1"/>
                  </a:solidFill>
                  <a:latin typeface="方正兰亭粗黑简体" panose="02000500000000000000" pitchFamily="2" charset="-122"/>
                  <a:ea typeface="方正兰亭粗黑简体" panose="02000500000000000000" pitchFamily="2" charset="-122"/>
                </a:endParaRPr>
              </a:p>
            </p:txBody>
          </p:sp>
          <p:sp>
            <p:nvSpPr>
              <p:cNvPr id="28" name="矩形: 圆角 27"/>
              <p:cNvSpPr/>
              <p:nvPr/>
            </p:nvSpPr>
            <p:spPr>
              <a:xfrm>
                <a:off x="6422290" y="2539506"/>
                <a:ext cx="3460961" cy="2896237"/>
              </a:xfrm>
              <a:prstGeom prst="roundRect">
                <a:avLst>
                  <a:gd name="adj" fmla="val 23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50000"/>
                  </a:lnSpc>
                  <a:buClrTx/>
                  <a:buSzTx/>
                  <a:buNone/>
                </a:pPr>
                <a:r>
                  <a:rPr lang="zh-CN" altLang="en-US" noProof="0" dirty="0">
                    <a:ln>
                      <a:noFill/>
                    </a:ln>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直接的应用性、原始的记录性、明确的法定作者、法定的权威性、突出的现行使用、</a:t>
                </a:r>
                <a:endParaRPr kumimoji="0" lang="zh-CN" altLang="en-US" b="0" i="0" u="none" strike="noStrike" kern="1200" cap="none" spc="0" normalizeH="0" baseline="0" noProof="0" dirty="0">
                  <a:ln>
                    <a:noFill/>
                  </a:ln>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buClrTx/>
                  <a:buSzTx/>
                  <a:buNone/>
                </a:pPr>
                <a:r>
                  <a:rPr lang="zh-CN" altLang="en-US" noProof="0" dirty="0">
                    <a:ln>
                      <a:noFill/>
                    </a:ln>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特定的处理程序。</a:t>
                </a:r>
                <a:endParaRPr lang="zh-CN" altLang="en-US" dirty="0"/>
              </a:p>
            </p:txBody>
          </p:sp>
        </p:grpSp>
        <p:grpSp>
          <p:nvGrpSpPr>
            <p:cNvPr id="85" name="组合 84"/>
            <p:cNvGrpSpPr/>
            <p:nvPr/>
          </p:nvGrpSpPr>
          <p:grpSpPr>
            <a:xfrm>
              <a:off x="1331597" y="1126371"/>
              <a:ext cx="9695180" cy="4705509"/>
              <a:chOff x="8082131" y="1404675"/>
              <a:chExt cx="9695180" cy="4705509"/>
            </a:xfrm>
          </p:grpSpPr>
          <p:sp>
            <p:nvSpPr>
              <p:cNvPr id="72" name="矩形: 圆角 71"/>
              <p:cNvSpPr/>
              <p:nvPr/>
            </p:nvSpPr>
            <p:spPr>
              <a:xfrm>
                <a:off x="8082131" y="2054280"/>
                <a:ext cx="3697636" cy="4055904"/>
              </a:xfrm>
              <a:prstGeom prst="roundRect">
                <a:avLst>
                  <a:gd name="adj" fmla="val 2341"/>
                </a:avLst>
              </a:prstGeom>
              <a:gradFill flip="none" rotWithShape="1">
                <a:gsLst>
                  <a:gs pos="45000">
                    <a:srgbClr val="008CE7"/>
                  </a:gs>
                  <a:gs pos="0">
                    <a:srgbClr val="004ECA"/>
                  </a:gs>
                  <a:gs pos="93000">
                    <a:srgbClr val="00BE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文本框 72"/>
              <p:cNvSpPr txBox="1"/>
              <p:nvPr/>
            </p:nvSpPr>
            <p:spPr>
              <a:xfrm>
                <a:off x="9069175" y="2166135"/>
                <a:ext cx="1452880" cy="398780"/>
              </a:xfrm>
              <a:prstGeom prst="rect">
                <a:avLst/>
              </a:prstGeom>
              <a:noFill/>
            </p:spPr>
            <p:txBody>
              <a:bodyPr wrap="none" rtlCol="0">
                <a:spAutoFit/>
              </a:bodyPr>
              <a:lstStyle/>
              <a:p>
                <a:pPr algn="l"/>
                <a:r>
                  <a:rPr lang="zh-CN" altLang="en-US" sz="2000" noProof="0" dirty="0">
                    <a:ln>
                      <a:noFill/>
                    </a:ln>
                    <a:solidFill>
                      <a:schemeClr val="bg1"/>
                    </a:solidFill>
                    <a:effectLst/>
                    <a:uLnTx/>
                    <a:uFillTx/>
                    <a:latin typeface="方正兰亭粗黑简体" panose="02000500000000000000" pitchFamily="2" charset="-122"/>
                    <a:ea typeface="方正兰亭粗黑简体" panose="02000500000000000000" pitchFamily="2" charset="-122"/>
                    <a:sym typeface="+mn-ea"/>
                  </a:rPr>
                  <a:t>公文的含义</a:t>
                </a:r>
                <a:endParaRPr lang="zh-CN" altLang="en-US" sz="1400" dirty="0">
                  <a:solidFill>
                    <a:schemeClr val="bg1"/>
                  </a:solidFill>
                  <a:latin typeface="方正兰亭粗黑简体" panose="02000500000000000000" pitchFamily="2" charset="-122"/>
                  <a:ea typeface="方正兰亭粗黑简体" panose="02000500000000000000" pitchFamily="2" charset="-122"/>
                </a:endParaRPr>
              </a:p>
            </p:txBody>
          </p:sp>
          <p:sp>
            <p:nvSpPr>
              <p:cNvPr id="74" name="矩形: 圆角 73"/>
              <p:cNvSpPr/>
              <p:nvPr/>
            </p:nvSpPr>
            <p:spPr>
              <a:xfrm>
                <a:off x="8200469" y="2642446"/>
                <a:ext cx="3460961" cy="2896237"/>
              </a:xfrm>
              <a:prstGeom prst="roundRect">
                <a:avLst>
                  <a:gd name="adj" fmla="val 23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文本框 45"/>
              <p:cNvSpPr txBox="1"/>
              <p:nvPr/>
            </p:nvSpPr>
            <p:spPr>
              <a:xfrm>
                <a:off x="10267166" y="1404675"/>
                <a:ext cx="7510145" cy="529590"/>
              </a:xfrm>
              <a:prstGeom prst="rect">
                <a:avLst/>
              </a:prstGeom>
              <a:noFill/>
            </p:spPr>
            <p:txBody>
              <a:bodyPr wrap="none" rtlCol="0">
                <a:noAutofit/>
              </a:bodyPr>
              <a:lstStyle/>
              <a:p>
                <a:pPr indent="0" algn="l" fontAlgn="auto">
                  <a:lnSpc>
                    <a:spcPct val="150000"/>
                  </a:lnSpc>
                </a:pPr>
                <a:endParaRPr kumimoji="0" lang="zh-CN" altLang="en-US" b="0" i="0" u="none" strike="noStrike" kern="1200" cap="none" spc="0" normalizeH="0" baseline="0" noProof="0" dirty="0">
                  <a:ln>
                    <a:noFill/>
                  </a:ln>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indent="0" algn="l" fontAlgn="auto">
                  <a:lnSpc>
                    <a:spcPct val="150000"/>
                  </a:lnSpc>
                </a:pPr>
                <a:endParaRPr lang="zh-CN" altLang="en-US" dirty="0">
                  <a:latin typeface="方正兰亭黑简体" panose="02000500000000000000" pitchFamily="2" charset="-122"/>
                  <a:ea typeface="方正兰亭黑简体" panose="02000500000000000000" pitchFamily="2" charset="-122"/>
                </a:endParaRPr>
              </a:p>
            </p:txBody>
          </p:sp>
        </p:grpSp>
      </p:grpSp>
      <p:sp>
        <p:nvSpPr>
          <p:cNvPr id="4" name="标题 3"/>
          <p:cNvSpPr>
            <a:spLocks noGrp="1"/>
          </p:cNvSpPr>
          <p:nvPr>
            <p:ph type="title"/>
          </p:nvPr>
        </p:nvSpPr>
        <p:spPr>
          <a:xfrm>
            <a:off x="810418" y="263615"/>
            <a:ext cx="6852731" cy="521970"/>
          </a:xfrm>
        </p:spPr>
        <p:txBody>
          <a:bodyPr/>
          <a:lstStyle/>
          <a:p>
            <a:r>
              <a:rPr lang="en-US" altLang="zh-CN"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01</a:t>
            </a:r>
            <a:r>
              <a:rPr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公文的含义与特点</a:t>
            </a:r>
            <a:endParaRPr lang="zh-CN" altLang="en-US" dirty="0"/>
          </a:p>
        </p:txBody>
      </p:sp>
      <p:sp>
        <p:nvSpPr>
          <p:cNvPr id="24" name="文本框 23"/>
          <p:cNvSpPr txBox="1"/>
          <p:nvPr>
            <p:custDataLst>
              <p:tags r:id="rId1"/>
            </p:custDataLst>
          </p:nvPr>
        </p:nvSpPr>
        <p:spPr>
          <a:xfrm>
            <a:off x="1879600" y="2364105"/>
            <a:ext cx="3460750" cy="2896870"/>
          </a:xfrm>
          <a:prstGeom prst="rect">
            <a:avLst/>
          </a:prstGeom>
          <a:noFill/>
        </p:spPr>
        <p:txBody>
          <a:bodyPr wrap="square" rtlCol="0">
            <a:noAutofit/>
          </a:bodyPr>
          <a:p>
            <a:pPr indent="0" fontAlgn="auto">
              <a:lnSpc>
                <a:spcPct val="150000"/>
              </a:lnSpc>
            </a:pPr>
            <a:r>
              <a:rPr lang="zh-CN" altLang="en-US" sz="1600" noProof="0" dirty="0">
                <a:ln>
                  <a:noFill/>
                </a:ln>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公文，是公务文书的简称，是机关、团体、</a:t>
            </a:r>
            <a:r>
              <a:rPr lang="zh-CN" altLang="en-US" sz="1600" noProof="0" dirty="0">
                <a:ln>
                  <a:noFill/>
                </a:ln>
                <a:solidFill>
                  <a:srgbClr val="FF0000"/>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企事业单位</a:t>
            </a:r>
            <a:r>
              <a:rPr lang="zh-CN" altLang="en-US" sz="1600" noProof="0" dirty="0">
                <a:ln>
                  <a:noFill/>
                </a:ln>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在公务活动中形成的具有法定效力和</a:t>
            </a:r>
            <a:r>
              <a:rPr lang="zh-CN" altLang="en-US" sz="1600" noProof="0" dirty="0">
                <a:ln>
                  <a:noFill/>
                </a:ln>
                <a:solidFill>
                  <a:srgbClr val="FF0000"/>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规范体式</a:t>
            </a:r>
            <a:r>
              <a:rPr lang="zh-CN" altLang="en-US" sz="1600" noProof="0" dirty="0">
                <a:ln>
                  <a:noFill/>
                </a:ln>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的书面文件，是依法进行行政管理的重要工具。</a:t>
            </a:r>
            <a:endParaRPr lang="zh-CN" altLang="en-US" sz="1600" dirty="0">
              <a:solidFill>
                <a:prstClr val="black">
                  <a:lumMod val="75000"/>
                  <a:lumOff val="25000"/>
                </a:prst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3" name="文本框 2"/>
          <p:cNvSpPr txBox="1"/>
          <p:nvPr>
            <p:custDataLst>
              <p:tags r:id="rId2"/>
            </p:custDataLst>
          </p:nvPr>
        </p:nvSpPr>
        <p:spPr>
          <a:xfrm>
            <a:off x="6851650" y="2364105"/>
            <a:ext cx="3460750" cy="2895600"/>
          </a:xfrm>
          <a:prstGeom prst="rect">
            <a:avLst/>
          </a:prstGeom>
          <a:noFill/>
        </p:spPr>
        <p:txBody>
          <a:bodyPr wrap="square" rtlCol="0">
            <a:noAutofit/>
          </a:bodyPr>
          <a:p>
            <a:pPr algn="l">
              <a:lnSpc>
                <a:spcPct val="150000"/>
              </a:lnSpc>
              <a:buClrTx/>
              <a:buSzTx/>
              <a:buNone/>
            </a:pPr>
            <a:r>
              <a:rPr lang="zh-CN" altLang="en-US" sz="1600" noProof="0" dirty="0">
                <a:ln>
                  <a:noFill/>
                </a:ln>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直接的应用性、原始的记录性、明确的法定作者、法定的权威性、突出的现行使用、</a:t>
            </a:r>
            <a:r>
              <a:rPr lang="zh-CN" altLang="en-US" sz="1600" noProof="0" dirty="0">
                <a:ln>
                  <a:noFill/>
                </a:ln>
                <a:solidFill>
                  <a:srgbClr val="FF0000"/>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规范的外观样式</a:t>
            </a:r>
            <a:r>
              <a:rPr lang="zh-CN" altLang="en-US" sz="1600" noProof="0" dirty="0">
                <a:ln>
                  <a:noFill/>
                </a:ln>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、特定的处理程序。</a:t>
            </a:r>
            <a:endParaRPr lang="zh-CN" altLang="en-US" sz="1600" dirty="0">
              <a:solidFill>
                <a:prstClr val="black">
                  <a:lumMod val="75000"/>
                  <a:lumOff val="25000"/>
                </a:prst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Tree>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14481" y="2993836"/>
            <a:ext cx="1293944" cy="1198880"/>
          </a:xfrm>
          <a:prstGeom prst="rect">
            <a:avLst/>
          </a:prstGeom>
          <a:noFill/>
        </p:spPr>
        <p:txBody>
          <a:bodyPr wrap="square" rtlCol="0">
            <a:spAutoFit/>
          </a:bodyPr>
          <a:lstStyle/>
          <a:p>
            <a:pPr algn="ctr"/>
            <a:r>
              <a:rPr lang="zh-CN" altLang="en-US" sz="7200" b="1" dirty="0">
                <a:solidFill>
                  <a:srgbClr val="006CFF"/>
                </a:solidFill>
                <a:effectLst>
                  <a:outerShdw blurRad="25400" dist="25400" dir="2700000" algn="tl">
                    <a:srgbClr val="000000">
                      <a:alpha val="25000"/>
                    </a:srgbClr>
                  </a:outerShdw>
                </a:effectLst>
                <a:latin typeface="方正正中黑简体" panose="02000500000000000000" pitchFamily="2" charset="-122"/>
                <a:ea typeface="方正正中黑简体" panose="02000500000000000000" pitchFamily="2" charset="-122"/>
                <a:cs typeface="Aparajita" panose="020B0604020202020204" pitchFamily="34" charset="0"/>
              </a:rPr>
              <a:t>二</a:t>
            </a:r>
            <a:endParaRPr lang="zh-CN" altLang="en-US" sz="7200" b="1" dirty="0">
              <a:solidFill>
                <a:srgbClr val="006CFF"/>
              </a:solidFill>
              <a:effectLst>
                <a:outerShdw blurRad="25400" dist="25400" dir="2700000" algn="tl">
                  <a:srgbClr val="000000">
                    <a:alpha val="25000"/>
                  </a:srgbClr>
                </a:outerShdw>
              </a:effectLst>
              <a:latin typeface="方正正中黑简体" panose="02000500000000000000" pitchFamily="2" charset="-122"/>
              <a:ea typeface="方正正中黑简体" panose="02000500000000000000" pitchFamily="2" charset="-122"/>
              <a:cs typeface="Aparajita" panose="020B0604020202020204" pitchFamily="34" charset="0"/>
            </a:endParaRPr>
          </a:p>
        </p:txBody>
      </p:sp>
      <p:sp>
        <p:nvSpPr>
          <p:cNvPr id="3" name="文本框 2"/>
          <p:cNvSpPr txBox="1"/>
          <p:nvPr/>
        </p:nvSpPr>
        <p:spPr>
          <a:xfrm>
            <a:off x="2231390" y="2894330"/>
            <a:ext cx="4417695" cy="1445260"/>
          </a:xfrm>
          <a:prstGeom prst="rect">
            <a:avLst/>
          </a:prstGeom>
          <a:noFill/>
        </p:spPr>
        <p:txBody>
          <a:bodyPr wrap="square">
            <a:spAutoFit/>
          </a:bodyPr>
          <a:lstStyle/>
          <a:p>
            <a:pPr algn="ctr"/>
            <a:r>
              <a:rPr lang="zh-CN" sz="4400"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常用公文种类及用途</a:t>
            </a:r>
            <a:endParaRPr lang="zh-CN" altLang="en-US" sz="4400" b="1" dirty="0"/>
          </a:p>
        </p:txBody>
      </p:sp>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10418" y="263615"/>
            <a:ext cx="6852731" cy="521970"/>
          </a:xfrm>
        </p:spPr>
        <p:txBody>
          <a:bodyPr/>
          <a:lstStyle/>
          <a:p>
            <a:r>
              <a:rPr lang="en-US" altLang="zh-CN"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02</a:t>
            </a:r>
            <a:r>
              <a:rPr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常用公文种类及用途</a:t>
            </a:r>
            <a:endParaRPr lang="zh-CN" altLang="en-US" dirty="0"/>
          </a:p>
        </p:txBody>
      </p:sp>
      <p:sp>
        <p:nvSpPr>
          <p:cNvPr id="2" name="文本框 1"/>
          <p:cNvSpPr txBox="1"/>
          <p:nvPr>
            <p:custDataLst>
              <p:tags r:id="rId1"/>
            </p:custDataLst>
          </p:nvPr>
        </p:nvSpPr>
        <p:spPr>
          <a:xfrm>
            <a:off x="556260" y="1017270"/>
            <a:ext cx="11204575" cy="5221605"/>
          </a:xfrm>
          <a:prstGeom prst="rect">
            <a:avLst/>
          </a:prstGeom>
        </p:spPr>
        <p:txBody>
          <a:bodyPr>
            <a:noAutofit/>
          </a:bodyPr>
          <a:p>
            <a:pPr indent="0" algn="l" fontAlgn="auto">
              <a:lnSpc>
                <a:spcPct val="150000"/>
              </a:lnSpc>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rPr>
              <a:t>1. </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rPr>
              <a:t>决定</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rPr>
              <a:t>，适用于对重要事项或重大行动作出安排。	</a:t>
            </a:r>
            <a:endPar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indent="0" algn="l" fontAlgn="auto">
              <a:lnSpc>
                <a:spcPct val="150000"/>
              </a:lnSpc>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rPr>
              <a:t>2. </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rPr>
              <a:t>通知</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rPr>
              <a:t>，适用于批转所属单位的公文，转发上级和不相隶属单位的公文;要求办理和需要有关单位周知或共同执行的事项；任免和聘用干部。</a:t>
            </a:r>
            <a:endPar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indent="0" algn="l" fontAlgn="auto">
              <a:lnSpc>
                <a:spcPct val="150000"/>
              </a:lnSpc>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rPr>
              <a:t>3. </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rPr>
              <a:t>通报</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rPr>
              <a:t>，适用于表彰先进，批评错误，传达重要精神或情况。	</a:t>
            </a:r>
            <a:endPar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indent="0" algn="l" fontAlgn="auto">
              <a:lnSpc>
                <a:spcPct val="150000"/>
              </a:lnSpc>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rPr>
              <a:t>4. </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rPr>
              <a:t>报告</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rPr>
              <a:t>，适用于向上级单位汇报工作，反映情况，提出意见或建议，答复上级单位的询问。</a:t>
            </a:r>
            <a:endPar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indent="0" algn="l" fontAlgn="auto">
              <a:lnSpc>
                <a:spcPct val="150000"/>
              </a:lnSpc>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rPr>
              <a:t>5. </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rPr>
              <a:t>请示</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rPr>
              <a:t>，适用于上级单位请求指示、批准。</a:t>
            </a:r>
            <a:endPar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indent="0" algn="l" fontAlgn="auto">
              <a:lnSpc>
                <a:spcPct val="150000"/>
              </a:lnSpc>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rPr>
              <a:t>6. </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rPr>
              <a:t>批复</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rPr>
              <a:t>，适用于答复下级部门的请示事项。	</a:t>
            </a:r>
            <a:endPar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indent="0" algn="l" fontAlgn="auto">
              <a:lnSpc>
                <a:spcPct val="150000"/>
              </a:lnSpc>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rPr>
              <a:t>7. </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rPr>
              <a:t>函</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rPr>
              <a:t>，适用于不相隶属单位之间、投资或合作伙伴之间相互商洽工作、询问和答复问题，向其他业务主管部门请求批准等。</a:t>
            </a:r>
            <a:endPar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indent="0" algn="l" fontAlgn="auto">
              <a:lnSpc>
                <a:spcPct val="150000"/>
              </a:lnSpc>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rPr>
              <a:t>8. </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rPr>
              <a:t>会议纪要</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rPr>
              <a:t>，适用于记载和传达会议情况和议定事项。	</a:t>
            </a:r>
            <a:endPar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indent="0" algn="l" fontAlgn="auto">
              <a:lnSpc>
                <a:spcPct val="150000"/>
              </a:lnSpc>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rPr>
              <a:t>9. </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rPr>
              <a:t>特殊公文种类</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rPr>
              <a:t>：工作联络单，适用于分公司内部部门间及分公司与总公司同级部门间重要工作联系。</a:t>
            </a:r>
            <a:endPar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Tree>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14481" y="2993836"/>
            <a:ext cx="1293944" cy="1198880"/>
          </a:xfrm>
          <a:prstGeom prst="rect">
            <a:avLst/>
          </a:prstGeom>
          <a:noFill/>
        </p:spPr>
        <p:txBody>
          <a:bodyPr wrap="square" rtlCol="0">
            <a:spAutoFit/>
          </a:bodyPr>
          <a:lstStyle/>
          <a:p>
            <a:pPr algn="ctr"/>
            <a:r>
              <a:rPr lang="zh-CN" altLang="en-US" sz="7200" b="1" dirty="0">
                <a:solidFill>
                  <a:srgbClr val="006CFF"/>
                </a:solidFill>
                <a:effectLst>
                  <a:outerShdw blurRad="25400" dist="25400" dir="2700000" algn="tl">
                    <a:srgbClr val="000000">
                      <a:alpha val="25000"/>
                    </a:srgbClr>
                  </a:outerShdw>
                </a:effectLst>
                <a:latin typeface="方正正中黑简体" panose="02000500000000000000" pitchFamily="2" charset="-122"/>
                <a:ea typeface="方正正中黑简体" panose="02000500000000000000" pitchFamily="2" charset="-122"/>
                <a:cs typeface="Aparajita" panose="020B0604020202020204" pitchFamily="34" charset="0"/>
              </a:rPr>
              <a:t>三</a:t>
            </a:r>
            <a:endParaRPr lang="zh-CN" altLang="en-US" sz="7200" b="1" dirty="0">
              <a:solidFill>
                <a:srgbClr val="006CFF"/>
              </a:solidFill>
              <a:effectLst>
                <a:outerShdw blurRad="25400" dist="25400" dir="2700000" algn="tl">
                  <a:srgbClr val="000000">
                    <a:alpha val="25000"/>
                  </a:srgbClr>
                </a:outerShdw>
              </a:effectLst>
              <a:latin typeface="方正正中黑简体" panose="02000500000000000000" pitchFamily="2" charset="-122"/>
              <a:ea typeface="方正正中黑简体" panose="02000500000000000000" pitchFamily="2" charset="-122"/>
              <a:cs typeface="Aparajita" panose="020B0604020202020204" pitchFamily="34" charset="0"/>
            </a:endParaRPr>
          </a:p>
        </p:txBody>
      </p:sp>
      <p:sp>
        <p:nvSpPr>
          <p:cNvPr id="3" name="文本框 2"/>
          <p:cNvSpPr txBox="1"/>
          <p:nvPr/>
        </p:nvSpPr>
        <p:spPr>
          <a:xfrm>
            <a:off x="2231390" y="2894330"/>
            <a:ext cx="4417695" cy="768350"/>
          </a:xfrm>
          <a:prstGeom prst="rect">
            <a:avLst/>
          </a:prstGeom>
          <a:noFill/>
        </p:spPr>
        <p:txBody>
          <a:bodyPr wrap="square">
            <a:spAutoFit/>
          </a:bodyPr>
          <a:lstStyle/>
          <a:p>
            <a:pPr algn="ctr"/>
            <a:r>
              <a:rPr lang="zh-CN" sz="4400"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公文格式</a:t>
            </a:r>
            <a:endParaRPr lang="zh-CN" altLang="en-US" sz="4400" b="1" dirty="0"/>
          </a:p>
        </p:txBody>
      </p:sp>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10418" y="263615"/>
            <a:ext cx="6852731" cy="521970"/>
          </a:xfrm>
        </p:spPr>
        <p:txBody>
          <a:bodyPr/>
          <a:lstStyle/>
          <a:p>
            <a:r>
              <a:rPr lang="en-US" altLang="zh-CN"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03</a:t>
            </a:r>
            <a:r>
              <a:rPr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公文格式</a:t>
            </a:r>
            <a:endParaRPr lang="zh-CN" altLang="en-US" dirty="0"/>
          </a:p>
        </p:txBody>
      </p:sp>
      <p:sp>
        <p:nvSpPr>
          <p:cNvPr id="3" name="文本框 2"/>
          <p:cNvSpPr txBox="1"/>
          <p:nvPr>
            <p:custDataLst>
              <p:tags r:id="rId1"/>
            </p:custDataLst>
          </p:nvPr>
        </p:nvSpPr>
        <p:spPr>
          <a:xfrm>
            <a:off x="119380" y="981075"/>
            <a:ext cx="3346450" cy="1606550"/>
          </a:xfrm>
          <a:prstGeom prst="rect">
            <a:avLst/>
          </a:prstGeom>
        </p:spPr>
        <p:txBody>
          <a:bodyPr>
            <a:noAutofit/>
          </a:bodyPr>
          <a:p>
            <a:pPr indent="0" algn="l" fontAlgn="auto">
              <a:lnSpc>
                <a:spcPct val="150000"/>
              </a:lnSpc>
            </a:pPr>
            <a:r>
              <a:rPr lang="zh-CN" altLang="en-US" sz="1600">
                <a:latin typeface="方正兰亭黑简体" panose="02000500000000000000" pitchFamily="2" charset="-122"/>
                <a:ea typeface="方正兰亭黑简体" panose="02000500000000000000" pitchFamily="2" charset="-122"/>
                <a:cs typeface="+mn-ea"/>
              </a:rPr>
              <a:t>公文分</a:t>
            </a:r>
            <a:r>
              <a:rPr lang="zh-CN" altLang="en-US" sz="1600">
                <a:solidFill>
                  <a:srgbClr val="FF0000"/>
                </a:solidFill>
                <a:latin typeface="方正兰亭黑简体" panose="02000500000000000000" pitchFamily="2" charset="-122"/>
                <a:ea typeface="方正兰亭黑简体" panose="02000500000000000000" pitchFamily="2" charset="-122"/>
                <a:cs typeface="+mn-ea"/>
              </a:rPr>
              <a:t>版头、主体、版记</a:t>
            </a:r>
            <a:r>
              <a:rPr lang="zh-CN" altLang="en-US" sz="1600">
                <a:latin typeface="方正兰亭黑简体" panose="02000500000000000000" pitchFamily="2" charset="-122"/>
                <a:ea typeface="方正兰亭黑简体" panose="02000500000000000000" pitchFamily="2" charset="-122"/>
                <a:cs typeface="+mn-ea"/>
              </a:rPr>
              <a:t>三部分，一般由发文机关标志、发文字号、签发人</a:t>
            </a:r>
            <a:r>
              <a:rPr lang="zh-CN" altLang="en-US" sz="1800">
                <a:latin typeface="方正兰亭黑简体" panose="02000500000000000000" pitchFamily="2" charset="-122"/>
                <a:ea typeface="方正兰亭黑简体" panose="02000500000000000000" pitchFamily="2" charset="-122"/>
                <a:cs typeface="+mn-ea"/>
              </a:rPr>
              <a:t>、</a:t>
            </a:r>
            <a:r>
              <a:rPr lang="zh-CN" altLang="en-US" sz="1600">
                <a:latin typeface="方正兰亭黑简体" panose="02000500000000000000" pitchFamily="2" charset="-122"/>
                <a:ea typeface="方正兰亭黑简体" panose="02000500000000000000" pitchFamily="2" charset="-122"/>
                <a:cs typeface="+mn-ea"/>
              </a:rPr>
              <a:t>标题、主送机关、正文、附件说明、发文机关署名、成文日期、印章、附注、附件、抄送机关、</a:t>
            </a:r>
            <a:endParaRPr lang="zh-CN" altLang="en-US" sz="1600">
              <a:latin typeface="方正兰亭黑简体" panose="02000500000000000000" pitchFamily="2" charset="-122"/>
              <a:ea typeface="方正兰亭黑简体" panose="02000500000000000000" pitchFamily="2" charset="-122"/>
              <a:cs typeface="+mn-ea"/>
            </a:endParaRPr>
          </a:p>
          <a:p>
            <a:pPr indent="0" algn="l" fontAlgn="auto">
              <a:lnSpc>
                <a:spcPct val="150000"/>
              </a:lnSpc>
            </a:pPr>
            <a:r>
              <a:rPr lang="zh-CN" altLang="en-US" sz="1600">
                <a:latin typeface="方正兰亭黑简体" panose="02000500000000000000" pitchFamily="2" charset="-122"/>
                <a:ea typeface="方正兰亭黑简体" panose="02000500000000000000" pitchFamily="2" charset="-122"/>
                <a:cs typeface="+mn-ea"/>
              </a:rPr>
              <a:t>印发机关和印发日期等部分组成。</a:t>
            </a:r>
            <a:endParaRPr lang="zh-CN" altLang="en-US" sz="1600">
              <a:latin typeface="方正兰亭黑简体" panose="02000500000000000000" pitchFamily="2" charset="-122"/>
              <a:ea typeface="方正兰亭黑简体" panose="02000500000000000000" pitchFamily="2" charset="-122"/>
              <a:cs typeface="+mn-ea"/>
            </a:endParaRPr>
          </a:p>
        </p:txBody>
      </p:sp>
      <p:pic>
        <p:nvPicPr>
          <p:cNvPr id="2" name="图片 1" descr="WPS图片(1) 拷贝"/>
          <p:cNvPicPr>
            <a:picLocks noChangeAspect="1"/>
          </p:cNvPicPr>
          <p:nvPr>
            <p:custDataLst>
              <p:tags r:id="rId2"/>
            </p:custDataLst>
          </p:nvPr>
        </p:nvPicPr>
        <p:blipFill>
          <a:blip r:embed="rId3"/>
          <a:stretch>
            <a:fillRect/>
          </a:stretch>
        </p:blipFill>
        <p:spPr>
          <a:xfrm>
            <a:off x="3601085" y="801370"/>
            <a:ext cx="7999730" cy="5594350"/>
          </a:xfrm>
          <a:prstGeom prst="rect">
            <a:avLst/>
          </a:prstGeom>
        </p:spPr>
      </p:pic>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10418" y="263615"/>
            <a:ext cx="6852731" cy="521970"/>
          </a:xfrm>
        </p:spPr>
        <p:txBody>
          <a:bodyPr/>
          <a:lstStyle/>
          <a:p>
            <a:r>
              <a:rPr lang="en-US" altLang="zh-CN"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03</a:t>
            </a:r>
            <a:r>
              <a:rPr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公文格式</a:t>
            </a:r>
            <a:endParaRPr lang="zh-CN" altLang="en-US" dirty="0"/>
          </a:p>
        </p:txBody>
      </p:sp>
      <p:sp>
        <p:nvSpPr>
          <p:cNvPr id="2" name="文本框 1"/>
          <p:cNvSpPr txBox="1"/>
          <p:nvPr>
            <p:custDataLst>
              <p:tags r:id="rId1"/>
            </p:custDataLst>
          </p:nvPr>
        </p:nvSpPr>
        <p:spPr>
          <a:xfrm>
            <a:off x="354330" y="909320"/>
            <a:ext cx="11218545" cy="5351780"/>
          </a:xfrm>
          <a:prstGeom prst="rect">
            <a:avLst/>
          </a:prstGeom>
        </p:spPr>
        <p:txBody>
          <a:bodyPr>
            <a:noAutofit/>
          </a:bodyPr>
          <a:p>
            <a:pPr indent="0" fontAlgn="auto">
              <a:lnSpc>
                <a:spcPct val="150000"/>
              </a:lnSpc>
              <a:buNone/>
            </a:pPr>
            <a:r>
              <a:rPr lang="en-US" altLang="zh-CN">
                <a:latin typeface="+mn-ea"/>
                <a:cs typeface="+mn-ea"/>
                <a:sym typeface="+mn-ea"/>
              </a:rPr>
              <a:t> </a:t>
            </a:r>
            <a:r>
              <a:rPr lang="zh-CN" altLang="en-US">
                <a:latin typeface="+mn-ea"/>
                <a:cs typeface="+mn-ea"/>
                <a:sym typeface="+mn-ea"/>
              </a:rPr>
              <a:t>（一）页面设置  </a:t>
            </a:r>
            <a:endParaRPr lang="zh-CN" altLang="en-US">
              <a:latin typeface="+mn-ea"/>
              <a:cs typeface="+mn-ea"/>
              <a:sym typeface="+mn-ea"/>
            </a:endParaRPr>
          </a:p>
          <a:p>
            <a:pPr indent="0" fontAlgn="auto">
              <a:lnSpc>
                <a:spcPct val="150000"/>
              </a:lnSpc>
              <a:buNone/>
            </a:pP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1.国际标准A4纸型，每页设定为</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22行</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，每行排</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28个字</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；行间距设为</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28磅</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a:t>
            </a:r>
            <a:endPar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indent="0" fontAlgn="auto">
              <a:lnSpc>
                <a:spcPct val="150000"/>
              </a:lnSpc>
              <a:buNone/>
            </a:pP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2.页边距。上：选择“</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3.7</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厘米”，下：选择“</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3.5</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厘米”，左：选择“</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2.8</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厘米”，右：选择“</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2.6</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厘米”。</a:t>
            </a:r>
            <a:endPar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endPar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pic>
        <p:nvPicPr>
          <p:cNvPr id="3076" name="Picture 4"/>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719310" y="2565655"/>
            <a:ext cx="4415916" cy="1276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接箭头连接符 8"/>
          <p:cNvCxnSpPr/>
          <p:nvPr>
            <p:custDataLst>
              <p:tags r:id="rId4"/>
            </p:custDataLst>
          </p:nvPr>
        </p:nvCxnSpPr>
        <p:spPr>
          <a:xfrm flipV="1">
            <a:off x="5135076" y="3176806"/>
            <a:ext cx="1552575" cy="2667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5" name="Picture 2"/>
          <p:cNvPicPr>
            <a:picLocks noChangeAspect="1" noChangeArrowheads="1"/>
          </p:cNvPicPr>
          <p:nvPr>
            <p:custDataLst>
              <p:tags r:id="rId5"/>
            </p:custDataLst>
          </p:nvPr>
        </p:nvPicPr>
        <p:blipFill>
          <a:blip r:embed="rId6">
            <a:extLst>
              <a:ext uri="{28A0092B-C50C-407E-A947-70E740481C1C}">
                <a14:useLocalDpi xmlns:a14="http://schemas.microsoft.com/office/drawing/2010/main" val="0"/>
              </a:ext>
            </a:extLst>
          </a:blip>
          <a:srcRect/>
          <a:stretch>
            <a:fillRect/>
          </a:stretch>
        </p:blipFill>
        <p:spPr bwMode="auto">
          <a:xfrm>
            <a:off x="5663574" y="4065457"/>
            <a:ext cx="5003149" cy="1308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矩形 9"/>
          <p:cNvSpPr/>
          <p:nvPr>
            <p:custDataLst>
              <p:tags r:id="rId7"/>
            </p:custDataLst>
          </p:nvPr>
        </p:nvSpPr>
        <p:spPr>
          <a:xfrm>
            <a:off x="6687819" y="2924779"/>
            <a:ext cx="2303956" cy="504173"/>
          </a:xfrm>
          <a:prstGeom prst="rect">
            <a:avLst/>
          </a:prstGeom>
          <a:noFill/>
          <a:ln w="28575" cmpd="sng">
            <a:solidFill>
              <a:srgbClr val="FF0000"/>
            </a:solidFill>
            <a:prstDash val="solid"/>
          </a:ln>
        </p:spPr>
        <p:style>
          <a:lnRef idx="2">
            <a:schemeClr val="accent1"/>
          </a:lnRef>
          <a:fillRef idx="1">
            <a:schemeClr val="lt1"/>
          </a:fillRef>
          <a:effectRef idx="0">
            <a:schemeClr val="accent1"/>
          </a:effectRef>
          <a:fontRef idx="minor">
            <a:schemeClr val="dk1"/>
          </a:fontRef>
        </p:style>
        <p:txBody>
          <a:bodyPr lIns="121917" tIns="60958" rIns="121917" bIns="60958" rtlCol="0" anchor="ctr"/>
          <a:p>
            <a:pPr algn="ctr"/>
            <a:r>
              <a:rPr lang="zh-CN" altLang="en-US" dirty="0" smtClean="0">
                <a:solidFill>
                  <a:srgbClr val="FF0000"/>
                </a:solidFill>
              </a:rPr>
              <a:t>自定义边距</a:t>
            </a:r>
            <a:endParaRPr lang="zh-CN" altLang="en-US" dirty="0" smtClean="0">
              <a:solidFill>
                <a:srgbClr val="FF0000"/>
              </a:solidFill>
            </a:endParaRPr>
          </a:p>
        </p:txBody>
      </p:sp>
      <p:cxnSp>
        <p:nvCxnSpPr>
          <p:cNvPr id="12" name="直接箭头连接符 11"/>
          <p:cNvCxnSpPr/>
          <p:nvPr>
            <p:custDataLst>
              <p:tags r:id="rId8"/>
            </p:custDataLst>
          </p:nvPr>
        </p:nvCxnSpPr>
        <p:spPr>
          <a:xfrm>
            <a:off x="7896312" y="3428952"/>
            <a:ext cx="0" cy="636270"/>
          </a:xfrm>
          <a:prstGeom prst="straightConnector1">
            <a:avLst/>
          </a:prstGeom>
          <a:ln>
            <a:solidFill>
              <a:srgbClr val="FF0000"/>
            </a:solidFill>
            <a:tailEnd type="arrow" w="med" len="med"/>
          </a:ln>
        </p:spPr>
        <p:style>
          <a:lnRef idx="3">
            <a:schemeClr val="accent1"/>
          </a:lnRef>
          <a:fillRef idx="0">
            <a:srgbClr val="FFFFFF"/>
          </a:fillRef>
          <a:effectRef idx="0">
            <a:srgbClr val="FFFFFF"/>
          </a:effectRef>
          <a:fontRef idx="minor">
            <a:schemeClr val="tx1"/>
          </a:fontRef>
        </p:style>
      </p:cxnSp>
    </p:spTree>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10418" y="263615"/>
            <a:ext cx="6852731" cy="521970"/>
          </a:xfrm>
        </p:spPr>
        <p:txBody>
          <a:bodyPr/>
          <a:lstStyle/>
          <a:p>
            <a:r>
              <a:rPr lang="en-US" altLang="zh-CN"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03</a:t>
            </a:r>
            <a:r>
              <a:rPr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公文格式</a:t>
            </a:r>
            <a:endParaRPr lang="zh-CN" altLang="en-US" dirty="0"/>
          </a:p>
        </p:txBody>
      </p:sp>
      <p:sp>
        <p:nvSpPr>
          <p:cNvPr id="2" name="文本框 1"/>
          <p:cNvSpPr txBox="1"/>
          <p:nvPr/>
        </p:nvSpPr>
        <p:spPr>
          <a:xfrm>
            <a:off x="809625" y="893445"/>
            <a:ext cx="5550535" cy="4215130"/>
          </a:xfrm>
          <a:prstGeom prst="rect">
            <a:avLst/>
          </a:prstGeom>
          <a:noFill/>
        </p:spPr>
        <p:txBody>
          <a:bodyPr wrap="square" lIns="87738" tIns="43868" rIns="87738" bIns="43868" rtlCol="0" anchor="t">
            <a:noAutofit/>
          </a:bodyPr>
          <a:p>
            <a:pPr marL="0" algn="l">
              <a:lnSpc>
                <a:spcPct val="150000"/>
              </a:lnSpc>
              <a:buClrTx/>
              <a:buSzTx/>
              <a:buFontTx/>
              <a:buNone/>
            </a:pPr>
            <a:r>
              <a:rPr lang="en-US" altLang="zh-CN">
                <a:latin typeface="+mn-ea"/>
                <a:cs typeface="+mn-ea"/>
                <a:sym typeface="+mn-ea"/>
              </a:rPr>
              <a:t>   （二）标题</a:t>
            </a:r>
            <a:endParaRPr lang="en-US" altLang="zh-CN">
              <a:solidFill>
                <a:srgbClr val="FF0000"/>
              </a:solidFill>
              <a:latin typeface="+mn-ea"/>
              <a:cs typeface="+mn-ea"/>
              <a:sym typeface="+mn-ea"/>
            </a:endParaRPr>
          </a:p>
          <a:p>
            <a:pPr indent="0" algn="just" fontAlgn="auto">
              <a:lnSpc>
                <a:spcPct val="150000"/>
              </a:lnSpc>
              <a:buClrTx/>
              <a:buSzTx/>
              <a:buFontTx/>
              <a:buNone/>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公文标题应简要地概括公文的主要内容并揭示行文目的，</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标题中除涉及法规、规章名称加书名号外，一般不用标点符号。</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标题行与行之间不破词。要居中排列在公文首页分隔线之下，标题字体大小为</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方正小标宋</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简</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体2号字</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标题排列应使用梯形或菱形。</a:t>
            </a:r>
            <a:endPar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indent="0" algn="just" fontAlgn="auto">
              <a:lnSpc>
                <a:spcPct val="150000"/>
              </a:lnSpc>
              <a:buClrTx/>
              <a:buSzTx/>
              <a:buFontTx/>
              <a:buNone/>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一级标题用</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黑体</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三号</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字，一般独占行，不加标点符号；二级标题用</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楷体GB2312</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三号</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字，可独占行或与内容合并成一段（需加句号）；三级标题用</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仿宋GB2312</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三号</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字</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a:t>
            </a:r>
            <a:endParaRPr lang="en-US" altLang="zh-CN" sz="2400" b="1" dirty="0">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endParaRPr>
          </a:p>
        </p:txBody>
      </p:sp>
      <p:pic>
        <p:nvPicPr>
          <p:cNvPr id="6" name="图片 5"/>
          <p:cNvPicPr>
            <a:picLocks noChangeAspect="1"/>
          </p:cNvPicPr>
          <p:nvPr>
            <p:custDataLst>
              <p:tags r:id="rId1"/>
            </p:custDataLst>
          </p:nvPr>
        </p:nvPicPr>
        <p:blipFill>
          <a:blip r:embed="rId2"/>
          <a:stretch>
            <a:fillRect/>
          </a:stretch>
        </p:blipFill>
        <p:spPr>
          <a:xfrm>
            <a:off x="6360160" y="908685"/>
            <a:ext cx="5678805" cy="4385310"/>
          </a:xfrm>
          <a:prstGeom prst="rect">
            <a:avLst/>
          </a:prstGeom>
        </p:spPr>
      </p:pic>
    </p:spTree>
  </p:cSld>
  <p:clrMapOvr>
    <a:masterClrMapping/>
  </p:clrMapOvr>
  <p:transition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10418" y="263615"/>
            <a:ext cx="6852731" cy="521970"/>
          </a:xfrm>
        </p:spPr>
        <p:txBody>
          <a:bodyPr/>
          <a:lstStyle/>
          <a:p>
            <a:r>
              <a:rPr lang="en-US" altLang="zh-CN"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03</a:t>
            </a:r>
            <a:r>
              <a:rPr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公文格式</a:t>
            </a:r>
            <a:endParaRPr lang="zh-CN" altLang="en-US" dirty="0"/>
          </a:p>
        </p:txBody>
      </p:sp>
      <p:sp>
        <p:nvSpPr>
          <p:cNvPr id="2" name="文本框 1"/>
          <p:cNvSpPr txBox="1"/>
          <p:nvPr/>
        </p:nvSpPr>
        <p:spPr>
          <a:xfrm>
            <a:off x="556895" y="785495"/>
            <a:ext cx="11256010" cy="5887720"/>
          </a:xfrm>
          <a:prstGeom prst="rect">
            <a:avLst/>
          </a:prstGeom>
          <a:noFill/>
        </p:spPr>
        <p:txBody>
          <a:bodyPr wrap="square" lIns="87738" tIns="43868" rIns="87738" bIns="43868" rtlCol="0" anchor="t">
            <a:noAutofit/>
          </a:bodyPr>
          <a:p>
            <a:pPr marL="0" indent="0">
              <a:lnSpc>
                <a:spcPts val="3200"/>
              </a:lnSpc>
              <a:buNone/>
            </a:pPr>
            <a:r>
              <a:rPr lang="en-US" altLang="zh-CN">
                <a:latin typeface="+mn-ea"/>
                <a:cs typeface="+mn-ea"/>
                <a:sym typeface="+mn-ea"/>
              </a:rPr>
              <a:t>    （三）正文字体</a:t>
            </a:r>
            <a:endParaRPr lang="en-US" altLang="zh-CN">
              <a:latin typeface="+mn-ea"/>
              <a:cs typeface="+mn-ea"/>
            </a:endParaRPr>
          </a:p>
          <a:p>
            <a:pPr marL="0" indent="0">
              <a:lnSpc>
                <a:spcPts val="3200"/>
              </a:lnSpc>
              <a:buNone/>
            </a:pPr>
            <a:r>
              <a:rPr lang="en-US" altLang="zh-CN">
                <a:latin typeface="+mn-ea"/>
                <a:cs typeface="+mn-ea"/>
                <a:sym typeface="+mn-ea"/>
              </a:rPr>
              <a:t>     </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1.正文用</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三</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号仿宋GB2312</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字，每自然段左空2字，回行顶格；一般单字不能成行，数字、年份不能回行，阿拉伯数字一般用</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“Times New Roman”</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新罗马</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字体。</a:t>
            </a:r>
            <a:endPar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endParaRPr>
          </a:p>
          <a:p>
            <a:pPr marL="0" indent="0">
              <a:lnSpc>
                <a:spcPts val="3200"/>
              </a:lnSpc>
              <a:buNone/>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2.文中结构层次序数依次用</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“一、”“(一)”“1.”“(1)”“①”</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标注，一般第一层用黑体字，第二层用楷体字，第三层和第四层用仿宋体字。</a:t>
            </a:r>
            <a:endPar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marL="0" indent="0">
              <a:lnSpc>
                <a:spcPts val="3200"/>
              </a:lnSpc>
              <a:buNone/>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3.序号标点</a:t>
            </a:r>
            <a:endPar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marL="0" indent="0">
              <a:lnSpc>
                <a:spcPts val="3200"/>
              </a:lnSpc>
              <a:buNone/>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（1）“一”“二”“三”等序号后面用顿号（“、”）。</a:t>
            </a:r>
            <a:endPar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marL="0" indent="0">
              <a:lnSpc>
                <a:spcPts val="3200"/>
              </a:lnSpc>
              <a:buNone/>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（2）“（一）”“（1）”“①”序号后面不加标点符号。</a:t>
            </a:r>
            <a:endPar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marL="0" indent="0">
              <a:lnSpc>
                <a:spcPts val="3200"/>
              </a:lnSpc>
              <a:buNone/>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（3）“1”“2”“3”后面用齐线墨点（“．”），而不用顿号（“、”）或其它。</a:t>
            </a:r>
            <a:endPar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marL="0" indent="0">
              <a:lnSpc>
                <a:spcPts val="3200"/>
              </a:lnSpc>
              <a:buNone/>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（4）“第一”“首先”等后面用逗号（“，”）。</a:t>
            </a:r>
            <a:endPar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marL="0" indent="0">
              <a:lnSpc>
                <a:spcPts val="3200"/>
              </a:lnSpc>
              <a:buNone/>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4.连接号和破折号</a:t>
            </a:r>
            <a:endPar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marL="0" indent="0">
              <a:lnSpc>
                <a:spcPts val="3200"/>
              </a:lnSpc>
              <a:buNone/>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（1）表示时间或空间</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范围</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的使用“～”，表示时间或地理空间</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起止</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的一般用“—”（占1字符）。</a:t>
            </a:r>
            <a:endPar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marL="0" indent="0">
              <a:lnSpc>
                <a:spcPts val="3200"/>
              </a:lnSpc>
              <a:buNone/>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（2）凡文中使用破折号的应使用占两个空格的“——”（建议用宋体）而不用“～”或只占一个空格的“—”。</a:t>
            </a:r>
            <a:endParaRPr lang="en-US" altLang="zh-CN" sz="2400" b="1" dirty="0">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endParaRPr>
          </a:p>
        </p:txBody>
      </p:sp>
    </p:spTree>
  </p:cSld>
  <p:clrMapOvr>
    <a:masterClrMapping/>
  </p:clrMapOvr>
  <p:transition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10418" y="263615"/>
            <a:ext cx="6852731" cy="521970"/>
          </a:xfrm>
        </p:spPr>
        <p:txBody>
          <a:bodyPr/>
          <a:lstStyle/>
          <a:p>
            <a:r>
              <a:rPr lang="en-US" altLang="zh-CN"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03</a:t>
            </a:r>
            <a:r>
              <a:rPr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公文格式</a:t>
            </a:r>
            <a:endParaRPr lang="zh-CN" altLang="en-US" dirty="0"/>
          </a:p>
        </p:txBody>
      </p:sp>
      <p:sp>
        <p:nvSpPr>
          <p:cNvPr id="2" name="文本框 1"/>
          <p:cNvSpPr txBox="1"/>
          <p:nvPr>
            <p:custDataLst>
              <p:tags r:id="rId1"/>
            </p:custDataLst>
          </p:nvPr>
        </p:nvSpPr>
        <p:spPr>
          <a:xfrm>
            <a:off x="557530" y="843280"/>
            <a:ext cx="5153660" cy="3134995"/>
          </a:xfrm>
          <a:prstGeom prst="rect">
            <a:avLst/>
          </a:prstGeom>
        </p:spPr>
        <p:txBody>
          <a:bodyPr>
            <a:noAutofit/>
          </a:bodyPr>
          <a:p>
            <a:pPr indent="0" algn="just" fontAlgn="auto">
              <a:lnSpc>
                <a:spcPct val="150000"/>
              </a:lnSpc>
              <a:buNone/>
            </a:pPr>
            <a:r>
              <a:rPr lang="en-US" altLang="zh-CN">
                <a:latin typeface="+mn-ea"/>
                <a:cs typeface="+mn-ea"/>
                <a:sym typeface="+mn-ea"/>
              </a:rPr>
              <a:t>   （四）附件</a:t>
            </a:r>
            <a:endParaRPr lang="en-US" altLang="zh-CN">
              <a:latin typeface="+mn-ea"/>
              <a:cs typeface="+mn-ea"/>
            </a:endParaRPr>
          </a:p>
          <a:p>
            <a:pPr indent="0" algn="just" fontAlgn="auto">
              <a:lnSpc>
                <a:spcPct val="150000"/>
              </a:lnSpc>
              <a:buNone/>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如有附件，应在成文日期之前注明附件说明，包括附件顺序号和名称，</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附件名称末尾不加标点符号</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a:t>
            </a:r>
            <a:endPar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sym typeface="+mn-ea"/>
            </a:endParaRPr>
          </a:p>
          <a:p>
            <a:pPr indent="0" algn="just" fontAlgn="auto">
              <a:lnSpc>
                <a:spcPct val="150000"/>
              </a:lnSpc>
              <a:buNone/>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附件说明：在正文下</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空一行左空2字用3号仿宋GB2312</a:t>
            </a:r>
            <a:r>
              <a:rPr lang="en-US" altLang="zh-CN">
                <a:solidFill>
                  <a:schemeClr val="tx1"/>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标识“附件”</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，后标全角冒号和名称；附件如有序号使用阿拉伯数字，附件名称后不加标点符号；</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附件名称另起行时，需与上行文字对齐</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a:t>
            </a:r>
            <a:endParaRPr lang="en-US" altLang="zh-CN">
              <a:solidFill>
                <a:srgbClr val="FF0000"/>
              </a:solidFill>
              <a:latin typeface="+mn-ea"/>
              <a:cs typeface="+mn-ea"/>
            </a:endParaRPr>
          </a:p>
          <a:p>
            <a:pPr indent="0" algn="just" fontAlgn="auto">
              <a:lnSpc>
                <a:spcPct val="150000"/>
              </a:lnSpc>
              <a:buNone/>
            </a:pPr>
            <a:r>
              <a:rPr lang="en-US" altLang="zh-CN">
                <a:latin typeface="+mn-ea"/>
                <a:cs typeface="+mn-ea"/>
                <a:sym typeface="+mn-ea"/>
              </a:rPr>
              <a:t>    </a:t>
            </a:r>
            <a:endParaRPr lang="en-US" altLang="zh-CN">
              <a:latin typeface="+mn-ea"/>
              <a:cs typeface="+mn-ea"/>
              <a:sym typeface="+mn-ea"/>
            </a:endParaRPr>
          </a:p>
        </p:txBody>
      </p:sp>
      <p:pic>
        <p:nvPicPr>
          <p:cNvPr id="7" name="图片 6"/>
          <p:cNvPicPr>
            <a:picLocks noChangeAspect="1"/>
          </p:cNvPicPr>
          <p:nvPr>
            <p:custDataLst>
              <p:tags r:id="rId2"/>
            </p:custDataLst>
          </p:nvPr>
        </p:nvPicPr>
        <p:blipFill>
          <a:blip r:embed="rId3"/>
          <a:stretch>
            <a:fillRect/>
          </a:stretch>
        </p:blipFill>
        <p:spPr>
          <a:xfrm>
            <a:off x="5784850" y="843280"/>
            <a:ext cx="4631690" cy="5456555"/>
          </a:xfrm>
          <a:prstGeom prst="rect">
            <a:avLst/>
          </a:prstGeom>
        </p:spPr>
      </p:pic>
      <p:cxnSp>
        <p:nvCxnSpPr>
          <p:cNvPr id="9" name="直接箭头连接符 8"/>
          <p:cNvCxnSpPr/>
          <p:nvPr>
            <p:custDataLst>
              <p:tags r:id="rId4"/>
            </p:custDataLst>
          </p:nvPr>
        </p:nvCxnSpPr>
        <p:spPr>
          <a:xfrm>
            <a:off x="6822271" y="2096671"/>
            <a:ext cx="0" cy="56578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5"/>
            </p:custDataLst>
          </p:nvPr>
        </p:nvSpPr>
        <p:spPr>
          <a:xfrm>
            <a:off x="6240145" y="2662555"/>
            <a:ext cx="1334135" cy="428625"/>
          </a:xfrm>
          <a:prstGeom prst="rect">
            <a:avLst/>
          </a:prstGeom>
          <a:noFill/>
          <a:ln w="28575" cmpd="sng">
            <a:solidFill>
              <a:srgbClr val="FF0000"/>
            </a:solidFill>
            <a:prstDash val="solid"/>
          </a:ln>
        </p:spPr>
        <p:style>
          <a:lnRef idx="2">
            <a:schemeClr val="accent1"/>
          </a:lnRef>
          <a:fillRef idx="1">
            <a:schemeClr val="lt1"/>
          </a:fillRef>
          <a:effectRef idx="0">
            <a:schemeClr val="accent1"/>
          </a:effectRef>
          <a:fontRef idx="minor">
            <a:schemeClr val="dk1"/>
          </a:fontRef>
        </p:style>
        <p:txBody>
          <a:bodyPr lIns="121917" tIns="60958" rIns="121917" bIns="60958" rtlCol="0" anchor="ctr"/>
          <a:p>
            <a:pPr algn="ct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附件说明</a:t>
            </a:r>
            <a:endParaRPr lang="zh-CN" altLang="en-US" dirty="0">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endParaRPr>
          </a:p>
        </p:txBody>
      </p:sp>
      <p:pic>
        <p:nvPicPr>
          <p:cNvPr id="3" name="图片 2"/>
          <p:cNvPicPr>
            <a:picLocks noChangeAspect="1"/>
          </p:cNvPicPr>
          <p:nvPr>
            <p:custDataLst>
              <p:tags r:id="rId6"/>
            </p:custDataLst>
          </p:nvPr>
        </p:nvPicPr>
        <p:blipFill>
          <a:blip r:embed="rId7"/>
          <a:stretch>
            <a:fillRect/>
          </a:stretch>
        </p:blipFill>
        <p:spPr>
          <a:xfrm>
            <a:off x="3092450" y="4246880"/>
            <a:ext cx="2692400" cy="1934210"/>
          </a:xfrm>
          <a:prstGeom prst="rect">
            <a:avLst/>
          </a:prstGeom>
        </p:spPr>
      </p:pic>
    </p:spTree>
  </p:cSld>
  <p:clrMapOvr>
    <a:masterClrMapping/>
  </p:clrMapOvr>
  <p:transition advClick="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10418" y="263615"/>
            <a:ext cx="6852731" cy="521970"/>
          </a:xfrm>
        </p:spPr>
        <p:txBody>
          <a:bodyPr/>
          <a:lstStyle/>
          <a:p>
            <a:r>
              <a:rPr lang="en-US" altLang="zh-CN"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03</a:t>
            </a:r>
            <a:r>
              <a:rPr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公文格式</a:t>
            </a:r>
            <a:endParaRPr lang="zh-CN" altLang="en-US" dirty="0"/>
          </a:p>
        </p:txBody>
      </p:sp>
      <p:sp>
        <p:nvSpPr>
          <p:cNvPr id="2" name="文本框 1"/>
          <p:cNvSpPr txBox="1"/>
          <p:nvPr/>
        </p:nvSpPr>
        <p:spPr>
          <a:xfrm>
            <a:off x="810260" y="1343660"/>
            <a:ext cx="4986655" cy="3074670"/>
          </a:xfrm>
          <a:prstGeom prst="rect">
            <a:avLst/>
          </a:prstGeom>
          <a:noFill/>
        </p:spPr>
        <p:txBody>
          <a:bodyPr wrap="square" lIns="87738" tIns="43868" rIns="87738" bIns="43868" rtlCol="0" anchor="t">
            <a:noAutofit/>
          </a:bodyPr>
          <a:p>
            <a:pPr algn="just">
              <a:lnSpc>
                <a:spcPct val="150000"/>
              </a:lnSpc>
              <a:buClrTx/>
              <a:buSzTx/>
              <a:buNone/>
            </a:pPr>
            <a:r>
              <a:rPr lang="en-US" altLang="zh-CN">
                <a:latin typeface="+mn-ea"/>
                <a:cs typeface="+mn-ea"/>
                <a:sym typeface="+mn-ea"/>
              </a:rPr>
              <a:t>   </a:t>
            </a:r>
            <a:r>
              <a:rPr lang="zh-CN" altLang="en-US">
                <a:latin typeface="+mn-ea"/>
                <a:cs typeface="+mn-ea"/>
                <a:sym typeface="+mn-ea"/>
              </a:rPr>
              <a:t>（</a:t>
            </a:r>
            <a:r>
              <a:rPr lang="en-US" altLang="zh-CN">
                <a:latin typeface="+mn-ea"/>
                <a:cs typeface="+mn-ea"/>
                <a:sym typeface="+mn-ea"/>
              </a:rPr>
              <a:t>四）附件</a:t>
            </a:r>
            <a:endParaRPr lang="en-US" altLang="zh-CN">
              <a:latin typeface="+mn-ea"/>
              <a:cs typeface="+mn-ea"/>
              <a:sym typeface="+mn-ea"/>
            </a:endParaRPr>
          </a:p>
          <a:p>
            <a:pPr algn="just">
              <a:lnSpc>
                <a:spcPct val="150000"/>
              </a:lnSpc>
              <a:buClrTx/>
              <a:buSzTx/>
              <a:buNone/>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附件：附件一般应与公文主件一起装订</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“附件”二字及附件顺序号用</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3号黑体字</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顶格编排在版心</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左上角第一行</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。附件标题居中编排在</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版心第三行</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。附件顺序号和附件标题应当与附件说明的表述一致。附件格式要求同正文。</a:t>
            </a:r>
            <a:endParaRPr lang="en-US" altLang="zh-CN" sz="2400" b="1" dirty="0">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endParaRPr>
          </a:p>
        </p:txBody>
      </p:sp>
      <p:pic>
        <p:nvPicPr>
          <p:cNvPr id="6" name="图片 5"/>
          <p:cNvPicPr>
            <a:picLocks noChangeAspect="1"/>
          </p:cNvPicPr>
          <p:nvPr>
            <p:custDataLst>
              <p:tags r:id="rId1"/>
            </p:custDataLst>
          </p:nvPr>
        </p:nvPicPr>
        <p:blipFill>
          <a:blip r:embed="rId2"/>
          <a:stretch>
            <a:fillRect/>
          </a:stretch>
        </p:blipFill>
        <p:spPr>
          <a:xfrm>
            <a:off x="5880100" y="908685"/>
            <a:ext cx="4768215" cy="5384800"/>
          </a:xfrm>
          <a:prstGeom prst="rect">
            <a:avLst/>
          </a:prstGeom>
        </p:spPr>
      </p:pic>
      <p:sp>
        <p:nvSpPr>
          <p:cNvPr id="10" name="矩形 9"/>
          <p:cNvSpPr/>
          <p:nvPr>
            <p:custDataLst>
              <p:tags r:id="rId3"/>
            </p:custDataLst>
          </p:nvPr>
        </p:nvSpPr>
        <p:spPr>
          <a:xfrm>
            <a:off x="4237355" y="980440"/>
            <a:ext cx="1631315" cy="363220"/>
          </a:xfrm>
          <a:prstGeom prst="rect">
            <a:avLst/>
          </a:prstGeom>
          <a:noFill/>
          <a:ln w="28575" cmpd="sng">
            <a:solidFill>
              <a:srgbClr val="FF0000"/>
            </a:solidFill>
            <a:prstDash val="solid"/>
          </a:ln>
        </p:spPr>
        <p:style>
          <a:lnRef idx="2">
            <a:schemeClr val="accent1"/>
          </a:lnRef>
          <a:fillRef idx="1">
            <a:schemeClr val="lt1"/>
          </a:fillRef>
          <a:effectRef idx="0">
            <a:schemeClr val="accent1"/>
          </a:effectRef>
          <a:fontRef idx="minor">
            <a:schemeClr val="dk1"/>
          </a:fontRef>
        </p:style>
        <p:txBody>
          <a:bodyPr lIns="121917" tIns="60958" rIns="121917" bIns="60958" rtlCol="0" anchor="ctr"/>
          <a:p>
            <a:pPr algn="ctr"/>
            <a:r>
              <a:rPr lang="en-US" altLang="zh-CN">
                <a:solidFill>
                  <a:srgbClr val="FF0000"/>
                </a:solidFill>
                <a:latin typeface="+mn-ea"/>
                <a:cs typeface="+mn-ea"/>
                <a:sym typeface="+mn-ea"/>
              </a:rPr>
              <a:t>3号黑体</a:t>
            </a:r>
            <a:endParaRPr lang="zh-CN" altLang="en-US" dirty="0"/>
          </a:p>
        </p:txBody>
      </p:sp>
      <p:cxnSp>
        <p:nvCxnSpPr>
          <p:cNvPr id="9" name="直接箭头连接符 8"/>
          <p:cNvCxnSpPr/>
          <p:nvPr>
            <p:custDataLst>
              <p:tags r:id="rId4"/>
            </p:custDataLst>
          </p:nvPr>
        </p:nvCxnSpPr>
        <p:spPr>
          <a:xfrm flipH="1">
            <a:off x="5868501" y="1161951"/>
            <a:ext cx="371475"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10418" y="263615"/>
            <a:ext cx="6852731" cy="521970"/>
          </a:xfrm>
        </p:spPr>
        <p:txBody>
          <a:bodyPr/>
          <a:lstStyle/>
          <a:p>
            <a:r>
              <a:rPr lang="en-US" altLang="zh-CN"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03</a:t>
            </a:r>
            <a:r>
              <a:rPr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公文格式</a:t>
            </a:r>
            <a:endParaRPr lang="zh-CN" altLang="en-US" dirty="0"/>
          </a:p>
        </p:txBody>
      </p:sp>
      <p:sp>
        <p:nvSpPr>
          <p:cNvPr id="2" name="文本框 1"/>
          <p:cNvSpPr txBox="1"/>
          <p:nvPr/>
        </p:nvSpPr>
        <p:spPr>
          <a:xfrm>
            <a:off x="810260" y="1121410"/>
            <a:ext cx="5596890" cy="5073650"/>
          </a:xfrm>
          <a:prstGeom prst="rect">
            <a:avLst/>
          </a:prstGeom>
          <a:noFill/>
        </p:spPr>
        <p:txBody>
          <a:bodyPr wrap="square" lIns="87738" tIns="43868" rIns="87738" bIns="43868" rtlCol="0" anchor="t">
            <a:spAutoFit/>
          </a:bodyPr>
          <a:p>
            <a:pPr indent="0" algn="just" fontAlgn="auto">
              <a:lnSpc>
                <a:spcPct val="150000"/>
              </a:lnSpc>
            </a:pPr>
            <a:r>
              <a:rPr lang="en-US" altLang="zh-CN">
                <a:latin typeface="+mn-ea"/>
                <a:cs typeface="+mn-ea"/>
                <a:sym typeface="+mn-ea"/>
              </a:rPr>
              <a:t>   （</a:t>
            </a:r>
            <a:r>
              <a:rPr lang="zh-CN" altLang="en-US">
                <a:latin typeface="+mn-ea"/>
                <a:cs typeface="+mn-ea"/>
                <a:sym typeface="+mn-ea"/>
              </a:rPr>
              <a:t>五</a:t>
            </a:r>
            <a:r>
              <a:rPr lang="en-US" altLang="zh-CN">
                <a:latin typeface="+mn-ea"/>
                <a:cs typeface="+mn-ea"/>
                <a:sym typeface="+mn-ea"/>
              </a:rPr>
              <a:t>）</a:t>
            </a:r>
            <a:r>
              <a:rPr lang="zh-CN" altLang="en-US">
                <a:latin typeface="+mn-ea"/>
                <a:cs typeface="+mn-ea"/>
                <a:sym typeface="+mn-ea"/>
              </a:rPr>
              <a:t>成文日期与落款名称</a:t>
            </a:r>
            <a:endParaRPr lang="zh-CN" altLang="en-US" sz="1800">
              <a:latin typeface="Arial" panose="020B0604020202020204" pitchFamily="34" charset="0"/>
              <a:ea typeface="微软雅黑" panose="020B0503020204020204" charset="-122"/>
            </a:endParaRPr>
          </a:p>
          <a:p>
            <a:pPr indent="0" algn="just" fontAlgn="auto">
              <a:lnSpc>
                <a:spcPct val="150000"/>
              </a:lnSpc>
            </a:pPr>
            <a:r>
              <a:rPr lang="en-US" altLang="zh-CN">
                <a:latin typeface="+mn-ea"/>
                <a:cs typeface="+mn-ea"/>
                <a:sym typeface="+mn-ea"/>
              </a:rPr>
              <a:t>    </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成文日期</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右空四字编排</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，用阿拉伯数字将年、月、日标全，年份应标全称，月、日不编虚位（</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即1不编为01</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），落款名称在成文日期之上居中编排。</a:t>
            </a:r>
            <a:endParaRPr lang="en-US" altLang="zh-CN" sz="1800">
              <a:latin typeface="+mn-ea"/>
              <a:cs typeface="+mn-ea"/>
            </a:endParaRPr>
          </a:p>
          <a:p>
            <a:pPr indent="0" algn="just" fontAlgn="auto">
              <a:lnSpc>
                <a:spcPct val="150000"/>
              </a:lnSpc>
            </a:pPr>
            <a:r>
              <a:rPr lang="en-US" altLang="zh-CN">
                <a:sym typeface="+mn-ea"/>
              </a:rPr>
              <a:t>   </a:t>
            </a:r>
            <a:r>
              <a:rPr lang="zh-CN" altLang="en-US">
                <a:sym typeface="+mn-ea"/>
              </a:rPr>
              <a:t>（六）页码 </a:t>
            </a:r>
            <a:endParaRPr lang="zh-CN" altLang="en-US"/>
          </a:p>
          <a:p>
            <a:pPr indent="0" algn="just" fontAlgn="auto">
              <a:lnSpc>
                <a:spcPct val="150000"/>
              </a:lnSpc>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页码一般用</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4号半角宋体</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阿拉伯数字,编排在公文版心下边缘之下,数字左右各放一条一字线，一字线上距版心下边缘7mm</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a:t>
            </a:r>
            <a:r>
              <a:rPr lang="zh-CN" altLang="en-US">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需通过调整页脚底端距离实现，一般调整为2.5厘米</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，单页码居右空一字，双页码居左空一字，公文的版记页前有空白页的，空白页和版记页均不编排页码。公文的附件与正文一起装订时，页码应当连续编排。</a:t>
            </a:r>
            <a:endParaRPr lang="en-US" altLang="zh-CN" sz="2400" b="1" dirty="0">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endParaRPr>
          </a:p>
        </p:txBody>
      </p:sp>
      <p:pic>
        <p:nvPicPr>
          <p:cNvPr id="3" name="图片 2"/>
          <p:cNvPicPr>
            <a:picLocks noChangeAspect="1"/>
          </p:cNvPicPr>
          <p:nvPr>
            <p:custDataLst>
              <p:tags r:id="rId1"/>
            </p:custDataLst>
          </p:nvPr>
        </p:nvPicPr>
        <p:blipFill>
          <a:blip r:embed="rId2"/>
          <a:stretch>
            <a:fillRect/>
          </a:stretch>
        </p:blipFill>
        <p:spPr>
          <a:xfrm>
            <a:off x="6761480" y="1075690"/>
            <a:ext cx="3624580" cy="5120005"/>
          </a:xfrm>
          <a:prstGeom prst="rect">
            <a:avLst/>
          </a:prstGeom>
        </p:spPr>
      </p:pic>
    </p:spTree>
  </p:cSld>
  <p:clrMapOvr>
    <a:masterClrMapping/>
  </p:clrMapOvr>
  <p:transition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10418" y="263615"/>
            <a:ext cx="6852731" cy="521970"/>
          </a:xfrm>
        </p:spPr>
        <p:txBody>
          <a:bodyPr/>
          <a:lstStyle/>
          <a:p>
            <a:r>
              <a:rPr lang="en-US" altLang="zh-CN"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03</a:t>
            </a:r>
            <a:r>
              <a:rPr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公文格式</a:t>
            </a:r>
            <a:endParaRPr lang="zh-CN" altLang="en-US" dirty="0"/>
          </a:p>
        </p:txBody>
      </p:sp>
      <p:sp>
        <p:nvSpPr>
          <p:cNvPr id="7" name="文本框 6"/>
          <p:cNvSpPr txBox="1"/>
          <p:nvPr>
            <p:custDataLst>
              <p:tags r:id="rId1"/>
            </p:custDataLst>
          </p:nvPr>
        </p:nvSpPr>
        <p:spPr>
          <a:xfrm>
            <a:off x="506730" y="1125220"/>
            <a:ext cx="4585335" cy="2501265"/>
          </a:xfrm>
          <a:prstGeom prst="rect">
            <a:avLst/>
          </a:prstGeom>
        </p:spPr>
        <p:txBody>
          <a:bodyPr>
            <a:noAutofit/>
          </a:bodyPr>
          <a:p>
            <a:pPr indent="0" algn="just" fontAlgn="auto">
              <a:lnSpc>
                <a:spcPct val="150000"/>
              </a:lnSpc>
            </a:pPr>
            <a:r>
              <a:rPr lang="en-US" altLang="zh-CN">
                <a:sym typeface="+mn-ea"/>
              </a:rPr>
              <a:t>   </a:t>
            </a:r>
            <a:r>
              <a:rPr lang="zh-CN" altLang="en-US">
                <a:sym typeface="+mn-ea"/>
              </a:rPr>
              <a:t>（七）发文字号</a:t>
            </a:r>
            <a:endPar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indent="0" algn="just" fontAlgn="auto">
              <a:lnSpc>
                <a:spcPct val="150000"/>
              </a:lnSpc>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发文字号标注在发文机关标志之下，</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横线上方居中</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，用阿拉伯数字标注;年份应标全称，</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用六角括号〔〕</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括入。</a:t>
            </a:r>
            <a:endPar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endParaRPr lang="zh-CN" altLang="en-US" sz="1800">
              <a:latin typeface="Arial" panose="020B0604020202020204" pitchFamily="34" charset="0"/>
              <a:ea typeface="微软雅黑" panose="020B0503020204020204" charset="-122"/>
            </a:endParaRPr>
          </a:p>
        </p:txBody>
      </p:sp>
      <p:pic>
        <p:nvPicPr>
          <p:cNvPr id="6" name="图片 5"/>
          <p:cNvPicPr>
            <a:picLocks noChangeAspect="1"/>
          </p:cNvPicPr>
          <p:nvPr>
            <p:custDataLst>
              <p:tags r:id="rId2"/>
            </p:custDataLst>
          </p:nvPr>
        </p:nvPicPr>
        <p:blipFill>
          <a:blip r:embed="rId3"/>
          <a:stretch>
            <a:fillRect/>
          </a:stretch>
        </p:blipFill>
        <p:spPr>
          <a:xfrm>
            <a:off x="5224145" y="764540"/>
            <a:ext cx="4350385" cy="5644515"/>
          </a:xfrm>
          <a:prstGeom prst="rect">
            <a:avLst/>
          </a:prstGeom>
        </p:spPr>
      </p:pic>
      <p:sp>
        <p:nvSpPr>
          <p:cNvPr id="10" name="矩形 9"/>
          <p:cNvSpPr/>
          <p:nvPr>
            <p:custDataLst>
              <p:tags r:id="rId4"/>
            </p:custDataLst>
          </p:nvPr>
        </p:nvSpPr>
        <p:spPr>
          <a:xfrm>
            <a:off x="8720455" y="1845310"/>
            <a:ext cx="1324610" cy="497205"/>
          </a:xfrm>
          <a:prstGeom prst="rect">
            <a:avLst/>
          </a:prstGeom>
          <a:noFill/>
          <a:ln w="28575" cmpd="sng">
            <a:solidFill>
              <a:srgbClr val="FF0000"/>
            </a:solidFill>
            <a:prstDash val="solid"/>
          </a:ln>
        </p:spPr>
        <p:style>
          <a:lnRef idx="2">
            <a:schemeClr val="accent1"/>
          </a:lnRef>
          <a:fillRef idx="1">
            <a:schemeClr val="lt1"/>
          </a:fillRef>
          <a:effectRef idx="0">
            <a:schemeClr val="accent1"/>
          </a:effectRef>
          <a:fontRef idx="minor">
            <a:schemeClr val="dk1"/>
          </a:fontRef>
        </p:style>
        <p:txBody>
          <a:bodyPr lIns="121917" tIns="60958" rIns="121917" bIns="60958" rtlCol="0" anchor="ctr"/>
          <a:p>
            <a:pPr algn="ctr"/>
            <a:r>
              <a:rPr lang="en-US" altLang="zh-CN" b="1">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六角括号</a:t>
            </a:r>
            <a:endParaRPr lang="en-US" altLang="zh-CN" b="1" dirty="0">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endParaRPr>
          </a:p>
        </p:txBody>
      </p:sp>
      <p:sp>
        <p:nvSpPr>
          <p:cNvPr id="11" name="圆角右箭头 10"/>
          <p:cNvSpPr/>
          <p:nvPr/>
        </p:nvSpPr>
        <p:spPr>
          <a:xfrm>
            <a:off x="7565390" y="1997075"/>
            <a:ext cx="1165225" cy="299085"/>
          </a:xfrm>
          <a:prstGeom prst="bentArrow">
            <a:avLst/>
          </a:prstGeom>
          <a:gradFill>
            <a:gsLst>
              <a:gs pos="0">
                <a:srgbClr val="FE4444"/>
              </a:gs>
              <a:gs pos="100000">
                <a:srgbClr val="832B2B"/>
              </a:gs>
            </a:gsLst>
            <a:lin ang="4200000" scaled="0"/>
          </a:gradFill>
          <a:ln w="0" cmpd="sng">
            <a:solidFill>
              <a:srgbClr val="FF0000"/>
            </a:solidFill>
            <a:prstDash val="solid"/>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gradFill>
                <a:gsLst>
                  <a:gs pos="0">
                    <a:srgbClr val="E30000"/>
                  </a:gs>
                  <a:gs pos="100000">
                    <a:srgbClr val="760303"/>
                  </a:gs>
                </a:gsLst>
                <a:lin ang="5400000" scaled="0"/>
              </a:gradFill>
              <a:cs typeface="+mn-ea"/>
              <a:sym typeface="+mn-lt"/>
            </a:endParaRPr>
          </a:p>
        </p:txBody>
      </p:sp>
    </p:spTree>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14481" y="2993836"/>
            <a:ext cx="1293944" cy="1198880"/>
          </a:xfrm>
          <a:prstGeom prst="rect">
            <a:avLst/>
          </a:prstGeom>
          <a:noFill/>
        </p:spPr>
        <p:txBody>
          <a:bodyPr wrap="square" rtlCol="0">
            <a:spAutoFit/>
          </a:bodyPr>
          <a:lstStyle/>
          <a:p>
            <a:pPr algn="ctr"/>
            <a:r>
              <a:rPr lang="zh-CN" altLang="en-US" sz="7200" b="1" dirty="0">
                <a:solidFill>
                  <a:srgbClr val="006CFF"/>
                </a:solidFill>
                <a:effectLst>
                  <a:outerShdw blurRad="25400" dist="25400" dir="2700000" algn="tl">
                    <a:srgbClr val="000000">
                      <a:alpha val="25000"/>
                    </a:srgbClr>
                  </a:outerShdw>
                </a:effectLst>
                <a:latin typeface="方正正中黑简体" panose="02000500000000000000" pitchFamily="2" charset="-122"/>
                <a:ea typeface="方正正中黑简体" panose="02000500000000000000" pitchFamily="2" charset="-122"/>
                <a:cs typeface="Aparajita" panose="020B0604020202020204" pitchFamily="34" charset="0"/>
              </a:rPr>
              <a:t>四</a:t>
            </a:r>
            <a:endParaRPr lang="zh-CN" altLang="en-US" sz="7200" b="1" dirty="0">
              <a:solidFill>
                <a:srgbClr val="006CFF"/>
              </a:solidFill>
              <a:effectLst>
                <a:outerShdw blurRad="25400" dist="25400" dir="2700000" algn="tl">
                  <a:srgbClr val="000000">
                    <a:alpha val="25000"/>
                  </a:srgbClr>
                </a:outerShdw>
              </a:effectLst>
              <a:latin typeface="方正正中黑简体" panose="02000500000000000000" pitchFamily="2" charset="-122"/>
              <a:ea typeface="方正正中黑简体" panose="02000500000000000000" pitchFamily="2" charset="-122"/>
              <a:cs typeface="Aparajita" panose="020B0604020202020204" pitchFamily="34" charset="0"/>
            </a:endParaRPr>
          </a:p>
        </p:txBody>
      </p:sp>
      <p:sp>
        <p:nvSpPr>
          <p:cNvPr id="3" name="文本框 2"/>
          <p:cNvSpPr txBox="1"/>
          <p:nvPr/>
        </p:nvSpPr>
        <p:spPr>
          <a:xfrm>
            <a:off x="2231390" y="2894330"/>
            <a:ext cx="4417695" cy="768350"/>
          </a:xfrm>
          <a:prstGeom prst="rect">
            <a:avLst/>
          </a:prstGeom>
          <a:noFill/>
        </p:spPr>
        <p:txBody>
          <a:bodyPr wrap="square">
            <a:spAutoFit/>
          </a:bodyPr>
          <a:lstStyle/>
          <a:p>
            <a:pPr algn="ctr"/>
            <a:r>
              <a:rPr lang="zh-CN" sz="4400"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印刷装订要求</a:t>
            </a:r>
            <a:endParaRPr lang="zh-CN" altLang="en-US" sz="4400" b="1" dirty="0"/>
          </a:p>
        </p:txBody>
      </p:sp>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10418" y="263615"/>
            <a:ext cx="6852731" cy="521970"/>
          </a:xfrm>
        </p:spPr>
        <p:txBody>
          <a:bodyPr/>
          <a:lstStyle/>
          <a:p>
            <a:r>
              <a:rPr lang="en-US" altLang="zh-CN"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04</a:t>
            </a:r>
            <a:r>
              <a:rPr dirty="0">
                <a:ln w="0"/>
                <a:solidFill>
                  <a:schemeClr val="tx1">
                    <a:lumMod val="75000"/>
                    <a:lumOff val="2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印刷装订要求</a:t>
            </a:r>
            <a:endParaRPr lang="zh-CN" altLang="en-US" dirty="0"/>
          </a:p>
        </p:txBody>
      </p:sp>
      <p:sp>
        <p:nvSpPr>
          <p:cNvPr id="7" name="文本框 6"/>
          <p:cNvSpPr txBox="1"/>
          <p:nvPr>
            <p:custDataLst>
              <p:tags r:id="rId1"/>
            </p:custDataLst>
          </p:nvPr>
        </p:nvSpPr>
        <p:spPr>
          <a:xfrm>
            <a:off x="506730" y="1125220"/>
            <a:ext cx="4269105" cy="4443095"/>
          </a:xfrm>
          <a:prstGeom prst="rect">
            <a:avLst/>
          </a:prstGeom>
        </p:spPr>
        <p:txBody>
          <a:bodyPr>
            <a:noAutofit/>
          </a:bodyPr>
          <a:p>
            <a:pPr indent="0" algn="just" fontAlgn="auto">
              <a:lnSpc>
                <a:spcPct val="150000"/>
              </a:lnSpc>
            </a:pPr>
            <a:r>
              <a:rPr lang="en-US" altLang="zh-CN">
                <a:sym typeface="+mn-ea"/>
              </a:rPr>
              <a:t>   </a:t>
            </a:r>
            <a:endPar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indent="0" algn="just" fontAlgn="auto">
              <a:lnSpc>
                <a:spcPct val="150000"/>
              </a:lnSpc>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公文</a:t>
            </a:r>
            <a:r>
              <a:rPr lang="zh-CN" altLang="en-US">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一般要求双面打印，</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应当左侧装订，不掉页，两页页码之间误差不超过4mm。</a:t>
            </a:r>
            <a:endPar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endParaRPr>
          </a:p>
          <a:p>
            <a:pPr indent="0" algn="just" fontAlgn="auto">
              <a:lnSpc>
                <a:spcPct val="150000"/>
              </a:lnSpc>
            </a:pP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订位为两钉外订眼距版面上下边缘各</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70mm</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处。骑马订钉锯均订在折缝线上，平订钉锯与书脊间的距离为</a:t>
            </a:r>
            <a:r>
              <a:rPr lang="en-US" altLang="zh-CN">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3mm至5mm</a:t>
            </a:r>
            <a:r>
              <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 </a:t>
            </a:r>
            <a:endParaRPr lang="en-US" altLang="zh-CN">
              <a:latin typeface="方正兰亭黑简体" panose="02000500000000000000" pitchFamily="2" charset="-122"/>
              <a:ea typeface="方正兰亭黑简体" panose="02000500000000000000" pitchFamily="2" charset="-122"/>
              <a:cs typeface="方正兰亭黑简体" panose="02000500000000000000" pitchFamily="2" charset="-122"/>
              <a:sym typeface="+mn-ea"/>
            </a:endParaRPr>
          </a:p>
        </p:txBody>
      </p:sp>
      <p:pic>
        <p:nvPicPr>
          <p:cNvPr id="3" name="图片 2"/>
          <p:cNvPicPr>
            <a:picLocks noChangeAspect="1"/>
          </p:cNvPicPr>
          <p:nvPr/>
        </p:nvPicPr>
        <p:blipFill>
          <a:blip r:embed="rId2"/>
          <a:srcRect t="1618" r="1858" b="1102"/>
          <a:stretch>
            <a:fillRect/>
          </a:stretch>
        </p:blipFill>
        <p:spPr>
          <a:xfrm>
            <a:off x="6880225" y="939800"/>
            <a:ext cx="3052445" cy="5269865"/>
          </a:xfrm>
          <a:prstGeom prst="rect">
            <a:avLst/>
          </a:prstGeom>
        </p:spPr>
      </p:pic>
      <p:cxnSp>
        <p:nvCxnSpPr>
          <p:cNvPr id="15" name="直接连接符 14"/>
          <p:cNvCxnSpPr/>
          <p:nvPr/>
        </p:nvCxnSpPr>
        <p:spPr>
          <a:xfrm flipV="1">
            <a:off x="6955155" y="4804410"/>
            <a:ext cx="88900" cy="10795"/>
          </a:xfrm>
          <a:prstGeom prst="line">
            <a:avLst/>
          </a:prstGeom>
        </p:spPr>
        <p:style>
          <a:lnRef idx="3">
            <a:schemeClr val="accent5"/>
          </a:lnRef>
          <a:fillRef idx="0">
            <a:schemeClr val="accent5"/>
          </a:fillRef>
          <a:effectRef idx="2">
            <a:schemeClr val="accent5"/>
          </a:effectRef>
          <a:fontRef idx="minor">
            <a:schemeClr val="tx1"/>
          </a:fontRef>
        </p:style>
      </p:cxnSp>
      <p:sp>
        <p:nvSpPr>
          <p:cNvPr id="16" name="文本框 15"/>
          <p:cNvSpPr txBox="1"/>
          <p:nvPr/>
        </p:nvSpPr>
        <p:spPr>
          <a:xfrm>
            <a:off x="6880225" y="4422140"/>
            <a:ext cx="497840" cy="111760"/>
          </a:xfrm>
          <a:prstGeom prst="rect">
            <a:avLst/>
          </a:prstGeom>
          <a:noFill/>
        </p:spPr>
        <p:txBody>
          <a:bodyPr wrap="square" lIns="87738" tIns="43868" rIns="87738" bIns="43868" rtlCol="0">
            <a:noAutofit/>
          </a:bodyPr>
          <a:p>
            <a:pPr algn="ctr" defTabSz="1218565">
              <a:lnSpc>
                <a:spcPct val="150000"/>
              </a:lnSpc>
              <a:spcBef>
                <a:spcPct val="0"/>
              </a:spcBef>
            </a:pPr>
            <a:r>
              <a:rPr lang="en-US" altLang="zh-CN" sz="1000" b="1" dirty="0">
                <a:solidFill>
                  <a:srgbClr val="FF0000"/>
                </a:solidFill>
                <a:ea typeface="微软雅黑" panose="020B0503020204020204" charset="-122"/>
                <a:cs typeface="+mn-lt"/>
                <a:sym typeface="微软雅黑" panose="020B0503020204020204" charset="-122"/>
              </a:rPr>
              <a:t>0.5cm</a:t>
            </a:r>
            <a:endParaRPr lang="en-US" altLang="zh-CN" sz="1000" b="1" dirty="0">
              <a:solidFill>
                <a:srgbClr val="FF0000"/>
              </a:solidFill>
              <a:ea typeface="微软雅黑" panose="020B0503020204020204" charset="-122"/>
              <a:cs typeface="+mn-lt"/>
              <a:sym typeface="微软雅黑" panose="020B0503020204020204" charset="-122"/>
            </a:endParaRPr>
          </a:p>
        </p:txBody>
      </p:sp>
    </p:spTree>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总结与回顾</a:t>
            </a:r>
            <a:endParaRPr lang="zh-CN" altLang="en-US" dirty="0"/>
          </a:p>
        </p:txBody>
      </p:sp>
      <p:grpSp>
        <p:nvGrpSpPr>
          <p:cNvPr id="15" name="组合 14"/>
          <p:cNvGrpSpPr/>
          <p:nvPr/>
        </p:nvGrpSpPr>
        <p:grpSpPr>
          <a:xfrm>
            <a:off x="1781695" y="1973007"/>
            <a:ext cx="8406775" cy="3243989"/>
            <a:chOff x="2073795" y="1973007"/>
            <a:chExt cx="8406775" cy="3243989"/>
          </a:xfrm>
        </p:grpSpPr>
        <p:grpSp>
          <p:nvGrpSpPr>
            <p:cNvPr id="2" name="组合 1"/>
            <p:cNvGrpSpPr/>
            <p:nvPr/>
          </p:nvGrpSpPr>
          <p:grpSpPr>
            <a:xfrm>
              <a:off x="2073796" y="1973007"/>
              <a:ext cx="8238490" cy="1239491"/>
              <a:chOff x="2111896" y="1857409"/>
              <a:chExt cx="8238490" cy="1239491"/>
            </a:xfrm>
          </p:grpSpPr>
          <p:grpSp>
            <p:nvGrpSpPr>
              <p:cNvPr id="3" name="组合 2"/>
              <p:cNvGrpSpPr/>
              <p:nvPr/>
            </p:nvGrpSpPr>
            <p:grpSpPr>
              <a:xfrm>
                <a:off x="2150254" y="1857409"/>
                <a:ext cx="2808312" cy="492713"/>
                <a:chOff x="2150254" y="1857409"/>
                <a:chExt cx="2808312" cy="492713"/>
              </a:xfrm>
            </p:grpSpPr>
            <p:sp>
              <p:nvSpPr>
                <p:cNvPr id="6" name="矩形 5"/>
                <p:cNvSpPr/>
                <p:nvPr/>
              </p:nvSpPr>
              <p:spPr>
                <a:xfrm>
                  <a:off x="2150254" y="1857409"/>
                  <a:ext cx="2808312" cy="492713"/>
                </a:xfrm>
                <a:prstGeom prst="rect">
                  <a:avLst/>
                </a:prstGeom>
                <a:gradFill>
                  <a:gsLst>
                    <a:gs pos="24000">
                      <a:srgbClr val="2553E7"/>
                    </a:gs>
                    <a:gs pos="100000">
                      <a:srgbClr val="2152E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2206774" y="1903710"/>
                  <a:ext cx="2216760" cy="400110"/>
                </a:xfrm>
                <a:prstGeom prst="rect">
                  <a:avLst/>
                </a:prstGeom>
                <a:noFill/>
              </p:spPr>
              <p:txBody>
                <a:bodyPr wrap="square">
                  <a:spAutoFit/>
                </a:bodyPr>
                <a:lstStyle/>
                <a:p>
                  <a:pPr marL="0" marR="0" lvl="0" indent="0" defTabSz="914400" rtl="0" eaLnBrk="1" fontAlgn="auto" latinLnBrk="0" hangingPunct="1">
                    <a:spcBef>
                      <a:spcPts val="0"/>
                    </a:spcBef>
                    <a:spcAft>
                      <a:spcPts val="0"/>
                    </a:spcAft>
                    <a:buClrTx/>
                    <a:buSzTx/>
                    <a:buFontTx/>
                    <a:buNone/>
                    <a:defRPr/>
                  </a:pPr>
                  <a:r>
                    <a:rPr lang="zh-CN" altLang="en-US" sz="2000" dirty="0">
                      <a:solidFill>
                        <a:schemeClr val="bg1"/>
                      </a:solidFill>
                      <a:latin typeface="+mj-ea"/>
                      <a:ea typeface="+mj-ea"/>
                      <a:cs typeface="阿里巴巴普惠体" panose="00020600040101010101" pitchFamily="18" charset="-122"/>
                    </a:rPr>
                    <a:t>培训总结</a:t>
                  </a:r>
                  <a:endParaRPr kumimoji="0" lang="en-US" altLang="zh-CN" sz="2000" i="0" u="none" strike="noStrike" kern="1200" cap="none" spc="0" normalizeH="0" baseline="0" noProof="0" dirty="0">
                    <a:ln>
                      <a:noFill/>
                    </a:ln>
                    <a:solidFill>
                      <a:schemeClr val="bg1"/>
                    </a:solidFill>
                    <a:effectLst/>
                    <a:uLnTx/>
                    <a:uFillTx/>
                    <a:latin typeface="+mj-ea"/>
                    <a:ea typeface="+mj-ea"/>
                    <a:cs typeface="阿里巴巴普惠体" panose="00020600040101010101" pitchFamily="18" charset="-122"/>
                  </a:endParaRPr>
                </a:p>
              </p:txBody>
            </p:sp>
          </p:grpSp>
          <p:sp>
            <p:nvSpPr>
              <p:cNvPr id="5" name="文本框 4"/>
              <p:cNvSpPr txBox="1"/>
              <p:nvPr/>
            </p:nvSpPr>
            <p:spPr>
              <a:xfrm>
                <a:off x="2111896" y="2451769"/>
                <a:ext cx="8238490" cy="645131"/>
              </a:xfrm>
              <a:prstGeom prst="rect">
                <a:avLst/>
              </a:prstGeom>
              <a:noFill/>
            </p:spPr>
            <p:txBody>
              <a:bodyPr wrap="square">
                <a:spAutoFit/>
              </a:bodyPr>
              <a:lstStyle/>
              <a:p>
                <a:r>
                  <a:rPr lang="zh-CN" altLang="en-US" sz="1800" dirty="0">
                    <a:solidFill>
                      <a:schemeClr val="tx1">
                        <a:lumMod val="50000"/>
                      </a:schemeClr>
                    </a:solidFill>
                    <a:latin typeface="方正兰亭黑简体" panose="02000500000000000000" pitchFamily="2" charset="-122"/>
                    <a:ea typeface="方正兰亭黑简体" panose="02000500000000000000" pitchFamily="2" charset="-122"/>
                    <a:cs typeface="Times New Roman" panose="02020603050405020304" pitchFamily="18" charset="0"/>
                  </a:rPr>
                  <a:t>本次培训主要对公文的含义与特点、常用公文种类及用途、公文格式、印刷装订要求进行讲解。</a:t>
                </a:r>
                <a:endParaRPr lang="zh-CN" altLang="en-US" sz="2000" dirty="0">
                  <a:latin typeface="方正兰亭黑简体" panose="02000500000000000000" pitchFamily="2" charset="-122"/>
                  <a:ea typeface="方正兰亭黑简体" panose="02000500000000000000" pitchFamily="2" charset="-122"/>
                </a:endParaRPr>
              </a:p>
            </p:txBody>
          </p:sp>
        </p:grpSp>
        <p:grpSp>
          <p:nvGrpSpPr>
            <p:cNvPr id="8" name="组合 7"/>
            <p:cNvGrpSpPr/>
            <p:nvPr/>
          </p:nvGrpSpPr>
          <p:grpSpPr>
            <a:xfrm>
              <a:off x="2073795" y="3977440"/>
              <a:ext cx="8406775" cy="1239556"/>
              <a:chOff x="2111895" y="1857409"/>
              <a:chExt cx="8406775" cy="1239556"/>
            </a:xfrm>
          </p:grpSpPr>
          <p:grpSp>
            <p:nvGrpSpPr>
              <p:cNvPr id="9" name="组合 8"/>
              <p:cNvGrpSpPr/>
              <p:nvPr/>
            </p:nvGrpSpPr>
            <p:grpSpPr>
              <a:xfrm>
                <a:off x="2150254" y="1857409"/>
                <a:ext cx="2808312" cy="492713"/>
                <a:chOff x="2150254" y="1857409"/>
                <a:chExt cx="2808312" cy="492713"/>
              </a:xfrm>
            </p:grpSpPr>
            <p:sp>
              <p:nvSpPr>
                <p:cNvPr id="11" name="矩形 10"/>
                <p:cNvSpPr/>
                <p:nvPr/>
              </p:nvSpPr>
              <p:spPr>
                <a:xfrm>
                  <a:off x="2150254" y="1857409"/>
                  <a:ext cx="2808312" cy="492713"/>
                </a:xfrm>
                <a:prstGeom prst="rect">
                  <a:avLst/>
                </a:prstGeom>
                <a:gradFill>
                  <a:gsLst>
                    <a:gs pos="24000">
                      <a:srgbClr val="2553E7"/>
                    </a:gs>
                    <a:gs pos="100000">
                      <a:srgbClr val="2152E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206774" y="1903710"/>
                  <a:ext cx="2216760" cy="400110"/>
                </a:xfrm>
                <a:prstGeom prst="rect">
                  <a:avLst/>
                </a:prstGeom>
                <a:noFill/>
              </p:spPr>
              <p:txBody>
                <a:bodyPr wrap="square">
                  <a:spAutoFit/>
                </a:bodyPr>
                <a:lstStyle/>
                <a:p>
                  <a:pPr marL="0" marR="0" lvl="0" indent="0" defTabSz="914400" rtl="0" eaLnBrk="1" fontAlgn="auto" latinLnBrk="0" hangingPunct="1">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solidFill>
                      <a:effectLst/>
                      <a:uLnTx/>
                      <a:uFillTx/>
                      <a:latin typeface="+mj-ea"/>
                      <a:ea typeface="+mj-ea"/>
                      <a:cs typeface="阿里巴巴普惠体" panose="00020600040101010101" pitchFamily="18" charset="-122"/>
                    </a:rPr>
                    <a:t>培训回顾</a:t>
                  </a:r>
                  <a:endParaRPr kumimoji="0" lang="zh-CN" altLang="en-US" sz="2000" i="0" u="none" strike="noStrike" kern="1200" cap="none" spc="0" normalizeH="0" baseline="0" noProof="0" dirty="0">
                    <a:ln>
                      <a:noFill/>
                    </a:ln>
                    <a:solidFill>
                      <a:schemeClr val="bg1"/>
                    </a:solidFill>
                    <a:effectLst/>
                    <a:uLnTx/>
                    <a:uFillTx/>
                    <a:latin typeface="+mj-ea"/>
                    <a:ea typeface="+mj-ea"/>
                    <a:cs typeface="阿里巴巴普惠体" panose="00020600040101010101" pitchFamily="18" charset="-122"/>
                  </a:endParaRPr>
                </a:p>
              </p:txBody>
            </p:sp>
          </p:grpSp>
          <p:sp>
            <p:nvSpPr>
              <p:cNvPr id="10" name="文本框 9"/>
              <p:cNvSpPr txBox="1"/>
              <p:nvPr/>
            </p:nvSpPr>
            <p:spPr>
              <a:xfrm>
                <a:off x="2111895" y="2451805"/>
                <a:ext cx="8406775" cy="645160"/>
              </a:xfrm>
              <a:prstGeom prst="rect">
                <a:avLst/>
              </a:prstGeom>
              <a:noFill/>
            </p:spPr>
            <p:txBody>
              <a:bodyPr wrap="square">
                <a:spAutoFit/>
              </a:bodyPr>
              <a:lstStyle/>
              <a:p>
                <a:r>
                  <a:rPr lang="zh-CN" altLang="en-US" sz="1800" dirty="0">
                    <a:solidFill>
                      <a:schemeClr val="tx1">
                        <a:lumMod val="50000"/>
                      </a:schemeClr>
                    </a:solidFill>
                    <a:latin typeface="方正兰亭黑简体" panose="02000500000000000000" pitchFamily="2" charset="-122"/>
                    <a:ea typeface="方正兰亭黑简体" panose="02000500000000000000" pitchFamily="2" charset="-122"/>
                    <a:cs typeface="Times New Roman" panose="02020603050405020304" pitchFamily="18" charset="0"/>
                  </a:rPr>
                  <a:t>重点掌握公文页面设置、标题、正文字体、附件、成文日期与落款名称、页码、印刷装订的格式要求。</a:t>
                </a:r>
                <a:endParaRPr lang="zh-CN" altLang="en-US" sz="1800" dirty="0">
                  <a:solidFill>
                    <a:schemeClr val="tx1">
                      <a:lumMod val="50000"/>
                    </a:schemeClr>
                  </a:solidFill>
                  <a:latin typeface="方正兰亭黑简体" panose="02000500000000000000" pitchFamily="2" charset="-122"/>
                  <a:ea typeface="方正兰亭黑简体" panose="02000500000000000000" pitchFamily="2" charset="-122"/>
                  <a:cs typeface="Times New Roman" panose="02020603050405020304" pitchFamily="18" charset="0"/>
                </a:endParaRPr>
              </a:p>
            </p:txBody>
          </p:sp>
        </p:grpSp>
      </p:grpSp>
    </p:spTree>
  </p:cSld>
  <p:clrMapOvr>
    <a:masterClrMapping/>
  </p:clrMapOvr>
  <p:transition advClick="0"/>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UNIT_TABLE_BEAUTIFY" val="smartTable{ff5780d6-a3d8-414b-b8db-150f93d87bbc}"/>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DIAGRAM_VIRTUALLY_FRAME" val="{&quot;height&quot;:383.61417322834643,&quot;left&quot;:68.87488188976377,&quot;top&quot;:79.09370078740157,&quot;width&quot;:822.4474803149606}"/>
  <p:tag name="KSO_WM_BEAUTIFY_FLAG" val=""/>
</p:tagLst>
</file>

<file path=ppt/tags/tag11.xml><?xml version="1.0" encoding="utf-8"?>
<p:tagLst xmlns:p="http://schemas.openxmlformats.org/presentationml/2006/main">
  <p:tag name="KSO_WM_DIAGRAM_VIRTUALLY_FRAME" val="{&quot;height&quot;:383.61417322834643,&quot;left&quot;:68.87488188976377,&quot;top&quot;:79.09370078740157,&quot;width&quot;:822.4474803149606}"/>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UNIT_PLACING_PICTURE_USER_VIEWPORT" val="{&quot;height&quot;:10800,&quot;width&quot;:15444}"/>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 name="KSO_WM_UNIT_PLACING_PICTURE_USER_VIEWPORT" val="{&quot;height&quot;:8593,&quot;width&quot;:7294}"/>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 name="KSO_WM_UNIT_PLACING_PICTURE_USER_VIEWPORT" val="{&quot;height&quot;:5205,&quot;width&quot;:7245}"/>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FULLTEXTBEAUTIFYED" val="1"/>
  <p:tag name="KSO_WPP_MARK_KEY" val="88e2e37e-da8c-44ac-92c1-d636f49f1e1f"/>
  <p:tag name="RESOURCE_RECORD_KEY" val="{&quot;13&quot;:[19971666],&quot;70&quot;:[3318471],&quot;71&quot;:[76235679916]}"/>
  <p:tag name="COMMONDATA" val="eyJoZGlkIjoiNjFiNTU3NGUxNjg4M2NhYjQyOWQ4ZjlmMmY0MjNmZTgifQ=="/>
  <p:tag name="commondata" val="eyJoZGlkIjoiNjFiNTU3NGUxNjg4M2NhYjQyOWQ4ZjlmMmY0MjNmZTgifQ=="/>
</p:tagLst>
</file>

<file path=ppt/theme/theme1.xml><?xml version="1.0" encoding="utf-8"?>
<a:theme xmlns:a="http://schemas.openxmlformats.org/drawingml/2006/main" name="Office 主题">
  <a:themeElements>
    <a:clrScheme name="">
      <a:dk1>
        <a:srgbClr val="000000"/>
      </a:dk1>
      <a:lt1>
        <a:srgbClr val="FFFFFF"/>
      </a:lt1>
      <a:dk2>
        <a:srgbClr val="102538"/>
      </a:dk2>
      <a:lt2>
        <a:srgbClr val="EDF3F9"/>
      </a:lt2>
      <a:accent1>
        <a:srgbClr val="25517D"/>
      </a:accent1>
      <a:accent2>
        <a:srgbClr val="43759B"/>
      </a:accent2>
      <a:accent3>
        <a:srgbClr val="85B4CF"/>
      </a:accent3>
      <a:accent4>
        <a:srgbClr val="ED8945"/>
      </a:accent4>
      <a:accent5>
        <a:srgbClr val="DE9391"/>
      </a:accent5>
      <a:accent6>
        <a:srgbClr val="735977"/>
      </a:accent6>
      <a:hlink>
        <a:srgbClr val="5FCBFB"/>
      </a:hlink>
      <a:folHlink>
        <a:srgbClr val="B759BC"/>
      </a:folHlink>
    </a:clrScheme>
    <a:fontScheme name="Temp">
      <a:majorFont>
        <a:latin typeface="方正兰亭黑简体"/>
        <a:ea typeface="方正兰亭粗黑简体"/>
        <a:cs typeface=""/>
      </a:majorFont>
      <a:minorFont>
        <a:latin typeface="方正兰亭黑简体"/>
        <a:ea typeface="方正兰亭粗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cs typeface="+mn-ea"/>
            <a:sym typeface="+mn-lt"/>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87738" tIns="43868" rIns="87738" bIns="43868" rtlCol="0">
        <a:spAutoFit/>
      </a:bodyPr>
      <a:lstStyle>
        <a:defPPr algn="ctr" defTabSz="1218565">
          <a:lnSpc>
            <a:spcPct val="150000"/>
          </a:lnSpc>
          <a:spcBef>
            <a:spcPct val="0"/>
          </a:spcBef>
          <a:defRPr lang="zh-CN" altLang="en-US" sz="2400" b="1" dirty="0">
            <a:solidFill>
              <a:srgbClr val="FF0000"/>
            </a:solidFill>
            <a:latin typeface="微软雅黑" panose="020B0503020204020204" charset="-122"/>
            <a:ea typeface="微软雅黑" panose="020B0503020204020204" charset="-122"/>
            <a:sym typeface="微软雅黑" panose="020B050302020402020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方正兰亭黑简体"/>
        <a:font script="Hebr" typeface="方正兰亭黑简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方正兰亭黑简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方正兰亭黑简体"/>
        <a:font script="Hebr" typeface="方正兰亭黑简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方正兰亭黑简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2493</Words>
  <Application>WPS 演示</Application>
  <PresentationFormat>宽屏</PresentationFormat>
  <Paragraphs>193</Paragraphs>
  <Slides>20</Slides>
  <Notes>3</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20</vt:i4>
      </vt:variant>
    </vt:vector>
  </HeadingPairs>
  <TitlesOfParts>
    <vt:vector size="35" baseType="lpstr">
      <vt:lpstr>Arial</vt:lpstr>
      <vt:lpstr>宋体</vt:lpstr>
      <vt:lpstr>Wingdings</vt:lpstr>
      <vt:lpstr>微软雅黑</vt:lpstr>
      <vt:lpstr>方正兰亭黑简体</vt:lpstr>
      <vt:lpstr>方正兰亭粗黑简体</vt:lpstr>
      <vt:lpstr>方正正粗黑简体</vt:lpstr>
      <vt:lpstr>黑体</vt:lpstr>
      <vt:lpstr>方正正中黑简体</vt:lpstr>
      <vt:lpstr>Aparajita</vt:lpstr>
      <vt:lpstr>Arial Unicode MS</vt:lpstr>
      <vt:lpstr>阿里巴巴普惠体</vt:lpstr>
      <vt:lpstr>Times New Roman</vt:lpstr>
      <vt:lpstr>Nirmala UI</vt:lpstr>
      <vt:lpstr>Office 主题</vt:lpstr>
      <vt:lpstr>PowerPoint 演示文稿</vt:lpstr>
      <vt:lpstr>教学目标</vt:lpstr>
      <vt:lpstr>编制依据</vt:lpstr>
      <vt:lpstr>PowerPoint 演示文稿</vt:lpstr>
      <vt:lpstr>PowerPoint 演示文稿</vt:lpstr>
      <vt:lpstr>01公文的含义与特点</vt:lpstr>
      <vt:lpstr>PowerPoint 演示文稿</vt:lpstr>
      <vt:lpstr>02常用公文种类及用途</vt:lpstr>
      <vt:lpstr>PowerPoint 演示文稿</vt:lpstr>
      <vt:lpstr>03公文格式</vt:lpstr>
      <vt:lpstr>03公文格式</vt:lpstr>
      <vt:lpstr>03公文格式</vt:lpstr>
      <vt:lpstr>03公文格式</vt:lpstr>
      <vt:lpstr>03公文格式</vt:lpstr>
      <vt:lpstr>03公文格式</vt:lpstr>
      <vt:lpstr>03公文格式</vt:lpstr>
      <vt:lpstr>03公文格式</vt:lpstr>
      <vt:lpstr>PowerPoint 演示文稿</vt:lpstr>
      <vt:lpstr>04印刷装订要求</vt:lpstr>
      <vt:lpstr>总结与回顾</vt:lpstr>
    </vt:vector>
  </TitlesOfParts>
  <Company>郑州地铁</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教育培训部</dc:creator>
  <dc:description>运营分公司教育培训部PPT课程开发模板（蓝色系）</dc:description>
  <cp:lastModifiedBy>张梦圆</cp:lastModifiedBy>
  <cp:revision>196</cp:revision>
  <dcterms:created xsi:type="dcterms:W3CDTF">2017-04-24T11:29:00Z</dcterms:created>
  <dcterms:modified xsi:type="dcterms:W3CDTF">2026-02-10T00:29:01Z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8377477BF9BD4FE2A8892C7D50EFE5C8_12</vt:lpwstr>
  </property>
  <property fmtid="{D5CDD505-2E9C-101B-9397-08002B2CF9AE}" pid="3" name="KSOProductBuildVer">
    <vt:lpwstr>2052-11.1.0.12980</vt:lpwstr>
  </property>
</Properties>
</file>