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9"/>
  </p:handoutMasterIdLst>
  <p:sldIdLst>
    <p:sldId id="1374" r:id="rId3"/>
    <p:sldId id="1592" r:id="rId4"/>
    <p:sldId id="1591" r:id="rId5"/>
    <p:sldId id="257" r:id="rId6"/>
    <p:sldId id="1664" r:id="rId8"/>
    <p:sldId id="1725" r:id="rId9"/>
    <p:sldId id="1724" r:id="rId10"/>
    <p:sldId id="1689" r:id="rId11"/>
    <p:sldId id="1691" r:id="rId12"/>
    <p:sldId id="1726" r:id="rId13"/>
    <p:sldId id="1727" r:id="rId14"/>
    <p:sldId id="1728" r:id="rId15"/>
    <p:sldId id="1729" r:id="rId16"/>
    <p:sldId id="1730" r:id="rId17"/>
    <p:sldId id="1714" r:id="rId18"/>
    <p:sldId id="1731" r:id="rId19"/>
    <p:sldId id="1712" r:id="rId20"/>
    <p:sldId id="1732" r:id="rId21"/>
    <p:sldId id="1733" r:id="rId22"/>
    <p:sldId id="1734" r:id="rId23"/>
    <p:sldId id="1735" r:id="rId24"/>
    <p:sldId id="1736" r:id="rId25"/>
    <p:sldId id="1737" r:id="rId26"/>
    <p:sldId id="1610" r:id="rId27"/>
    <p:sldId id="1589" r:id="rId28"/>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课件名称" id="{37D2117B-0FF5-464D-B89F-40D2CD3979C8}">
          <p14:sldIdLst>
            <p14:sldId id="1374"/>
          </p14:sldIdLst>
        </p14:section>
        <p14:section name="教学目标" id="{AE61F239-7F7E-40D9-894B-7393E27A8518}">
          <p14:sldIdLst>
            <p14:sldId id="1592"/>
          </p14:sldIdLst>
        </p14:section>
        <p14:section name="编制依据" id="{0440FD1D-ABA0-4499-911C-B987BA9C6242}">
          <p14:sldIdLst>
            <p14:sldId id="1591"/>
          </p14:sldIdLst>
        </p14:section>
        <p14:section name="目录" id="{0F239F18-95C3-4E63-AFAB-E39F76064CF0}">
          <p14:sldIdLst>
            <p14:sldId id="257"/>
          </p14:sldIdLst>
        </p14:section>
        <p14:section name="过渡页（可选）" id="{791EC54B-3524-48AB-9BC6-B7D1A8A3F359}">
          <p14:sldIdLst/>
        </p14:section>
        <p14:section name="课程介绍（可选）" id="{C7491B90-4EE4-465C-9DF4-154E9848E629}">
          <p14:sldIdLst/>
        </p14:section>
        <p14:section name="课程内容" id="{0426AE5F-1404-4AAC-B071-5FF67758FA5C}">
          <p14:sldIdLst>
            <p14:sldId id="1664"/>
            <p14:sldId id="1725"/>
            <p14:sldId id="1724"/>
            <p14:sldId id="1689"/>
            <p14:sldId id="1691"/>
            <p14:sldId id="1726"/>
            <p14:sldId id="1727"/>
            <p14:sldId id="1728"/>
            <p14:sldId id="1729"/>
            <p14:sldId id="1730"/>
            <p14:sldId id="1714"/>
            <p14:sldId id="1731"/>
            <p14:sldId id="1712"/>
            <p14:sldId id="1732"/>
            <p14:sldId id="1733"/>
            <p14:sldId id="1734"/>
            <p14:sldId id="1735"/>
            <p14:sldId id="1736"/>
            <p14:sldId id="1737"/>
          </p14:sldIdLst>
        </p14:section>
        <p14:section name="互动环节（可选）" id="{83E934F5-41B3-41A0-93DF-E311CBE85117}">
          <p14:sldIdLst/>
        </p14:section>
        <p14:section name="课程总结" id="{5852DB8E-86EC-4164-A689-814DEB46CA5C}">
          <p14:sldIdLst>
            <p14:sldId id="1610"/>
          </p14:sldIdLst>
        </p14:section>
        <p14:section name="结尾页" id="{F410B246-BD8D-4D5B-AE04-CF795EC03CC3}">
          <p14:sldIdLst>
            <p14:sldId id="1589"/>
          </p14:sldIdLst>
        </p14:section>
      </p14:sectionLst>
    </p:ext>
    <p:ext uri="{EFAFB233-063F-42B5-8137-9DF3F51BA10A}">
      <p15:sldGuideLst xmlns:p15="http://schemas.microsoft.com/office/powerpoint/2012/main">
        <p15:guide id="1" orient="horz" pos="1925" userDrawn="1">
          <p15:clr>
            <a:srgbClr val="A4A3A4"/>
          </p15:clr>
        </p15:guide>
        <p15:guide id="2" pos="35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Administrator" initials="A" lastIdx="1" clrIdx="0"/>
  <p:cmAuthor id="8" name="姜伟光" initials="姜" lastIdx="1" clrIdx="0"/>
  <p:cmAuthor id="2" name="16616" initials="1" lastIdx="1" clrIdx="1"/>
  <p:cmAuthor id="3" name="lenovo" initials="l" lastIdx="6" clrIdx="2"/>
  <p:cmAuthor id="75" name="作者" initials="A" lastIdx="0" clrIdx="24"/>
  <p:cmAuthor id="5" name="宋洁然" initials="宋" lastIdx="2" clrIdx="1"/>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77FF"/>
    <a:srgbClr val="006BFF"/>
    <a:srgbClr val="0078FF"/>
    <a:srgbClr val="00A6F8"/>
    <a:srgbClr val="006CFF"/>
    <a:srgbClr val="2F4A75"/>
    <a:srgbClr val="537BBA"/>
    <a:srgbClr val="0095FC"/>
    <a:srgbClr val="008CFD"/>
    <a:srgbClr val="006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7" autoAdjust="0"/>
    <p:restoredTop sz="94660"/>
  </p:normalViewPr>
  <p:slideViewPr>
    <p:cSldViewPr snapToGrid="0" showGuides="1">
      <p:cViewPr varScale="1">
        <p:scale>
          <a:sx n="77" d="100"/>
          <a:sy n="77" d="100"/>
        </p:scale>
        <p:origin x="684" y="96"/>
      </p:cViewPr>
      <p:guideLst>
        <p:guide orient="horz" pos="1925"/>
        <p:guide pos="3516"/>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40.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方正兰亭黑简体" panose="02000500000000000000" pitchFamily="2" charset="-122"/>
                <a:ea typeface="方正兰亭黑简体" panose="02000500000000000000" pitchFamily="2" charset="-122"/>
                <a:cs typeface="方正兰亭黑简体" panose="02000500000000000000" pitchFamily="2" charset="-122"/>
              </a:rPr>
            </a:fld>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方正兰亭黑简体" panose="02000500000000000000" pitchFamily="2" charset="-122"/>
                <a:ea typeface="方正兰亭黑简体" panose="02000500000000000000" pitchFamily="2" charset="-122"/>
                <a:cs typeface="方正兰亭黑简体" panose="02000500000000000000" pitchFamily="2" charset="-122"/>
              </a:rPr>
            </a:fld>
            <a:endParaRPr lang="zh-CN" altLang="en-US"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fld id="{9D5BD93E-62B5-4187-8E40-B663E9E0AA2C}"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方正兰亭黑简体" panose="02000500000000000000" pitchFamily="2" charset="-122"/>
                <a:ea typeface="方正兰亭黑简体" panose="02000500000000000000" pitchFamily="2" charset="-122"/>
                <a:cs typeface="方正兰亭黑简体" panose="02000500000000000000" pitchFamily="2" charset="-122"/>
              </a:defRPr>
            </a:lvl1pPr>
          </a:lstStyle>
          <a:p>
            <a:fld id="{A97FA7BA-5ADC-4D9A-9DEB-217544C653CF}"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1pPr>
    <a:lvl2pPr marL="4572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2pPr>
    <a:lvl3pPr marL="9144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3pPr>
    <a:lvl4pPr marL="13716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4pPr>
    <a:lvl5pPr marL="1828800" algn="l" defTabSz="914400" rtl="0" eaLnBrk="1" latinLnBrk="0" hangingPunct="1">
      <a:defRPr sz="1200" kern="1200">
        <a:solidFill>
          <a:schemeClr val="tx1"/>
        </a:solidFill>
        <a:latin typeface="方正兰亭黑简体" panose="02000500000000000000" pitchFamily="2" charset="-122"/>
        <a:ea typeface="方正兰亭黑简体" panose="02000500000000000000" pitchFamily="2" charset="-122"/>
        <a:cs typeface="方正兰亭黑简体" panose="02000500000000000000"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34069A2-4738-483B-BB51-FE5DE94081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7FA7BA-5ADC-4D9A-9DEB-217544C653CF}"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image" Target="../media/image7.png"/><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tags" Target="../tags/tag2.xml"/><Relationship Id="rId3" Type="http://schemas.openxmlformats.org/officeDocument/2006/relationships/image" Target="../media/image5.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首页">
    <p:spTree>
      <p:nvGrpSpPr>
        <p:cNvPr id="1" name=""/>
        <p:cNvGrpSpPr/>
        <p:nvPr/>
      </p:nvGrpSpPr>
      <p:grpSpPr>
        <a:xfrm>
          <a:off x="0" y="0"/>
          <a:ext cx="0" cy="0"/>
          <a:chOff x="0" y="0"/>
          <a:chExt cx="0" cy="0"/>
        </a:xfrm>
      </p:grpSpPr>
      <p:grpSp>
        <p:nvGrpSpPr>
          <p:cNvPr id="33" name="组合 32"/>
          <p:cNvGrpSpPr/>
          <p:nvPr userDrawn="1"/>
        </p:nvGrpSpPr>
        <p:grpSpPr>
          <a:xfrm>
            <a:off x="725944" y="-1"/>
            <a:ext cx="11466056" cy="6858003"/>
            <a:chOff x="725944" y="-1"/>
            <a:chExt cx="11466056" cy="6858003"/>
          </a:xfrm>
        </p:grpSpPr>
        <p:sp>
          <p:nvSpPr>
            <p:cNvPr id="23" name="任意多边形: 形状 22"/>
            <p:cNvSpPr/>
            <p:nvPr userDrawn="1"/>
          </p:nvSpPr>
          <p:spPr>
            <a:xfrm flipV="1">
              <a:off x="6234716" y="4382255"/>
              <a:ext cx="5957284" cy="2475747"/>
            </a:xfrm>
            <a:custGeom>
              <a:avLst/>
              <a:gdLst>
                <a:gd name="connsiteX0" fmla="*/ 1530543 w 5957284"/>
                <a:gd name="connsiteY0" fmla="*/ 2475747 h 2475747"/>
                <a:gd name="connsiteX1" fmla="*/ 2336246 w 5957284"/>
                <a:gd name="connsiteY1" fmla="*/ 864341 h 2475747"/>
                <a:gd name="connsiteX2" fmla="*/ 2836665 w 5957284"/>
                <a:gd name="connsiteY2" fmla="*/ 555066 h 2475747"/>
                <a:gd name="connsiteX3" fmla="*/ 5938700 w 5957284"/>
                <a:gd name="connsiteY3" fmla="*/ 555066 h 2475747"/>
                <a:gd name="connsiteX4" fmla="*/ 5957284 w 5957284"/>
                <a:gd name="connsiteY4" fmla="*/ 556372 h 2475747"/>
                <a:gd name="connsiteX5" fmla="*/ 5957284 w 5957284"/>
                <a:gd name="connsiteY5" fmla="*/ 1 h 2475747"/>
                <a:gd name="connsiteX6" fmla="*/ 5347682 w 5957284"/>
                <a:gd name="connsiteY6" fmla="*/ 1 h 2475747"/>
                <a:gd name="connsiteX7" fmla="*/ 4906792 w 5957284"/>
                <a:gd name="connsiteY7" fmla="*/ 1 h 2475747"/>
                <a:gd name="connsiteX8" fmla="*/ 4906792 w 5957284"/>
                <a:gd name="connsiteY8" fmla="*/ 0 h 2475747"/>
                <a:gd name="connsiteX9" fmla="*/ 30390 w 5957284"/>
                <a:gd name="connsiteY9" fmla="*/ 0 h 2475747"/>
                <a:gd name="connsiteX10" fmla="*/ 27758 w 5957284"/>
                <a:gd name="connsiteY10" fmla="*/ 8867 h 2475747"/>
                <a:gd name="connsiteX11" fmla="*/ 111030 w 5957284"/>
                <a:gd name="connsiteY11" fmla="*/ 718665 h 2475747"/>
                <a:gd name="connsiteX12" fmla="*/ 703067 w 5957284"/>
                <a:gd name="connsiteY12" fmla="*/ 1902737 h 2475747"/>
                <a:gd name="connsiteX13" fmla="*/ 1495610 w 5957284"/>
                <a:gd name="connsiteY13" fmla="*/ 2473293 h 247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7284" h="2475747">
                  <a:moveTo>
                    <a:pt x="1530543" y="2475747"/>
                  </a:moveTo>
                  <a:lnTo>
                    <a:pt x="2336246" y="864341"/>
                  </a:lnTo>
                  <a:cubicBezTo>
                    <a:pt x="2431038" y="674756"/>
                    <a:pt x="2624701" y="555066"/>
                    <a:pt x="2836665" y="555066"/>
                  </a:cubicBezTo>
                  <a:lnTo>
                    <a:pt x="5938700" y="555066"/>
                  </a:lnTo>
                  <a:lnTo>
                    <a:pt x="5957284" y="556372"/>
                  </a:lnTo>
                  <a:lnTo>
                    <a:pt x="5957284" y="1"/>
                  </a:lnTo>
                  <a:lnTo>
                    <a:pt x="5347682" y="1"/>
                  </a:lnTo>
                  <a:lnTo>
                    <a:pt x="4906792" y="1"/>
                  </a:lnTo>
                  <a:lnTo>
                    <a:pt x="4906792" y="0"/>
                  </a:lnTo>
                  <a:lnTo>
                    <a:pt x="30390" y="0"/>
                  </a:lnTo>
                  <a:lnTo>
                    <a:pt x="27758" y="8867"/>
                  </a:lnTo>
                  <a:cubicBezTo>
                    <a:pt x="-27758" y="245466"/>
                    <a:pt x="0" y="496605"/>
                    <a:pt x="111030" y="718665"/>
                  </a:cubicBezTo>
                  <a:lnTo>
                    <a:pt x="703067" y="1902737"/>
                  </a:lnTo>
                  <a:cubicBezTo>
                    <a:pt x="858861" y="2214324"/>
                    <a:pt x="1156835" y="2425394"/>
                    <a:pt x="1495610" y="2473293"/>
                  </a:cubicBezTo>
                  <a:close/>
                </a:path>
              </a:pathLst>
            </a:custGeom>
            <a:gradFill flip="none" rotWithShape="1">
              <a:gsLst>
                <a:gs pos="100000">
                  <a:srgbClr val="00B0F0"/>
                </a:gs>
                <a:gs pos="13000">
                  <a:srgbClr val="0066FF"/>
                </a:gs>
              </a:gsLst>
              <a:lin ang="7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14" name="图片 13" descr="郑州地铁"/>
            <p:cNvPicPr>
              <a:picLocks noChangeAspect="1"/>
            </p:cNvPicPr>
            <p:nvPr userDrawn="1"/>
          </p:nvPicPr>
          <p:blipFill>
            <a:blip r:embed="rId2"/>
            <a:srcRect l="10417" t="17543" r="7493" b="31489"/>
            <a:stretch>
              <a:fillRect/>
            </a:stretch>
          </p:blipFill>
          <p:spPr>
            <a:xfrm>
              <a:off x="725944" y="183804"/>
              <a:ext cx="1247558" cy="940648"/>
            </a:xfrm>
            <a:prstGeom prst="rect">
              <a:avLst/>
            </a:prstGeom>
          </p:spPr>
        </p:pic>
        <p:sp>
          <p:nvSpPr>
            <p:cNvPr id="21" name="任意多边形: 形状 20"/>
            <p:cNvSpPr/>
            <p:nvPr userDrawn="1"/>
          </p:nvSpPr>
          <p:spPr>
            <a:xfrm>
              <a:off x="6234716" y="-1"/>
              <a:ext cx="5957284" cy="2475748"/>
            </a:xfrm>
            <a:custGeom>
              <a:avLst/>
              <a:gdLst>
                <a:gd name="connsiteX0" fmla="*/ 4607455 w 5957284"/>
                <a:gd name="connsiteY0" fmla="*/ 0 h 2475748"/>
                <a:gd name="connsiteX1" fmla="*/ 5957284 w 5957284"/>
                <a:gd name="connsiteY1" fmla="*/ 0 h 2475748"/>
                <a:gd name="connsiteX2" fmla="*/ 5957284 w 5957284"/>
                <a:gd name="connsiteY2" fmla="*/ 556374 h 2475748"/>
                <a:gd name="connsiteX3" fmla="*/ 5938700 w 5957284"/>
                <a:gd name="connsiteY3" fmla="*/ 555068 h 2475748"/>
                <a:gd name="connsiteX4" fmla="*/ 2836665 w 5957284"/>
                <a:gd name="connsiteY4" fmla="*/ 555068 h 2475748"/>
                <a:gd name="connsiteX5" fmla="*/ 2336246 w 5957284"/>
                <a:gd name="connsiteY5" fmla="*/ 864344 h 2475748"/>
                <a:gd name="connsiteX6" fmla="*/ 1530544 w 5957284"/>
                <a:gd name="connsiteY6" fmla="*/ 2475748 h 2475748"/>
                <a:gd name="connsiteX7" fmla="*/ 1495610 w 5957284"/>
                <a:gd name="connsiteY7" fmla="*/ 2473294 h 2475748"/>
                <a:gd name="connsiteX8" fmla="*/ 703067 w 5957284"/>
                <a:gd name="connsiteY8" fmla="*/ 1902738 h 2475748"/>
                <a:gd name="connsiteX9" fmla="*/ 111030 w 5957284"/>
                <a:gd name="connsiteY9" fmla="*/ 718666 h 2475748"/>
                <a:gd name="connsiteX10" fmla="*/ 27758 w 5957284"/>
                <a:gd name="connsiteY10" fmla="*/ 8868 h 2475748"/>
                <a:gd name="connsiteX11" fmla="*/ 30390 w 5957284"/>
                <a:gd name="connsiteY11" fmla="*/ 1 h 2475748"/>
                <a:gd name="connsiteX12" fmla="*/ 4607455 w 5957284"/>
                <a:gd name="connsiteY12" fmla="*/ 1 h 247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7284" h="2475748">
                  <a:moveTo>
                    <a:pt x="4607455" y="0"/>
                  </a:moveTo>
                  <a:lnTo>
                    <a:pt x="5957284" y="0"/>
                  </a:lnTo>
                  <a:lnTo>
                    <a:pt x="5957284" y="556374"/>
                  </a:lnTo>
                  <a:lnTo>
                    <a:pt x="5938700" y="555068"/>
                  </a:lnTo>
                  <a:lnTo>
                    <a:pt x="2836665" y="555068"/>
                  </a:lnTo>
                  <a:cubicBezTo>
                    <a:pt x="2624701" y="555068"/>
                    <a:pt x="2431038" y="674757"/>
                    <a:pt x="2336246" y="864344"/>
                  </a:cubicBezTo>
                  <a:lnTo>
                    <a:pt x="1530544" y="2475748"/>
                  </a:lnTo>
                  <a:lnTo>
                    <a:pt x="1495610" y="2473294"/>
                  </a:lnTo>
                  <a:cubicBezTo>
                    <a:pt x="1156835" y="2425395"/>
                    <a:pt x="858861" y="2214325"/>
                    <a:pt x="703067" y="1902738"/>
                  </a:cubicBezTo>
                  <a:lnTo>
                    <a:pt x="111030" y="718666"/>
                  </a:lnTo>
                  <a:cubicBezTo>
                    <a:pt x="0" y="496606"/>
                    <a:pt x="-27758" y="245467"/>
                    <a:pt x="27758" y="8868"/>
                  </a:cubicBezTo>
                  <a:lnTo>
                    <a:pt x="30390" y="1"/>
                  </a:lnTo>
                  <a:lnTo>
                    <a:pt x="4607455" y="1"/>
                  </a:lnTo>
                  <a:close/>
                </a:path>
              </a:pathLst>
            </a:custGeom>
            <a:gradFill flip="none" rotWithShape="1">
              <a:gsLst>
                <a:gs pos="100000">
                  <a:srgbClr val="00B0F0"/>
                </a:gs>
                <a:gs pos="13000">
                  <a:srgbClr val="0066FF"/>
                </a:gs>
              </a:gsLst>
              <a:lin ang="7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25" name="图片 24"/>
            <p:cNvPicPr>
              <a:picLocks noChangeAspect="1"/>
            </p:cNvPicPr>
            <p:nvPr userDrawn="1"/>
          </p:nvPicPr>
          <p:blipFill>
            <a:blip r:embed="rId3">
              <a:extLst>
                <a:ext uri="{28A0092B-C50C-407E-A947-70E740481C1C}">
                  <a14:useLocalDpi xmlns:a14="http://schemas.microsoft.com/office/drawing/2010/main" val="0"/>
                </a:ext>
              </a:extLst>
            </a:blip>
            <a:srcRect l="34039" t="1533" r="19736" b="1950"/>
            <a:stretch>
              <a:fillRect/>
            </a:stretch>
          </p:blipFill>
          <p:spPr>
            <a:xfrm>
              <a:off x="7468427" y="655153"/>
              <a:ext cx="4723573" cy="5547695"/>
            </a:xfrm>
            <a:custGeom>
              <a:avLst/>
              <a:gdLst>
                <a:gd name="connsiteX0" fmla="*/ 1656969 w 4723573"/>
                <a:gd name="connsiteY0" fmla="*/ 0 h 5547695"/>
                <a:gd name="connsiteX1" fmla="*/ 4650973 w 4723573"/>
                <a:gd name="connsiteY1" fmla="*/ 0 h 5547695"/>
                <a:gd name="connsiteX2" fmla="*/ 4723573 w 4723573"/>
                <a:gd name="connsiteY2" fmla="*/ 5101 h 5547695"/>
                <a:gd name="connsiteX3" fmla="*/ 4723573 w 4723573"/>
                <a:gd name="connsiteY3" fmla="*/ 5542595 h 5547695"/>
                <a:gd name="connsiteX4" fmla="*/ 4650973 w 4723573"/>
                <a:gd name="connsiteY4" fmla="*/ 5547695 h 5547695"/>
                <a:gd name="connsiteX5" fmla="*/ 1656969 w 4723573"/>
                <a:gd name="connsiteY5" fmla="*/ 5547695 h 5547695"/>
                <a:gd name="connsiteX6" fmla="*/ 1173978 w 4723573"/>
                <a:gd name="connsiteY6" fmla="*/ 5249191 h 5547695"/>
                <a:gd name="connsiteX7" fmla="*/ 57054 w 4723573"/>
                <a:gd name="connsiteY7" fmla="*/ 3015343 h 5547695"/>
                <a:gd name="connsiteX8" fmla="*/ 57054 w 4723573"/>
                <a:gd name="connsiteY8" fmla="*/ 2532353 h 5547695"/>
                <a:gd name="connsiteX9" fmla="*/ 1173978 w 4723573"/>
                <a:gd name="connsiteY9" fmla="*/ 298505 h 5547695"/>
                <a:gd name="connsiteX10" fmla="*/ 1656969 w 4723573"/>
                <a:gd name="connsiteY10" fmla="*/ 0 h 55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3573" h="5547695">
                  <a:moveTo>
                    <a:pt x="1656969" y="0"/>
                  </a:moveTo>
                  <a:lnTo>
                    <a:pt x="4650973" y="0"/>
                  </a:lnTo>
                  <a:lnTo>
                    <a:pt x="4723573" y="5101"/>
                  </a:lnTo>
                  <a:lnTo>
                    <a:pt x="4723573" y="5542595"/>
                  </a:lnTo>
                  <a:lnTo>
                    <a:pt x="4650973" y="5547695"/>
                  </a:lnTo>
                  <a:lnTo>
                    <a:pt x="1656969" y="5547695"/>
                  </a:lnTo>
                  <a:cubicBezTo>
                    <a:pt x="1452387" y="5547695"/>
                    <a:pt x="1265469" y="5432174"/>
                    <a:pt x="1173978" y="5249191"/>
                  </a:cubicBezTo>
                  <a:lnTo>
                    <a:pt x="57054" y="3015343"/>
                  </a:lnTo>
                  <a:cubicBezTo>
                    <a:pt x="-19017" y="2863201"/>
                    <a:pt x="-19017" y="2684494"/>
                    <a:pt x="57054" y="2532353"/>
                  </a:cubicBezTo>
                  <a:lnTo>
                    <a:pt x="1173978" y="298505"/>
                  </a:lnTo>
                  <a:cubicBezTo>
                    <a:pt x="1265469" y="115521"/>
                    <a:pt x="1452387" y="0"/>
                    <a:pt x="1656969" y="0"/>
                  </a:cubicBezTo>
                  <a:close/>
                </a:path>
              </a:pathLst>
            </a:custGeom>
            <a:effectLst>
              <a:outerShdw blurRad="190500" sx="102000" sy="102000" algn="ctr" rotWithShape="0">
                <a:schemeClr val="bg1">
                  <a:alpha val="20000"/>
                </a:schemeClr>
              </a:outerShdw>
            </a:effectLst>
          </p:spPr>
        </p:pic>
        <p:sp>
          <p:nvSpPr>
            <p:cNvPr id="29" name="任意多边形: 形状 28"/>
            <p:cNvSpPr/>
            <p:nvPr userDrawn="1"/>
          </p:nvSpPr>
          <p:spPr>
            <a:xfrm flipV="1">
              <a:off x="6234716" y="4382254"/>
              <a:ext cx="5957284" cy="2475747"/>
            </a:xfrm>
            <a:custGeom>
              <a:avLst/>
              <a:gdLst>
                <a:gd name="connsiteX0" fmla="*/ 1530543 w 5957284"/>
                <a:gd name="connsiteY0" fmla="*/ 2475747 h 2475747"/>
                <a:gd name="connsiteX1" fmla="*/ 2336246 w 5957284"/>
                <a:gd name="connsiteY1" fmla="*/ 864341 h 2475747"/>
                <a:gd name="connsiteX2" fmla="*/ 2836665 w 5957284"/>
                <a:gd name="connsiteY2" fmla="*/ 555066 h 2475747"/>
                <a:gd name="connsiteX3" fmla="*/ 5938700 w 5957284"/>
                <a:gd name="connsiteY3" fmla="*/ 555066 h 2475747"/>
                <a:gd name="connsiteX4" fmla="*/ 5957284 w 5957284"/>
                <a:gd name="connsiteY4" fmla="*/ 556372 h 2475747"/>
                <a:gd name="connsiteX5" fmla="*/ 5957284 w 5957284"/>
                <a:gd name="connsiteY5" fmla="*/ 1 h 2475747"/>
                <a:gd name="connsiteX6" fmla="*/ 5347682 w 5957284"/>
                <a:gd name="connsiteY6" fmla="*/ 1 h 2475747"/>
                <a:gd name="connsiteX7" fmla="*/ 4906792 w 5957284"/>
                <a:gd name="connsiteY7" fmla="*/ 1 h 2475747"/>
                <a:gd name="connsiteX8" fmla="*/ 4906792 w 5957284"/>
                <a:gd name="connsiteY8" fmla="*/ 0 h 2475747"/>
                <a:gd name="connsiteX9" fmla="*/ 30390 w 5957284"/>
                <a:gd name="connsiteY9" fmla="*/ 0 h 2475747"/>
                <a:gd name="connsiteX10" fmla="*/ 27758 w 5957284"/>
                <a:gd name="connsiteY10" fmla="*/ 8867 h 2475747"/>
                <a:gd name="connsiteX11" fmla="*/ 111030 w 5957284"/>
                <a:gd name="connsiteY11" fmla="*/ 718665 h 2475747"/>
                <a:gd name="connsiteX12" fmla="*/ 703067 w 5957284"/>
                <a:gd name="connsiteY12" fmla="*/ 1902737 h 2475747"/>
                <a:gd name="connsiteX13" fmla="*/ 1495610 w 5957284"/>
                <a:gd name="connsiteY13" fmla="*/ 2473293 h 247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7284" h="2475747">
                  <a:moveTo>
                    <a:pt x="1530543" y="2475747"/>
                  </a:moveTo>
                  <a:lnTo>
                    <a:pt x="2336246" y="864341"/>
                  </a:lnTo>
                  <a:cubicBezTo>
                    <a:pt x="2431038" y="674756"/>
                    <a:pt x="2624701" y="555066"/>
                    <a:pt x="2836665" y="555066"/>
                  </a:cubicBezTo>
                  <a:lnTo>
                    <a:pt x="5938700" y="555066"/>
                  </a:lnTo>
                  <a:lnTo>
                    <a:pt x="5957284" y="556372"/>
                  </a:lnTo>
                  <a:lnTo>
                    <a:pt x="5957284" y="1"/>
                  </a:lnTo>
                  <a:lnTo>
                    <a:pt x="5347682" y="1"/>
                  </a:lnTo>
                  <a:lnTo>
                    <a:pt x="4906792" y="1"/>
                  </a:lnTo>
                  <a:lnTo>
                    <a:pt x="4906792" y="0"/>
                  </a:lnTo>
                  <a:lnTo>
                    <a:pt x="30390" y="0"/>
                  </a:lnTo>
                  <a:lnTo>
                    <a:pt x="27758" y="8867"/>
                  </a:lnTo>
                  <a:cubicBezTo>
                    <a:pt x="-27758" y="245466"/>
                    <a:pt x="0" y="496605"/>
                    <a:pt x="111030" y="718665"/>
                  </a:cubicBezTo>
                  <a:lnTo>
                    <a:pt x="703067" y="1902737"/>
                  </a:lnTo>
                  <a:cubicBezTo>
                    <a:pt x="858861" y="2214324"/>
                    <a:pt x="1156835" y="2425394"/>
                    <a:pt x="1495610" y="2473293"/>
                  </a:cubicBezTo>
                  <a:close/>
                </a:path>
              </a:pathLst>
            </a:custGeom>
            <a:blipFill dpi="0" rotWithShape="1">
              <a:blip r:embed="rId4">
                <a:alphaModFix amt="38000"/>
              </a:blip>
              <a:srcRect/>
              <a:tile tx="6350000" ty="-190500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2" name="任意多边形: 形状 31"/>
            <p:cNvSpPr/>
            <p:nvPr userDrawn="1"/>
          </p:nvSpPr>
          <p:spPr>
            <a:xfrm>
              <a:off x="6234716" y="0"/>
              <a:ext cx="5957284" cy="2475748"/>
            </a:xfrm>
            <a:custGeom>
              <a:avLst/>
              <a:gdLst>
                <a:gd name="connsiteX0" fmla="*/ 4607455 w 5957284"/>
                <a:gd name="connsiteY0" fmla="*/ 0 h 2475748"/>
                <a:gd name="connsiteX1" fmla="*/ 5957284 w 5957284"/>
                <a:gd name="connsiteY1" fmla="*/ 0 h 2475748"/>
                <a:gd name="connsiteX2" fmla="*/ 5957284 w 5957284"/>
                <a:gd name="connsiteY2" fmla="*/ 556374 h 2475748"/>
                <a:gd name="connsiteX3" fmla="*/ 5938700 w 5957284"/>
                <a:gd name="connsiteY3" fmla="*/ 555068 h 2475748"/>
                <a:gd name="connsiteX4" fmla="*/ 2836665 w 5957284"/>
                <a:gd name="connsiteY4" fmla="*/ 555068 h 2475748"/>
                <a:gd name="connsiteX5" fmla="*/ 2336246 w 5957284"/>
                <a:gd name="connsiteY5" fmla="*/ 864344 h 2475748"/>
                <a:gd name="connsiteX6" fmla="*/ 1530544 w 5957284"/>
                <a:gd name="connsiteY6" fmla="*/ 2475748 h 2475748"/>
                <a:gd name="connsiteX7" fmla="*/ 1495610 w 5957284"/>
                <a:gd name="connsiteY7" fmla="*/ 2473294 h 2475748"/>
                <a:gd name="connsiteX8" fmla="*/ 703067 w 5957284"/>
                <a:gd name="connsiteY8" fmla="*/ 1902738 h 2475748"/>
                <a:gd name="connsiteX9" fmla="*/ 111030 w 5957284"/>
                <a:gd name="connsiteY9" fmla="*/ 718666 h 2475748"/>
                <a:gd name="connsiteX10" fmla="*/ 27758 w 5957284"/>
                <a:gd name="connsiteY10" fmla="*/ 8868 h 2475748"/>
                <a:gd name="connsiteX11" fmla="*/ 30390 w 5957284"/>
                <a:gd name="connsiteY11" fmla="*/ 1 h 2475748"/>
                <a:gd name="connsiteX12" fmla="*/ 4607455 w 5957284"/>
                <a:gd name="connsiteY12" fmla="*/ 1 h 247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7284" h="2475748">
                  <a:moveTo>
                    <a:pt x="4607455" y="0"/>
                  </a:moveTo>
                  <a:lnTo>
                    <a:pt x="5957284" y="0"/>
                  </a:lnTo>
                  <a:lnTo>
                    <a:pt x="5957284" y="556374"/>
                  </a:lnTo>
                  <a:lnTo>
                    <a:pt x="5938700" y="555068"/>
                  </a:lnTo>
                  <a:lnTo>
                    <a:pt x="2836665" y="555068"/>
                  </a:lnTo>
                  <a:cubicBezTo>
                    <a:pt x="2624701" y="555068"/>
                    <a:pt x="2431038" y="674757"/>
                    <a:pt x="2336246" y="864344"/>
                  </a:cubicBezTo>
                  <a:lnTo>
                    <a:pt x="1530544" y="2475748"/>
                  </a:lnTo>
                  <a:lnTo>
                    <a:pt x="1495610" y="2473294"/>
                  </a:lnTo>
                  <a:cubicBezTo>
                    <a:pt x="1156835" y="2425395"/>
                    <a:pt x="858861" y="2214325"/>
                    <a:pt x="703067" y="1902738"/>
                  </a:cubicBezTo>
                  <a:lnTo>
                    <a:pt x="111030" y="718666"/>
                  </a:lnTo>
                  <a:cubicBezTo>
                    <a:pt x="0" y="496606"/>
                    <a:pt x="-27758" y="245467"/>
                    <a:pt x="27758" y="8868"/>
                  </a:cubicBezTo>
                  <a:lnTo>
                    <a:pt x="30390" y="1"/>
                  </a:lnTo>
                  <a:lnTo>
                    <a:pt x="4607455" y="1"/>
                  </a:lnTo>
                  <a:close/>
                </a:path>
              </a:pathLst>
            </a:custGeom>
            <a:blipFill dpi="0" rotWithShape="1">
              <a:blip r:embed="rId4">
                <a:alphaModFix amt="38000"/>
              </a:blip>
              <a:srcRect/>
              <a:tile tx="2051050" ty="-154940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gr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6" name="矩形 15"/>
          <p:cNvSpPr/>
          <p:nvPr userDrawn="1"/>
        </p:nvSpPr>
        <p:spPr>
          <a:xfrm>
            <a:off x="0" y="1"/>
            <a:ext cx="4864100" cy="6858000"/>
          </a:xfrm>
          <a:prstGeom prst="rect">
            <a:avLst/>
          </a:prstGeom>
          <a:gradFill>
            <a:gsLst>
              <a:gs pos="0">
                <a:srgbClr val="00B0F0"/>
              </a:gs>
              <a:gs pos="100000">
                <a:srgbClr val="0066FF"/>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17" name="图片 16" descr="形状&#10;&#10;中度可信度描述已自动生成"/>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37949"/>
          <a:stretch>
            <a:fillRect/>
          </a:stretch>
        </p:blipFill>
        <p:spPr>
          <a:xfrm rot="16200000">
            <a:off x="-996948" y="996950"/>
            <a:ext cx="6857999" cy="4864099"/>
          </a:xfrm>
          <a:prstGeom prst="rect">
            <a:avLst/>
          </a:prstGeom>
        </p:spPr>
      </p:pic>
      <p:sp>
        <p:nvSpPr>
          <p:cNvPr id="3" name="文本框 2"/>
          <p:cNvSpPr txBox="1"/>
          <p:nvPr userDrawn="1"/>
        </p:nvSpPr>
        <p:spPr>
          <a:xfrm>
            <a:off x="1711861" y="2508751"/>
            <a:ext cx="794614" cy="1754810"/>
          </a:xfrm>
          <a:custGeom>
            <a:avLst/>
            <a:gdLst/>
            <a:ahLst/>
            <a:cxnLst/>
            <a:rect l="l" t="t" r="r" b="b"/>
            <a:pathLst>
              <a:path w="794614" h="1754810">
                <a:moveTo>
                  <a:pt x="458496" y="1378458"/>
                </a:moveTo>
                <a:lnTo>
                  <a:pt x="458496" y="1395222"/>
                </a:lnTo>
                <a:cubicBezTo>
                  <a:pt x="481407" y="1430426"/>
                  <a:pt x="504038" y="1459204"/>
                  <a:pt x="526390" y="1481556"/>
                </a:cubicBezTo>
                <a:cubicBezTo>
                  <a:pt x="577799" y="1447470"/>
                  <a:pt x="626136" y="1413103"/>
                  <a:pt x="671398" y="1378458"/>
                </a:cubicBezTo>
                <a:close/>
                <a:moveTo>
                  <a:pt x="124892" y="1378458"/>
                </a:moveTo>
                <a:cubicBezTo>
                  <a:pt x="173508" y="1406957"/>
                  <a:pt x="218212" y="1434617"/>
                  <a:pt x="259004" y="1461440"/>
                </a:cubicBezTo>
                <a:lnTo>
                  <a:pt x="216256" y="1512570"/>
                </a:lnTo>
                <a:cubicBezTo>
                  <a:pt x="246990" y="1499717"/>
                  <a:pt x="291694" y="1479880"/>
                  <a:pt x="350368" y="1453058"/>
                </a:cubicBezTo>
                <a:lnTo>
                  <a:pt x="350368" y="1378458"/>
                </a:lnTo>
                <a:close/>
                <a:moveTo>
                  <a:pt x="74600" y="1001268"/>
                </a:moveTo>
                <a:lnTo>
                  <a:pt x="683971" y="1001268"/>
                </a:lnTo>
                <a:lnTo>
                  <a:pt x="683971" y="1288770"/>
                </a:lnTo>
                <a:lnTo>
                  <a:pt x="792099" y="1288770"/>
                </a:lnTo>
                <a:lnTo>
                  <a:pt x="792099" y="1378458"/>
                </a:lnTo>
                <a:lnTo>
                  <a:pt x="677266" y="1378458"/>
                </a:lnTo>
                <a:lnTo>
                  <a:pt x="746836" y="1453058"/>
                </a:lnTo>
                <a:cubicBezTo>
                  <a:pt x="694868" y="1488262"/>
                  <a:pt x="647370" y="1518437"/>
                  <a:pt x="604342" y="1543583"/>
                </a:cubicBezTo>
                <a:cubicBezTo>
                  <a:pt x="650723" y="1572641"/>
                  <a:pt x="714147" y="1597507"/>
                  <a:pt x="794614" y="1618183"/>
                </a:cubicBezTo>
                <a:cubicBezTo>
                  <a:pt x="760527" y="1683004"/>
                  <a:pt x="742087" y="1718488"/>
                  <a:pt x="739293" y="1724634"/>
                </a:cubicBezTo>
                <a:cubicBezTo>
                  <a:pt x="671119" y="1698371"/>
                  <a:pt x="615798" y="1671828"/>
                  <a:pt x="573329" y="1645005"/>
                </a:cubicBezTo>
                <a:cubicBezTo>
                  <a:pt x="528625" y="1616507"/>
                  <a:pt x="490347" y="1582420"/>
                  <a:pt x="458496" y="1542745"/>
                </a:cubicBezTo>
                <a:lnTo>
                  <a:pt x="458496" y="1624050"/>
                </a:lnTo>
                <a:cubicBezTo>
                  <a:pt x="458496" y="1669872"/>
                  <a:pt x="450952" y="1701444"/>
                  <a:pt x="435864" y="1718767"/>
                </a:cubicBezTo>
                <a:cubicBezTo>
                  <a:pt x="420218" y="1737207"/>
                  <a:pt x="390043" y="1747825"/>
                  <a:pt x="345339" y="1750619"/>
                </a:cubicBezTo>
                <a:cubicBezTo>
                  <a:pt x="307340" y="1752854"/>
                  <a:pt x="273253" y="1754251"/>
                  <a:pt x="243078" y="1754810"/>
                </a:cubicBezTo>
                <a:cubicBezTo>
                  <a:pt x="237490" y="1724634"/>
                  <a:pt x="229946" y="1691665"/>
                  <a:pt x="220447" y="1655902"/>
                </a:cubicBezTo>
                <a:cubicBezTo>
                  <a:pt x="244475" y="1657020"/>
                  <a:pt x="271298" y="1657299"/>
                  <a:pt x="300914" y="1656740"/>
                </a:cubicBezTo>
                <a:cubicBezTo>
                  <a:pt x="319354" y="1656740"/>
                  <a:pt x="332207" y="1653108"/>
                  <a:pt x="339471" y="1645844"/>
                </a:cubicBezTo>
                <a:cubicBezTo>
                  <a:pt x="346736" y="1638579"/>
                  <a:pt x="350368" y="1625727"/>
                  <a:pt x="350368" y="1607286"/>
                </a:cubicBezTo>
                <a:lnTo>
                  <a:pt x="350368" y="1560347"/>
                </a:lnTo>
                <a:cubicBezTo>
                  <a:pt x="157582" y="1651432"/>
                  <a:pt x="53645" y="1700606"/>
                  <a:pt x="38557" y="1707870"/>
                </a:cubicBezTo>
                <a:lnTo>
                  <a:pt x="0" y="1598066"/>
                </a:lnTo>
                <a:cubicBezTo>
                  <a:pt x="60909" y="1576273"/>
                  <a:pt x="119863" y="1553362"/>
                  <a:pt x="176860" y="1529334"/>
                </a:cubicBezTo>
                <a:cubicBezTo>
                  <a:pt x="128245" y="1494688"/>
                  <a:pt x="86894" y="1466189"/>
                  <a:pt x="52807" y="1443837"/>
                </a:cubicBezTo>
                <a:lnTo>
                  <a:pt x="105613" y="1378458"/>
                </a:lnTo>
                <a:lnTo>
                  <a:pt x="4191" y="1378458"/>
                </a:lnTo>
                <a:lnTo>
                  <a:pt x="4191" y="1288770"/>
                </a:lnTo>
                <a:lnTo>
                  <a:pt x="576682" y="1288770"/>
                </a:lnTo>
                <a:lnTo>
                  <a:pt x="576682" y="1230935"/>
                </a:lnTo>
                <a:lnTo>
                  <a:pt x="96393" y="1230935"/>
                </a:lnTo>
                <a:lnTo>
                  <a:pt x="96393" y="1145438"/>
                </a:lnTo>
                <a:lnTo>
                  <a:pt x="576682" y="1145438"/>
                </a:lnTo>
                <a:lnTo>
                  <a:pt x="576682" y="1088441"/>
                </a:lnTo>
                <a:lnTo>
                  <a:pt x="74600" y="1088441"/>
                </a:lnTo>
                <a:close/>
                <a:moveTo>
                  <a:pt x="190272" y="490347"/>
                </a:moveTo>
                <a:lnTo>
                  <a:pt x="190272" y="595960"/>
                </a:lnTo>
                <a:lnTo>
                  <a:pt x="604342" y="595960"/>
                </a:lnTo>
                <a:lnTo>
                  <a:pt x="604342" y="490347"/>
                </a:lnTo>
                <a:close/>
                <a:moveTo>
                  <a:pt x="190272" y="295046"/>
                </a:moveTo>
                <a:lnTo>
                  <a:pt x="190272" y="398145"/>
                </a:lnTo>
                <a:lnTo>
                  <a:pt x="604342" y="398145"/>
                </a:lnTo>
                <a:lnTo>
                  <a:pt x="604342" y="295046"/>
                </a:lnTo>
                <a:close/>
                <a:moveTo>
                  <a:pt x="190272" y="98069"/>
                </a:moveTo>
                <a:lnTo>
                  <a:pt x="190272" y="202844"/>
                </a:lnTo>
                <a:lnTo>
                  <a:pt x="604342" y="202844"/>
                </a:lnTo>
                <a:lnTo>
                  <a:pt x="604342" y="98069"/>
                </a:lnTo>
                <a:close/>
                <a:moveTo>
                  <a:pt x="77115" y="0"/>
                </a:moveTo>
                <a:lnTo>
                  <a:pt x="718338" y="0"/>
                </a:lnTo>
                <a:lnTo>
                  <a:pt x="718338" y="746836"/>
                </a:lnTo>
                <a:lnTo>
                  <a:pt x="604342" y="746836"/>
                </a:lnTo>
                <a:lnTo>
                  <a:pt x="604342" y="694029"/>
                </a:lnTo>
                <a:lnTo>
                  <a:pt x="190272" y="694029"/>
                </a:lnTo>
                <a:lnTo>
                  <a:pt x="190272" y="746836"/>
                </a:lnTo>
                <a:lnTo>
                  <a:pt x="77115" y="746836"/>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6600" dirty="0">
              <a:solidFill>
                <a:schemeClr val="bg1"/>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5" name="任意多边形: 形状 4"/>
          <p:cNvSpPr/>
          <p:nvPr userDrawn="1"/>
        </p:nvSpPr>
        <p:spPr>
          <a:xfrm rot="16200000">
            <a:off x="898868" y="3033992"/>
            <a:ext cx="5806516" cy="773582"/>
          </a:xfrm>
          <a:custGeom>
            <a:avLst/>
            <a:gdLst/>
            <a:ahLst/>
            <a:cxnLst/>
            <a:rect l="l" t="t" r="r" b="b"/>
            <a:pathLst>
              <a:path w="5806516" h="773582">
                <a:moveTo>
                  <a:pt x="674827" y="516636"/>
                </a:moveTo>
                <a:cubicBezTo>
                  <a:pt x="637642" y="684276"/>
                  <a:pt x="530047" y="769620"/>
                  <a:pt x="352044" y="772668"/>
                </a:cubicBezTo>
                <a:cubicBezTo>
                  <a:pt x="244755" y="772668"/>
                  <a:pt x="159106" y="736701"/>
                  <a:pt x="95098" y="664769"/>
                </a:cubicBezTo>
                <a:cubicBezTo>
                  <a:pt x="31699" y="594055"/>
                  <a:pt x="0" y="500481"/>
                  <a:pt x="0" y="384048"/>
                </a:cubicBezTo>
                <a:cubicBezTo>
                  <a:pt x="1219" y="267005"/>
                  <a:pt x="33528" y="174041"/>
                  <a:pt x="96927" y="105156"/>
                </a:cubicBezTo>
                <a:cubicBezTo>
                  <a:pt x="160325" y="36880"/>
                  <a:pt x="245669" y="1829"/>
                  <a:pt x="352958" y="0"/>
                </a:cubicBezTo>
                <a:cubicBezTo>
                  <a:pt x="432207" y="0"/>
                  <a:pt x="500787" y="22250"/>
                  <a:pt x="558699" y="66751"/>
                </a:cubicBezTo>
                <a:cubicBezTo>
                  <a:pt x="611734" y="107594"/>
                  <a:pt x="647395" y="160020"/>
                  <a:pt x="665683" y="224028"/>
                </a:cubicBezTo>
                <a:lnTo>
                  <a:pt x="529438" y="256946"/>
                </a:lnTo>
                <a:cubicBezTo>
                  <a:pt x="518465" y="217322"/>
                  <a:pt x="497434" y="185318"/>
                  <a:pt x="466344" y="160934"/>
                </a:cubicBezTo>
                <a:cubicBezTo>
                  <a:pt x="434035" y="135331"/>
                  <a:pt x="395935" y="122529"/>
                  <a:pt x="352044" y="122529"/>
                </a:cubicBezTo>
                <a:cubicBezTo>
                  <a:pt x="289865" y="122529"/>
                  <a:pt x="239878" y="148133"/>
                  <a:pt x="202083" y="199339"/>
                </a:cubicBezTo>
                <a:cubicBezTo>
                  <a:pt x="166726" y="247497"/>
                  <a:pt x="149047" y="308762"/>
                  <a:pt x="149047" y="383133"/>
                </a:cubicBezTo>
                <a:cubicBezTo>
                  <a:pt x="149047" y="466649"/>
                  <a:pt x="169164" y="532790"/>
                  <a:pt x="209398" y="581558"/>
                </a:cubicBezTo>
                <a:cubicBezTo>
                  <a:pt x="247193" y="627278"/>
                  <a:pt x="294742" y="650138"/>
                  <a:pt x="352044" y="650138"/>
                </a:cubicBezTo>
                <a:cubicBezTo>
                  <a:pt x="403251" y="650138"/>
                  <a:pt x="444399" y="635508"/>
                  <a:pt x="475488" y="606247"/>
                </a:cubicBezTo>
                <a:cubicBezTo>
                  <a:pt x="507187" y="576377"/>
                  <a:pt x="527609" y="532181"/>
                  <a:pt x="536753" y="473659"/>
                </a:cubicBezTo>
                <a:close/>
                <a:moveTo>
                  <a:pt x="1323975" y="388620"/>
                </a:moveTo>
                <a:cubicBezTo>
                  <a:pt x="1323975" y="306324"/>
                  <a:pt x="1304468" y="241401"/>
                  <a:pt x="1265454" y="193853"/>
                </a:cubicBezTo>
                <a:cubicBezTo>
                  <a:pt x="1226439" y="146304"/>
                  <a:pt x="1174623" y="122529"/>
                  <a:pt x="1110006" y="122529"/>
                </a:cubicBezTo>
                <a:cubicBezTo>
                  <a:pt x="1047217" y="122529"/>
                  <a:pt x="995706" y="146609"/>
                  <a:pt x="955472" y="194767"/>
                </a:cubicBezTo>
                <a:cubicBezTo>
                  <a:pt x="914629" y="243535"/>
                  <a:pt x="894207" y="307848"/>
                  <a:pt x="894207" y="387705"/>
                </a:cubicBezTo>
                <a:cubicBezTo>
                  <a:pt x="894207" y="470001"/>
                  <a:pt x="915238" y="535229"/>
                  <a:pt x="957301" y="583387"/>
                </a:cubicBezTo>
                <a:cubicBezTo>
                  <a:pt x="996315" y="627888"/>
                  <a:pt x="1046302" y="650138"/>
                  <a:pt x="1107262" y="650138"/>
                </a:cubicBezTo>
                <a:cubicBezTo>
                  <a:pt x="1174928" y="650138"/>
                  <a:pt x="1227963" y="626973"/>
                  <a:pt x="1266368" y="580644"/>
                </a:cubicBezTo>
                <a:cubicBezTo>
                  <a:pt x="1304773" y="534314"/>
                  <a:pt x="1323975" y="470306"/>
                  <a:pt x="1323975" y="388620"/>
                </a:cubicBezTo>
                <a:close/>
                <a:moveTo>
                  <a:pt x="1478509" y="387705"/>
                </a:moveTo>
                <a:cubicBezTo>
                  <a:pt x="1478509" y="503529"/>
                  <a:pt x="1444981" y="596798"/>
                  <a:pt x="1377925" y="667512"/>
                </a:cubicBezTo>
                <a:cubicBezTo>
                  <a:pt x="1310869" y="738225"/>
                  <a:pt x="1222477" y="773582"/>
                  <a:pt x="1112749" y="773582"/>
                </a:cubicBezTo>
                <a:cubicBezTo>
                  <a:pt x="1005459" y="773582"/>
                  <a:pt x="917982" y="738530"/>
                  <a:pt x="850316" y="668426"/>
                </a:cubicBezTo>
                <a:cubicBezTo>
                  <a:pt x="781431" y="597103"/>
                  <a:pt x="746989" y="503834"/>
                  <a:pt x="746989" y="388620"/>
                </a:cubicBezTo>
                <a:cubicBezTo>
                  <a:pt x="746989" y="272796"/>
                  <a:pt x="779298" y="179832"/>
                  <a:pt x="843915" y="109728"/>
                </a:cubicBezTo>
                <a:cubicBezTo>
                  <a:pt x="910362" y="37185"/>
                  <a:pt x="1000582" y="914"/>
                  <a:pt x="1114578" y="914"/>
                </a:cubicBezTo>
                <a:cubicBezTo>
                  <a:pt x="1224306" y="914"/>
                  <a:pt x="1313307" y="39014"/>
                  <a:pt x="1381582" y="115214"/>
                </a:cubicBezTo>
                <a:cubicBezTo>
                  <a:pt x="1446200" y="187757"/>
                  <a:pt x="1478509" y="278587"/>
                  <a:pt x="1478509" y="387705"/>
                </a:cubicBezTo>
                <a:close/>
                <a:moveTo>
                  <a:pt x="2238756" y="11887"/>
                </a:moveTo>
                <a:lnTo>
                  <a:pt x="2238756" y="759866"/>
                </a:lnTo>
                <a:lnTo>
                  <a:pt x="2087880" y="759866"/>
                </a:lnTo>
                <a:cubicBezTo>
                  <a:pt x="1982420" y="591617"/>
                  <a:pt x="1876959" y="423062"/>
                  <a:pt x="1771498" y="254203"/>
                </a:cubicBezTo>
                <a:cubicBezTo>
                  <a:pt x="1755648" y="230429"/>
                  <a:pt x="1741932" y="206045"/>
                  <a:pt x="1730350" y="181051"/>
                </a:cubicBezTo>
                <a:lnTo>
                  <a:pt x="1728521" y="181051"/>
                </a:lnTo>
                <a:cubicBezTo>
                  <a:pt x="1730350" y="206045"/>
                  <a:pt x="1731264" y="248412"/>
                  <a:pt x="1731264" y="308153"/>
                </a:cubicBezTo>
                <a:lnTo>
                  <a:pt x="1731264" y="759866"/>
                </a:lnTo>
                <a:lnTo>
                  <a:pt x="1595933" y="759866"/>
                </a:lnTo>
                <a:lnTo>
                  <a:pt x="1595933" y="11887"/>
                </a:lnTo>
                <a:lnTo>
                  <a:pt x="1755953" y="11887"/>
                </a:lnTo>
                <a:cubicBezTo>
                  <a:pt x="1858366" y="176479"/>
                  <a:pt x="1960474" y="340766"/>
                  <a:pt x="2062277" y="504749"/>
                </a:cubicBezTo>
                <a:cubicBezTo>
                  <a:pt x="2087271" y="547421"/>
                  <a:pt x="2101291" y="572719"/>
                  <a:pt x="2104339" y="580644"/>
                </a:cubicBezTo>
                <a:lnTo>
                  <a:pt x="2107083" y="580644"/>
                </a:lnTo>
                <a:cubicBezTo>
                  <a:pt x="2105254" y="538581"/>
                  <a:pt x="2104339" y="501701"/>
                  <a:pt x="2104339" y="470001"/>
                </a:cubicBezTo>
                <a:lnTo>
                  <a:pt x="2104339" y="11887"/>
                </a:lnTo>
                <a:close/>
                <a:moveTo>
                  <a:pt x="2970275" y="11887"/>
                </a:moveTo>
                <a:lnTo>
                  <a:pt x="2970275" y="128016"/>
                </a:lnTo>
                <a:lnTo>
                  <a:pt x="2723388" y="128016"/>
                </a:lnTo>
                <a:lnTo>
                  <a:pt x="2723388" y="759866"/>
                </a:lnTo>
                <a:lnTo>
                  <a:pt x="2581656" y="759866"/>
                </a:lnTo>
                <a:lnTo>
                  <a:pt x="2581656" y="128016"/>
                </a:lnTo>
                <a:lnTo>
                  <a:pt x="2332939" y="128016"/>
                </a:lnTo>
                <a:lnTo>
                  <a:pt x="2332939" y="11887"/>
                </a:lnTo>
                <a:close/>
                <a:moveTo>
                  <a:pt x="3632454" y="642823"/>
                </a:moveTo>
                <a:lnTo>
                  <a:pt x="3632454" y="758952"/>
                </a:lnTo>
                <a:lnTo>
                  <a:pt x="3056382" y="758952"/>
                </a:lnTo>
                <a:lnTo>
                  <a:pt x="3056382" y="10973"/>
                </a:lnTo>
                <a:lnTo>
                  <a:pt x="3618738" y="10973"/>
                </a:lnTo>
                <a:lnTo>
                  <a:pt x="3618738" y="127101"/>
                </a:lnTo>
                <a:lnTo>
                  <a:pt x="3198114" y="127101"/>
                </a:lnTo>
                <a:lnTo>
                  <a:pt x="3198114" y="317297"/>
                </a:lnTo>
                <a:lnTo>
                  <a:pt x="3593135" y="317297"/>
                </a:lnTo>
                <a:lnTo>
                  <a:pt x="3593135" y="432511"/>
                </a:lnTo>
                <a:lnTo>
                  <a:pt x="3198114" y="432511"/>
                </a:lnTo>
                <a:lnTo>
                  <a:pt x="3198114" y="642823"/>
                </a:lnTo>
                <a:close/>
                <a:moveTo>
                  <a:pt x="4400930" y="11887"/>
                </a:moveTo>
                <a:lnTo>
                  <a:pt x="4400930" y="759866"/>
                </a:lnTo>
                <a:lnTo>
                  <a:pt x="4250054" y="759866"/>
                </a:lnTo>
                <a:cubicBezTo>
                  <a:pt x="4144594" y="591617"/>
                  <a:pt x="4039134" y="423062"/>
                  <a:pt x="3933672" y="254203"/>
                </a:cubicBezTo>
                <a:cubicBezTo>
                  <a:pt x="3917823" y="230429"/>
                  <a:pt x="3904107" y="206045"/>
                  <a:pt x="3892524" y="181051"/>
                </a:cubicBezTo>
                <a:lnTo>
                  <a:pt x="3890695" y="181051"/>
                </a:lnTo>
                <a:cubicBezTo>
                  <a:pt x="3892524" y="206045"/>
                  <a:pt x="3893439" y="248412"/>
                  <a:pt x="3893439" y="308153"/>
                </a:cubicBezTo>
                <a:lnTo>
                  <a:pt x="3893439" y="759866"/>
                </a:lnTo>
                <a:lnTo>
                  <a:pt x="3758108" y="759866"/>
                </a:lnTo>
                <a:lnTo>
                  <a:pt x="3758108" y="11887"/>
                </a:lnTo>
                <a:lnTo>
                  <a:pt x="3918127" y="11887"/>
                </a:lnTo>
                <a:cubicBezTo>
                  <a:pt x="4020540" y="176479"/>
                  <a:pt x="4122649" y="340766"/>
                  <a:pt x="4224452" y="504749"/>
                </a:cubicBezTo>
                <a:cubicBezTo>
                  <a:pt x="4249445" y="547421"/>
                  <a:pt x="4263466" y="572719"/>
                  <a:pt x="4266514" y="580644"/>
                </a:cubicBezTo>
                <a:lnTo>
                  <a:pt x="4269257" y="580644"/>
                </a:lnTo>
                <a:cubicBezTo>
                  <a:pt x="4267428" y="538581"/>
                  <a:pt x="4266514" y="501701"/>
                  <a:pt x="4266514" y="470001"/>
                </a:cubicBezTo>
                <a:lnTo>
                  <a:pt x="4266514" y="11887"/>
                </a:lnTo>
                <a:close/>
                <a:moveTo>
                  <a:pt x="5132451" y="11887"/>
                </a:moveTo>
                <a:lnTo>
                  <a:pt x="5132451" y="128016"/>
                </a:lnTo>
                <a:lnTo>
                  <a:pt x="4885562" y="128016"/>
                </a:lnTo>
                <a:lnTo>
                  <a:pt x="4885562" y="759866"/>
                </a:lnTo>
                <a:lnTo>
                  <a:pt x="4743831" y="759866"/>
                </a:lnTo>
                <a:lnTo>
                  <a:pt x="4743831" y="128016"/>
                </a:lnTo>
                <a:lnTo>
                  <a:pt x="4495114" y="128016"/>
                </a:lnTo>
                <a:lnTo>
                  <a:pt x="4495114" y="11887"/>
                </a:lnTo>
                <a:close/>
                <a:moveTo>
                  <a:pt x="5806516" y="548640"/>
                </a:moveTo>
                <a:cubicBezTo>
                  <a:pt x="5806516" y="616305"/>
                  <a:pt x="5782131" y="670255"/>
                  <a:pt x="5733364" y="710489"/>
                </a:cubicBezTo>
                <a:cubicBezTo>
                  <a:pt x="5682157" y="752551"/>
                  <a:pt x="5610530" y="773582"/>
                  <a:pt x="5518480" y="773582"/>
                </a:cubicBezTo>
                <a:cubicBezTo>
                  <a:pt x="5420943" y="773582"/>
                  <a:pt x="5345659" y="753161"/>
                  <a:pt x="5292623" y="712317"/>
                </a:cubicBezTo>
                <a:cubicBezTo>
                  <a:pt x="5240198" y="672084"/>
                  <a:pt x="5204840" y="609295"/>
                  <a:pt x="5186553" y="523951"/>
                </a:cubicBezTo>
                <a:lnTo>
                  <a:pt x="5326456" y="493776"/>
                </a:lnTo>
                <a:cubicBezTo>
                  <a:pt x="5342915" y="607161"/>
                  <a:pt x="5405398" y="662635"/>
                  <a:pt x="5513908" y="660197"/>
                </a:cubicBezTo>
                <a:cubicBezTo>
                  <a:pt x="5559628" y="660197"/>
                  <a:pt x="5595289" y="649529"/>
                  <a:pt x="5620893" y="628193"/>
                </a:cubicBezTo>
                <a:cubicBezTo>
                  <a:pt x="5644057" y="609295"/>
                  <a:pt x="5655640" y="584606"/>
                  <a:pt x="5655640" y="554126"/>
                </a:cubicBezTo>
                <a:cubicBezTo>
                  <a:pt x="5655640" y="529133"/>
                  <a:pt x="5648020" y="508711"/>
                  <a:pt x="5632780" y="492861"/>
                </a:cubicBezTo>
                <a:cubicBezTo>
                  <a:pt x="5615711" y="474573"/>
                  <a:pt x="5585840" y="458114"/>
                  <a:pt x="5543169" y="443484"/>
                </a:cubicBezTo>
                <a:cubicBezTo>
                  <a:pt x="5500496" y="429463"/>
                  <a:pt x="5461787" y="418490"/>
                  <a:pt x="5427040" y="410565"/>
                </a:cubicBezTo>
                <a:cubicBezTo>
                  <a:pt x="5347792" y="391668"/>
                  <a:pt x="5292013" y="365760"/>
                  <a:pt x="5259704" y="332841"/>
                </a:cubicBezTo>
                <a:cubicBezTo>
                  <a:pt x="5228616" y="301142"/>
                  <a:pt x="5213070" y="257251"/>
                  <a:pt x="5213070" y="201168"/>
                </a:cubicBezTo>
                <a:cubicBezTo>
                  <a:pt x="5213070" y="144475"/>
                  <a:pt x="5237149" y="97231"/>
                  <a:pt x="5285308" y="59436"/>
                </a:cubicBezTo>
                <a:cubicBezTo>
                  <a:pt x="5335904" y="19812"/>
                  <a:pt x="5401741" y="0"/>
                  <a:pt x="5482818" y="0"/>
                </a:cubicBezTo>
                <a:cubicBezTo>
                  <a:pt x="5573039" y="0"/>
                  <a:pt x="5642838" y="17678"/>
                  <a:pt x="5692216" y="53035"/>
                </a:cubicBezTo>
                <a:cubicBezTo>
                  <a:pt x="5739155" y="86563"/>
                  <a:pt x="5770549" y="138074"/>
                  <a:pt x="5786399" y="207569"/>
                </a:cubicBezTo>
                <a:lnTo>
                  <a:pt x="5646496" y="235915"/>
                </a:lnTo>
                <a:cubicBezTo>
                  <a:pt x="5640400" y="196901"/>
                  <a:pt x="5624855" y="167030"/>
                  <a:pt x="5599862" y="146304"/>
                </a:cubicBezTo>
                <a:cubicBezTo>
                  <a:pt x="5573648" y="124358"/>
                  <a:pt x="5537072" y="113385"/>
                  <a:pt x="5490133" y="113385"/>
                </a:cubicBezTo>
                <a:cubicBezTo>
                  <a:pt x="5449900" y="113385"/>
                  <a:pt x="5417896" y="122834"/>
                  <a:pt x="5394121" y="141732"/>
                </a:cubicBezTo>
                <a:cubicBezTo>
                  <a:pt x="5372785" y="158191"/>
                  <a:pt x="5362117" y="178308"/>
                  <a:pt x="5362117" y="202082"/>
                </a:cubicBezTo>
                <a:cubicBezTo>
                  <a:pt x="5362117" y="228295"/>
                  <a:pt x="5372480" y="249021"/>
                  <a:pt x="5393207" y="264261"/>
                </a:cubicBezTo>
                <a:cubicBezTo>
                  <a:pt x="5414543" y="279501"/>
                  <a:pt x="5454472" y="293827"/>
                  <a:pt x="5512994" y="307238"/>
                </a:cubicBezTo>
                <a:cubicBezTo>
                  <a:pt x="5556885" y="316382"/>
                  <a:pt x="5604128" y="331317"/>
                  <a:pt x="5654726" y="352044"/>
                </a:cubicBezTo>
                <a:cubicBezTo>
                  <a:pt x="5755919" y="394716"/>
                  <a:pt x="5806516" y="460248"/>
                  <a:pt x="5806516" y="548640"/>
                </a:cubicBezTo>
                <a:close/>
              </a:path>
            </a:pathLst>
          </a:custGeom>
          <a:gradFill flip="none" rotWithShape="1">
            <a:gsLst>
              <a:gs pos="0">
                <a:schemeClr val="bg1">
                  <a:alpha val="0"/>
                </a:schemeClr>
              </a:gs>
              <a:gs pos="100000">
                <a:schemeClr val="bg1">
                  <a:alpha val="50000"/>
                </a:schemeClr>
              </a:gs>
            </a:gsLst>
            <a:lin ang="16200000" scaled="1"/>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7200" spc="-150" dirty="0">
              <a:gradFill flip="none" rotWithShape="1">
                <a:gsLst>
                  <a:gs pos="0">
                    <a:schemeClr val="bg1">
                      <a:alpha val="0"/>
                    </a:schemeClr>
                  </a:gs>
                  <a:gs pos="100000">
                    <a:schemeClr val="bg1">
                      <a:alpha val="50000"/>
                    </a:schemeClr>
                  </a:gs>
                </a:gsLst>
                <a:lin ang="16200000" scaled="1"/>
                <a:tileRect/>
              </a:gra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20" name="图片 19" descr="郑州地铁"/>
          <p:cNvPicPr>
            <a:picLocks noChangeAspect="1"/>
          </p:cNvPicPr>
          <p:nvPr userDrawn="1"/>
        </p:nvPicPr>
        <p:blipFill>
          <a:blip r:embed="rId3"/>
          <a:srcRect l="10417" t="17543" r="7493" b="31489"/>
          <a:stretch>
            <a:fillRect/>
          </a:stretch>
        </p:blipFill>
        <p:spPr>
          <a:xfrm>
            <a:off x="10269758" y="178962"/>
            <a:ext cx="1247558" cy="940648"/>
          </a:xfrm>
          <a:prstGeom prst="rect">
            <a:avLst/>
          </a:prstGeom>
        </p:spPr>
      </p:pic>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过渡页1">
    <p:spTree>
      <p:nvGrpSpPr>
        <p:cNvPr id="1" name=""/>
        <p:cNvGrpSpPr/>
        <p:nvPr/>
      </p:nvGrpSpPr>
      <p:grpSpPr>
        <a:xfrm>
          <a:off x="0" y="0"/>
          <a:ext cx="0" cy="0"/>
          <a:chOff x="0" y="0"/>
          <a:chExt cx="0" cy="0"/>
        </a:xfrm>
      </p:grpSpPr>
      <p:sp>
        <p:nvSpPr>
          <p:cNvPr id="5" name="矩形 4"/>
          <p:cNvSpPr/>
          <p:nvPr userDrawn="1"/>
        </p:nvSpPr>
        <p:spPr>
          <a:xfrm>
            <a:off x="0" y="0"/>
            <a:ext cx="121919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图片 6"/>
          <p:cNvPicPr>
            <a:picLocks noChangeAspect="1"/>
          </p:cNvPicPr>
          <p:nvPr userDrawn="1">
            <p:custDataLst>
              <p:tags r:id="rId2"/>
            </p:custDataLst>
          </p:nvPr>
        </p:nvPicPr>
        <p:blipFill rotWithShape="1">
          <a:blip r:embed="rId3" cstate="print">
            <a:extLst>
              <a:ext uri="{28A0092B-C50C-407E-A947-70E740481C1C}">
                <a14:useLocalDpi xmlns:a14="http://schemas.microsoft.com/office/drawing/2010/main" val="0"/>
              </a:ext>
            </a:extLst>
          </a:blip>
          <a:srcRect t="15988" b="38153"/>
          <a:stretch>
            <a:fillRect/>
          </a:stretch>
        </p:blipFill>
        <p:spPr>
          <a:xfrm>
            <a:off x="0" y="3827145"/>
            <a:ext cx="12192000" cy="3030855"/>
          </a:xfrm>
          <a:prstGeom prst="rect">
            <a:avLst/>
          </a:prstGeom>
        </p:spPr>
      </p:pic>
      <p:sp>
        <p:nvSpPr>
          <p:cNvPr id="10" name="矩形 9"/>
          <p:cNvSpPr/>
          <p:nvPr userDrawn="1">
            <p:custDataLst>
              <p:tags r:id="rId4"/>
            </p:custDataLst>
          </p:nvPr>
        </p:nvSpPr>
        <p:spPr>
          <a:xfrm>
            <a:off x="0" y="3632835"/>
            <a:ext cx="12192000" cy="3225165"/>
          </a:xfrm>
          <a:prstGeom prst="rect">
            <a:avLst/>
          </a:prstGeom>
          <a:gradFill>
            <a:gsLst>
              <a:gs pos="0">
                <a:schemeClr val="bg1"/>
              </a:gs>
              <a:gs pos="100000">
                <a:schemeClr val="bg1">
                  <a:alpha val="8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0" y="2079823"/>
            <a:ext cx="1912535" cy="2815938"/>
          </a:xfrm>
          <a:prstGeom prst="rect">
            <a:avLst/>
          </a:prstGeom>
          <a:solidFill>
            <a:srgbClr val="117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方正兰亭黑简体" panose="02000500000000000000" pitchFamily="2" charset="-122"/>
              <a:ea typeface="方正兰亭粗黑简体" panose="02000500000000000000" pitchFamily="2" charset="-122"/>
            </a:endParaRPr>
          </a:p>
        </p:txBody>
      </p:sp>
      <p:cxnSp>
        <p:nvCxnSpPr>
          <p:cNvPr id="13" name="直接连接符 12"/>
          <p:cNvCxnSpPr/>
          <p:nvPr userDrawn="1"/>
        </p:nvCxnSpPr>
        <p:spPr>
          <a:xfrm>
            <a:off x="2477969" y="2346897"/>
            <a:ext cx="2737049" cy="0"/>
          </a:xfrm>
          <a:prstGeom prst="line">
            <a:avLst/>
          </a:prstGeom>
          <a:ln w="69850">
            <a:gradFill flip="none" rotWithShape="1">
              <a:gsLst>
                <a:gs pos="0">
                  <a:srgbClr val="006CFF"/>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3846493" y="4614609"/>
            <a:ext cx="2918184" cy="0"/>
          </a:xfrm>
          <a:prstGeom prst="line">
            <a:avLst/>
          </a:prstGeom>
          <a:ln w="69850">
            <a:gradFill flip="none" rotWithShape="1">
              <a:gsLst>
                <a:gs pos="0">
                  <a:srgbClr val="006CFF"/>
                </a:gs>
                <a:gs pos="100000">
                  <a:schemeClr val="bg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273636" y="2143991"/>
            <a:ext cx="4918363" cy="2815938"/>
          </a:xfrm>
          <a:prstGeom prst="rect">
            <a:avLst/>
          </a:prstGeom>
          <a:solidFill>
            <a:srgbClr val="117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方正兰亭黑简体" panose="02000500000000000000" pitchFamily="2" charset="-122"/>
              <a:ea typeface="方正兰亭粗黑简体" panose="02000500000000000000" pitchFamily="2" charset="-122"/>
            </a:endParaRPr>
          </a:p>
        </p:txBody>
      </p:sp>
      <p:sp>
        <p:nvSpPr>
          <p:cNvPr id="16" name="矩形 15"/>
          <p:cNvSpPr/>
          <p:nvPr userDrawn="1"/>
        </p:nvSpPr>
        <p:spPr>
          <a:xfrm>
            <a:off x="8680350" y="1581150"/>
            <a:ext cx="2545299" cy="3868280"/>
          </a:xfrm>
          <a:prstGeom prst="rect">
            <a:avLst/>
          </a:prstGeom>
          <a:noFill/>
          <a:ln w="76200">
            <a:solidFill>
              <a:srgbClr val="E6DCBD"/>
            </a:solid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8481809" y="2143991"/>
            <a:ext cx="397081" cy="2815938"/>
          </a:xfrm>
          <a:prstGeom prst="rect">
            <a:avLst/>
          </a:prstGeom>
          <a:solidFill>
            <a:srgbClr val="1177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886498" y="2763253"/>
            <a:ext cx="571235" cy="1577414"/>
          </a:xfrm>
          <a:prstGeom prst="rect">
            <a:avLst/>
          </a:prstGeom>
          <a:solidFill>
            <a:srgbClr val="1177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userDrawn="1"/>
        </p:nvPicPr>
        <p:blipFill rotWithShape="1">
          <a:blip r:embed="rId5">
            <a:alphaModFix amt="35000"/>
            <a:extLst>
              <a:ext uri="{28A0092B-C50C-407E-A947-70E740481C1C}">
                <a14:useLocalDpi xmlns:a14="http://schemas.microsoft.com/office/drawing/2010/main" val="0"/>
              </a:ext>
            </a:extLst>
          </a:blip>
          <a:srcRect l="15862" t="65862"/>
          <a:stretch>
            <a:fillRect/>
          </a:stretch>
        </p:blipFill>
        <p:spPr>
          <a:xfrm rot="5400000" flipH="1">
            <a:off x="8207262" y="2384976"/>
            <a:ext cx="5898403" cy="2071071"/>
          </a:xfrm>
          <a:prstGeom prst="rect">
            <a:avLst/>
          </a:prstGeom>
        </p:spPr>
      </p:pic>
      <p:pic>
        <p:nvPicPr>
          <p:cNvPr id="31" name="图片 30" descr="形状&#10;&#10;中度可信度描述已自动生成"/>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l="67860" t="1432" r="7932" b="2492"/>
          <a:stretch>
            <a:fillRect/>
          </a:stretch>
        </p:blipFill>
        <p:spPr>
          <a:xfrm rot="16200000">
            <a:off x="8324849" y="1092779"/>
            <a:ext cx="2815938" cy="4918363"/>
          </a:xfrm>
          <a:custGeom>
            <a:avLst/>
            <a:gdLst>
              <a:gd name="connsiteX0" fmla="*/ 2815938 w 2815938"/>
              <a:gd name="connsiteY0" fmla="*/ 0 h 4918363"/>
              <a:gd name="connsiteX1" fmla="*/ 2815938 w 2815938"/>
              <a:gd name="connsiteY1" fmla="*/ 4918363 h 4918363"/>
              <a:gd name="connsiteX2" fmla="*/ 0 w 2815938"/>
              <a:gd name="connsiteY2" fmla="*/ 4918363 h 4918363"/>
              <a:gd name="connsiteX3" fmla="*/ 0 w 2815938"/>
              <a:gd name="connsiteY3" fmla="*/ 0 h 4918363"/>
            </a:gdLst>
            <a:ahLst/>
            <a:cxnLst>
              <a:cxn ang="0">
                <a:pos x="connsiteX0" y="connsiteY0"/>
              </a:cxn>
              <a:cxn ang="0">
                <a:pos x="connsiteX1" y="connsiteY1"/>
              </a:cxn>
              <a:cxn ang="0">
                <a:pos x="connsiteX2" y="connsiteY2"/>
              </a:cxn>
              <a:cxn ang="0">
                <a:pos x="connsiteX3" y="connsiteY3"/>
              </a:cxn>
            </a:cxnLst>
            <a:rect l="l" t="t" r="r" b="b"/>
            <a:pathLst>
              <a:path w="2815938" h="4918363">
                <a:moveTo>
                  <a:pt x="2815938" y="0"/>
                </a:moveTo>
                <a:lnTo>
                  <a:pt x="2815938" y="4918363"/>
                </a:lnTo>
                <a:lnTo>
                  <a:pt x="0" y="4918363"/>
                </a:lnTo>
                <a:lnTo>
                  <a:pt x="0" y="0"/>
                </a:lnTo>
                <a:close/>
              </a:path>
            </a:pathLst>
          </a:custGeom>
        </p:spPr>
      </p:pic>
      <p:pic>
        <p:nvPicPr>
          <p:cNvPr id="32" name="图片 31" descr="形状&#10;&#10;中度可信度描述已自动生成"/>
          <p:cNvPicPr>
            <a:picLocks noChangeAspect="1"/>
          </p:cNvPicPr>
          <p:nvPr userDrawn="1"/>
        </p:nvPicPr>
        <p:blipFill rotWithShape="1">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l="42084" t="628" r="3738" b="15763"/>
          <a:stretch>
            <a:fillRect/>
          </a:stretch>
        </p:blipFill>
        <p:spPr>
          <a:xfrm rot="16200000">
            <a:off x="-451701" y="2531524"/>
            <a:ext cx="2815938" cy="1912535"/>
          </a:xfrm>
          <a:custGeom>
            <a:avLst/>
            <a:gdLst>
              <a:gd name="connsiteX0" fmla="*/ 2815938 w 2815938"/>
              <a:gd name="connsiteY0" fmla="*/ 0 h 1912535"/>
              <a:gd name="connsiteX1" fmla="*/ 2815937 w 2815938"/>
              <a:gd name="connsiteY1" fmla="*/ 1912535 h 1912535"/>
              <a:gd name="connsiteX2" fmla="*/ 0 w 2815938"/>
              <a:gd name="connsiteY2" fmla="*/ 1912534 h 1912535"/>
              <a:gd name="connsiteX3" fmla="*/ 0 w 2815938"/>
              <a:gd name="connsiteY3" fmla="*/ 0 h 1912535"/>
            </a:gdLst>
            <a:ahLst/>
            <a:cxnLst>
              <a:cxn ang="0">
                <a:pos x="connsiteX0" y="connsiteY0"/>
              </a:cxn>
              <a:cxn ang="0">
                <a:pos x="connsiteX1" y="connsiteY1"/>
              </a:cxn>
              <a:cxn ang="0">
                <a:pos x="connsiteX2" y="connsiteY2"/>
              </a:cxn>
              <a:cxn ang="0">
                <a:pos x="connsiteX3" y="connsiteY3"/>
              </a:cxn>
            </a:cxnLst>
            <a:rect l="l" t="t" r="r" b="b"/>
            <a:pathLst>
              <a:path w="2815938" h="1912535">
                <a:moveTo>
                  <a:pt x="2815938" y="0"/>
                </a:moveTo>
                <a:lnTo>
                  <a:pt x="2815937" y="1912535"/>
                </a:lnTo>
                <a:lnTo>
                  <a:pt x="0" y="1912534"/>
                </a:lnTo>
                <a:lnTo>
                  <a:pt x="0" y="0"/>
                </a:lnTo>
                <a:close/>
              </a:path>
            </a:pathLst>
          </a:custGeom>
        </p:spPr>
      </p:pic>
      <p:pic>
        <p:nvPicPr>
          <p:cNvPr id="12" name="图片 11" descr="郑州地铁"/>
          <p:cNvPicPr>
            <a:picLocks noChangeAspect="1"/>
          </p:cNvPicPr>
          <p:nvPr userDrawn="1"/>
        </p:nvPicPr>
        <p:blipFill>
          <a:blip r:embed="rId8"/>
          <a:srcRect l="10417" t="17543" r="7493" b="31489"/>
          <a:stretch>
            <a:fillRect/>
          </a:stretch>
        </p:blipFill>
        <p:spPr>
          <a:xfrm>
            <a:off x="127579" y="2806970"/>
            <a:ext cx="1657377" cy="1249648"/>
          </a:xfrm>
          <a:prstGeom prst="rect">
            <a:avLst/>
          </a:prstGeom>
        </p:spPr>
      </p:pic>
      <p:sp>
        <p:nvSpPr>
          <p:cNvPr id="18" name="椭圆 17"/>
          <p:cNvSpPr/>
          <p:nvPr userDrawn="1"/>
        </p:nvSpPr>
        <p:spPr>
          <a:xfrm>
            <a:off x="7839070" y="2703920"/>
            <a:ext cx="1653380" cy="1653378"/>
          </a:xfrm>
          <a:prstGeom prst="ellipse">
            <a:avLst/>
          </a:prstGeom>
          <a:solidFill>
            <a:schemeClr val="bg1"/>
          </a:solidFill>
          <a:ln w="76200">
            <a:solidFill>
              <a:srgbClr val="D1AA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userDrawn="1"/>
        </p:nvSpPr>
        <p:spPr>
          <a:xfrm>
            <a:off x="9697310" y="3090295"/>
            <a:ext cx="2962017" cy="923330"/>
          </a:xfrm>
          <a:prstGeom prst="rect">
            <a:avLst/>
          </a:prstGeom>
          <a:noFill/>
        </p:spPr>
        <p:txBody>
          <a:bodyPr wrap="square" rtlCol="0">
            <a:spAutoFit/>
          </a:bodyPr>
          <a:lstStyle/>
          <a:p>
            <a:r>
              <a:rPr lang="en-US" altLang="zh-CN" sz="5400" b="1" spc="300" dirty="0">
                <a:solidFill>
                  <a:srgbClr val="E6DCBD"/>
                </a:solidFill>
                <a:effectLst>
                  <a:outerShdw blurRad="25400" dist="25400" dir="2700000" algn="tl">
                    <a:srgbClr val="000000">
                      <a:alpha val="40000"/>
                    </a:srgbClr>
                  </a:outerShdw>
                </a:effectLst>
                <a:latin typeface="微软雅黑" panose="020B0503020204020204" charset="-122"/>
                <a:ea typeface="微软雅黑" panose="020B0503020204020204" charset="-122"/>
              </a:rPr>
              <a:t>PART</a:t>
            </a:r>
            <a:endParaRPr lang="zh-CN" altLang="en-US" sz="5400" b="1" spc="300" dirty="0">
              <a:solidFill>
                <a:srgbClr val="E6DCBD"/>
              </a:solidFill>
              <a:effectLst>
                <a:outerShdw blurRad="25400" dist="25400" dir="2700000" algn="tl">
                  <a:srgbClr val="000000">
                    <a:alpha val="40000"/>
                  </a:srgbClr>
                </a:outerShdw>
              </a:effectLst>
              <a:latin typeface="微软雅黑" panose="020B0503020204020204" charset="-122"/>
              <a:ea typeface="微软雅黑" panose="020B0503020204020204" charset="-122"/>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6" name="图片 15" descr="郑州地铁"/>
          <p:cNvPicPr>
            <a:picLocks noChangeAspect="1"/>
          </p:cNvPicPr>
          <p:nvPr userDrawn="1"/>
        </p:nvPicPr>
        <p:blipFill>
          <a:blip r:embed="rId2"/>
          <a:srcRect l="10417" t="17543" r="7493" b="31489"/>
          <a:stretch>
            <a:fillRect/>
          </a:stretch>
        </p:blipFill>
        <p:spPr>
          <a:xfrm>
            <a:off x="10896273" y="0"/>
            <a:ext cx="1027877" cy="775010"/>
          </a:xfrm>
          <a:prstGeom prst="rect">
            <a:avLst/>
          </a:prstGeom>
        </p:spPr>
      </p:pic>
      <p:sp>
        <p:nvSpPr>
          <p:cNvPr id="18" name="标题 17"/>
          <p:cNvSpPr>
            <a:spLocks noGrp="1"/>
          </p:cNvSpPr>
          <p:nvPr>
            <p:ph type="title" hasCustomPrompt="1"/>
          </p:nvPr>
        </p:nvSpPr>
        <p:spPr>
          <a:xfrm>
            <a:off x="810418" y="263615"/>
            <a:ext cx="6852731" cy="523220"/>
          </a:xfrm>
          <a:prstGeom prst="rect">
            <a:avLst/>
          </a:prstGeom>
          <a:noFill/>
        </p:spPr>
        <p:txBody>
          <a:bodyPr wrap="square" rtlCol="0">
            <a:spAutoFit/>
          </a:bodyPr>
          <a:lstStyle>
            <a:lvl1pPr>
              <a:lnSpc>
                <a:spcPct val="100000"/>
              </a:lnSpc>
              <a:defRPr lang="zh-CN" altLang="en-US" sz="2800">
                <a:solidFill>
                  <a:srgbClr val="25517D"/>
                </a:solidFill>
                <a:latin typeface="方正正粗黑简体" panose="02000000000000000000" pitchFamily="2" charset="-122"/>
                <a:ea typeface="方正正粗黑简体" panose="02000000000000000000" pitchFamily="2" charset="-122"/>
                <a:cs typeface="方正正粗黑简体" panose="02000000000000000000" pitchFamily="2" charset="-122"/>
              </a:defRPr>
            </a:lvl1pPr>
          </a:lstStyle>
          <a:p>
            <a:pPr marL="0" lvl="0"/>
            <a:r>
              <a:rPr lang="zh-CN" altLang="en-US" dirty="0"/>
              <a:t>一、请在此处输入标题</a:t>
            </a:r>
            <a:endParaRPr lang="zh-CN" altLang="en-US" dirty="0"/>
          </a:p>
        </p:txBody>
      </p:sp>
      <p:cxnSp>
        <p:nvCxnSpPr>
          <p:cNvPr id="22" name="直接连接符 21"/>
          <p:cNvCxnSpPr/>
          <p:nvPr userDrawn="1"/>
        </p:nvCxnSpPr>
        <p:spPr>
          <a:xfrm>
            <a:off x="0" y="812803"/>
            <a:ext cx="12192000" cy="0"/>
          </a:xfrm>
          <a:prstGeom prst="line">
            <a:avLst/>
          </a:prstGeom>
          <a:ln w="19050">
            <a:solidFill>
              <a:srgbClr val="0B5AA7"/>
            </a:solidFill>
          </a:ln>
        </p:spPr>
        <p:style>
          <a:lnRef idx="1">
            <a:schemeClr val="accent1"/>
          </a:lnRef>
          <a:fillRef idx="0">
            <a:schemeClr val="accent1"/>
          </a:fillRef>
          <a:effectRef idx="0">
            <a:schemeClr val="accent1"/>
          </a:effectRef>
          <a:fontRef idx="minor">
            <a:schemeClr val="tx1"/>
          </a:fontRef>
        </p:style>
      </p:cxnSp>
      <p:sp>
        <p:nvSpPr>
          <p:cNvPr id="9" name="平行四边形 8"/>
          <p:cNvSpPr/>
          <p:nvPr userDrawn="1"/>
        </p:nvSpPr>
        <p:spPr>
          <a:xfrm>
            <a:off x="0" y="6377940"/>
            <a:ext cx="12191365" cy="480060"/>
          </a:xfrm>
          <a:prstGeom prst="parallelogram">
            <a:avLst>
              <a:gd name="adj" fmla="val 0"/>
            </a:avLst>
          </a:prstGeom>
          <a:gradFill flip="none" rotWithShape="1">
            <a:gsLst>
              <a:gs pos="0">
                <a:srgbClr val="0B5AA7">
                  <a:alpha val="1000"/>
                </a:srgbClr>
              </a:gs>
              <a:gs pos="73000">
                <a:srgbClr val="0B5A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3" name="文本框 2"/>
          <p:cNvSpPr txBox="1"/>
          <p:nvPr/>
        </p:nvSpPr>
        <p:spPr>
          <a:xfrm>
            <a:off x="9413633" y="6484438"/>
            <a:ext cx="2404958" cy="236086"/>
          </a:xfrm>
          <a:custGeom>
            <a:avLst/>
            <a:gdLst/>
            <a:ahLst/>
            <a:cxnLst/>
            <a:rect l="l" t="t" r="r" b="b"/>
            <a:pathLst>
              <a:path w="2404958" h="236086">
                <a:moveTo>
                  <a:pt x="40634" y="191081"/>
                </a:moveTo>
                <a:lnTo>
                  <a:pt x="70981" y="191081"/>
                </a:lnTo>
                <a:cubicBezTo>
                  <a:pt x="79382" y="202054"/>
                  <a:pt x="85468" y="213026"/>
                  <a:pt x="89240" y="223999"/>
                </a:cubicBezTo>
                <a:lnTo>
                  <a:pt x="56579" y="223999"/>
                </a:lnTo>
                <a:cubicBezTo>
                  <a:pt x="53321" y="213369"/>
                  <a:pt x="48006" y="202397"/>
                  <a:pt x="40634" y="191081"/>
                </a:cubicBezTo>
                <a:close/>
                <a:moveTo>
                  <a:pt x="961444" y="183108"/>
                </a:moveTo>
                <a:lnTo>
                  <a:pt x="993077" y="183108"/>
                </a:lnTo>
                <a:cubicBezTo>
                  <a:pt x="983304" y="197510"/>
                  <a:pt x="971045" y="208483"/>
                  <a:pt x="956301" y="216027"/>
                </a:cubicBezTo>
                <a:cubicBezTo>
                  <a:pt x="942070" y="223228"/>
                  <a:pt x="922525" y="228800"/>
                  <a:pt x="897665" y="232743"/>
                </a:cubicBezTo>
                <a:lnTo>
                  <a:pt x="897665" y="215770"/>
                </a:lnTo>
                <a:cubicBezTo>
                  <a:pt x="913095" y="212684"/>
                  <a:pt x="925440" y="208740"/>
                  <a:pt x="934698" y="203940"/>
                </a:cubicBezTo>
                <a:cubicBezTo>
                  <a:pt x="943613" y="199310"/>
                  <a:pt x="952529" y="192367"/>
                  <a:pt x="961444" y="183108"/>
                </a:cubicBezTo>
                <a:close/>
                <a:moveTo>
                  <a:pt x="1592161" y="156619"/>
                </a:moveTo>
                <a:lnTo>
                  <a:pt x="1592161" y="175136"/>
                </a:lnTo>
                <a:lnTo>
                  <a:pt x="1708404" y="175136"/>
                </a:lnTo>
                <a:lnTo>
                  <a:pt x="1708404" y="156619"/>
                </a:lnTo>
                <a:close/>
                <a:moveTo>
                  <a:pt x="1395679" y="156105"/>
                </a:moveTo>
                <a:lnTo>
                  <a:pt x="1395679" y="209597"/>
                </a:lnTo>
                <a:lnTo>
                  <a:pt x="1451487" y="209597"/>
                </a:lnTo>
                <a:cubicBezTo>
                  <a:pt x="1460231" y="209597"/>
                  <a:pt x="1464602" y="204454"/>
                  <a:pt x="1464602" y="194167"/>
                </a:cubicBezTo>
                <a:lnTo>
                  <a:pt x="1464602" y="156105"/>
                </a:lnTo>
                <a:close/>
                <a:moveTo>
                  <a:pt x="2188674" y="149933"/>
                </a:moveTo>
                <a:lnTo>
                  <a:pt x="2212077" y="149933"/>
                </a:lnTo>
                <a:cubicBezTo>
                  <a:pt x="2209848" y="167421"/>
                  <a:pt x="2205476" y="181137"/>
                  <a:pt x="2198961" y="191081"/>
                </a:cubicBezTo>
                <a:cubicBezTo>
                  <a:pt x="2192617" y="200854"/>
                  <a:pt x="2182587" y="209083"/>
                  <a:pt x="2168871" y="215770"/>
                </a:cubicBezTo>
                <a:lnTo>
                  <a:pt x="2168871" y="196224"/>
                </a:lnTo>
                <a:cubicBezTo>
                  <a:pt x="2179673" y="185423"/>
                  <a:pt x="2186273" y="169993"/>
                  <a:pt x="2188674" y="149933"/>
                </a:cubicBezTo>
                <a:close/>
                <a:moveTo>
                  <a:pt x="1113177" y="149676"/>
                </a:moveTo>
                <a:lnTo>
                  <a:pt x="1113177" y="168964"/>
                </a:lnTo>
                <a:cubicBezTo>
                  <a:pt x="1103405" y="172393"/>
                  <a:pt x="1092603" y="174107"/>
                  <a:pt x="1080773" y="174107"/>
                </a:cubicBezTo>
                <a:lnTo>
                  <a:pt x="1065600" y="174107"/>
                </a:lnTo>
                <a:cubicBezTo>
                  <a:pt x="1076916" y="192452"/>
                  <a:pt x="1096633" y="205826"/>
                  <a:pt x="1124750" y="214227"/>
                </a:cubicBezTo>
                <a:lnTo>
                  <a:pt x="1124750" y="232743"/>
                </a:lnTo>
                <a:cubicBezTo>
                  <a:pt x="1100405" y="226914"/>
                  <a:pt x="1081288" y="219370"/>
                  <a:pt x="1067400" y="210112"/>
                </a:cubicBezTo>
                <a:cubicBezTo>
                  <a:pt x="1053341" y="201025"/>
                  <a:pt x="1042626" y="188852"/>
                  <a:pt x="1035253" y="173593"/>
                </a:cubicBezTo>
                <a:lnTo>
                  <a:pt x="1035253" y="155591"/>
                </a:lnTo>
                <a:lnTo>
                  <a:pt x="1075115" y="155591"/>
                </a:lnTo>
                <a:cubicBezTo>
                  <a:pt x="1088831" y="155591"/>
                  <a:pt x="1101519" y="153619"/>
                  <a:pt x="1113177" y="149676"/>
                </a:cubicBezTo>
                <a:close/>
                <a:moveTo>
                  <a:pt x="955015" y="148390"/>
                </a:moveTo>
                <a:lnTo>
                  <a:pt x="985876" y="148390"/>
                </a:lnTo>
                <a:cubicBezTo>
                  <a:pt x="977303" y="161591"/>
                  <a:pt x="966416" y="171707"/>
                  <a:pt x="953215" y="178736"/>
                </a:cubicBezTo>
                <a:cubicBezTo>
                  <a:pt x="940013" y="185594"/>
                  <a:pt x="921325" y="191081"/>
                  <a:pt x="897150" y="195196"/>
                </a:cubicBezTo>
                <a:lnTo>
                  <a:pt x="897150" y="178479"/>
                </a:lnTo>
                <a:cubicBezTo>
                  <a:pt x="911895" y="175050"/>
                  <a:pt x="923211" y="171278"/>
                  <a:pt x="931097" y="167164"/>
                </a:cubicBezTo>
                <a:cubicBezTo>
                  <a:pt x="939327" y="162877"/>
                  <a:pt x="947299" y="156619"/>
                  <a:pt x="955015" y="148390"/>
                </a:cubicBezTo>
                <a:close/>
                <a:moveTo>
                  <a:pt x="1365075" y="135274"/>
                </a:moveTo>
                <a:lnTo>
                  <a:pt x="1495721" y="135274"/>
                </a:lnTo>
                <a:lnTo>
                  <a:pt x="1495721" y="195453"/>
                </a:lnTo>
                <a:cubicBezTo>
                  <a:pt x="1495721" y="207626"/>
                  <a:pt x="1492977" y="216541"/>
                  <a:pt x="1487491" y="222199"/>
                </a:cubicBezTo>
                <a:cubicBezTo>
                  <a:pt x="1482005" y="227857"/>
                  <a:pt x="1473261" y="230686"/>
                  <a:pt x="1461259" y="230686"/>
                </a:cubicBezTo>
                <a:lnTo>
                  <a:pt x="1365075" y="230686"/>
                </a:lnTo>
                <a:close/>
                <a:moveTo>
                  <a:pt x="389620" y="124215"/>
                </a:moveTo>
                <a:lnTo>
                  <a:pt x="389620" y="140675"/>
                </a:lnTo>
                <a:lnTo>
                  <a:pt x="426139" y="140675"/>
                </a:lnTo>
                <a:cubicBezTo>
                  <a:pt x="430768" y="140675"/>
                  <a:pt x="433940" y="139732"/>
                  <a:pt x="435655" y="137846"/>
                </a:cubicBezTo>
                <a:cubicBezTo>
                  <a:pt x="437369" y="135960"/>
                  <a:pt x="438226" y="132531"/>
                  <a:pt x="438226" y="127559"/>
                </a:cubicBezTo>
                <a:lnTo>
                  <a:pt x="438226" y="124215"/>
                </a:lnTo>
                <a:close/>
                <a:moveTo>
                  <a:pt x="309382" y="124215"/>
                </a:moveTo>
                <a:lnTo>
                  <a:pt x="309382" y="140675"/>
                </a:lnTo>
                <a:lnTo>
                  <a:pt x="357473" y="140675"/>
                </a:lnTo>
                <a:lnTo>
                  <a:pt x="357473" y="124215"/>
                </a:lnTo>
                <a:close/>
                <a:moveTo>
                  <a:pt x="48092" y="122929"/>
                </a:moveTo>
                <a:lnTo>
                  <a:pt x="48092" y="135531"/>
                </a:lnTo>
                <a:lnTo>
                  <a:pt x="172050" y="135531"/>
                </a:lnTo>
                <a:cubicBezTo>
                  <a:pt x="180623" y="135874"/>
                  <a:pt x="185081" y="131673"/>
                  <a:pt x="185423" y="122929"/>
                </a:cubicBezTo>
                <a:close/>
                <a:moveTo>
                  <a:pt x="1592161" y="120358"/>
                </a:moveTo>
                <a:lnTo>
                  <a:pt x="1592161" y="138360"/>
                </a:lnTo>
                <a:lnTo>
                  <a:pt x="1708404" y="138360"/>
                </a:lnTo>
                <a:lnTo>
                  <a:pt x="1708404" y="120358"/>
                </a:lnTo>
                <a:close/>
                <a:moveTo>
                  <a:pt x="1101862" y="115729"/>
                </a:moveTo>
                <a:lnTo>
                  <a:pt x="1101862" y="136560"/>
                </a:lnTo>
                <a:cubicBezTo>
                  <a:pt x="1082145" y="141017"/>
                  <a:pt x="1063200" y="143246"/>
                  <a:pt x="1045026" y="143246"/>
                </a:cubicBezTo>
                <a:lnTo>
                  <a:pt x="1025481" y="143246"/>
                </a:lnTo>
                <a:lnTo>
                  <a:pt x="1025481" y="235058"/>
                </a:lnTo>
                <a:lnTo>
                  <a:pt x="995649" y="235058"/>
                </a:lnTo>
                <a:lnTo>
                  <a:pt x="995649" y="143246"/>
                </a:lnTo>
                <a:lnTo>
                  <a:pt x="915153" y="143246"/>
                </a:lnTo>
                <a:lnTo>
                  <a:pt x="915153" y="123958"/>
                </a:lnTo>
                <a:lnTo>
                  <a:pt x="1042969" y="123958"/>
                </a:lnTo>
                <a:cubicBezTo>
                  <a:pt x="1060799" y="123958"/>
                  <a:pt x="1080431" y="121215"/>
                  <a:pt x="1101862" y="115729"/>
                </a:cubicBezTo>
                <a:close/>
                <a:moveTo>
                  <a:pt x="653606" y="104413"/>
                </a:moveTo>
                <a:lnTo>
                  <a:pt x="676237" y="104413"/>
                </a:lnTo>
                <a:cubicBezTo>
                  <a:pt x="674351" y="149161"/>
                  <a:pt x="668522" y="190824"/>
                  <a:pt x="658749" y="229400"/>
                </a:cubicBezTo>
                <a:lnTo>
                  <a:pt x="632517" y="229400"/>
                </a:lnTo>
                <a:cubicBezTo>
                  <a:pt x="644347" y="187395"/>
                  <a:pt x="651377" y="145732"/>
                  <a:pt x="653606" y="104413"/>
                </a:cubicBezTo>
                <a:close/>
                <a:moveTo>
                  <a:pt x="1560014" y="100812"/>
                </a:moveTo>
                <a:lnTo>
                  <a:pt x="1740809" y="100812"/>
                </a:lnTo>
                <a:lnTo>
                  <a:pt x="1740809" y="200339"/>
                </a:lnTo>
                <a:cubicBezTo>
                  <a:pt x="1740809" y="211998"/>
                  <a:pt x="1738408" y="220227"/>
                  <a:pt x="1733607" y="225028"/>
                </a:cubicBezTo>
                <a:cubicBezTo>
                  <a:pt x="1728807" y="229829"/>
                  <a:pt x="1720663" y="232229"/>
                  <a:pt x="1709176" y="232229"/>
                </a:cubicBezTo>
                <a:lnTo>
                  <a:pt x="1683973" y="232229"/>
                </a:lnTo>
                <a:lnTo>
                  <a:pt x="1683973" y="212684"/>
                </a:lnTo>
                <a:lnTo>
                  <a:pt x="1696060" y="212684"/>
                </a:lnTo>
                <a:cubicBezTo>
                  <a:pt x="1700861" y="212684"/>
                  <a:pt x="1704118" y="211741"/>
                  <a:pt x="1705833" y="209855"/>
                </a:cubicBezTo>
                <a:cubicBezTo>
                  <a:pt x="1707547" y="207969"/>
                  <a:pt x="1708404" y="204454"/>
                  <a:pt x="1708404" y="199310"/>
                </a:cubicBezTo>
                <a:lnTo>
                  <a:pt x="1708404" y="193138"/>
                </a:lnTo>
                <a:lnTo>
                  <a:pt x="1592161" y="193138"/>
                </a:lnTo>
                <a:lnTo>
                  <a:pt x="1592161" y="233772"/>
                </a:lnTo>
                <a:lnTo>
                  <a:pt x="1560014" y="233772"/>
                </a:lnTo>
                <a:close/>
                <a:moveTo>
                  <a:pt x="389620" y="93097"/>
                </a:moveTo>
                <a:lnTo>
                  <a:pt x="389620" y="109042"/>
                </a:lnTo>
                <a:lnTo>
                  <a:pt x="438226" y="109042"/>
                </a:lnTo>
                <a:lnTo>
                  <a:pt x="438226" y="93097"/>
                </a:lnTo>
                <a:close/>
                <a:moveTo>
                  <a:pt x="309382" y="93097"/>
                </a:moveTo>
                <a:lnTo>
                  <a:pt x="309382" y="109042"/>
                </a:lnTo>
                <a:lnTo>
                  <a:pt x="357473" y="109042"/>
                </a:lnTo>
                <a:lnTo>
                  <a:pt x="357473" y="93097"/>
                </a:lnTo>
                <a:close/>
                <a:moveTo>
                  <a:pt x="697840" y="87182"/>
                </a:moveTo>
                <a:lnTo>
                  <a:pt x="720986" y="87182"/>
                </a:lnTo>
                <a:cubicBezTo>
                  <a:pt x="719785" y="93011"/>
                  <a:pt x="718671" y="97641"/>
                  <a:pt x="717642" y="101070"/>
                </a:cubicBezTo>
                <a:lnTo>
                  <a:pt x="762391" y="101070"/>
                </a:lnTo>
                <a:lnTo>
                  <a:pt x="762391" y="120101"/>
                </a:lnTo>
                <a:lnTo>
                  <a:pt x="739502" y="120101"/>
                </a:lnTo>
                <a:lnTo>
                  <a:pt x="739502" y="135017"/>
                </a:lnTo>
                <a:cubicBezTo>
                  <a:pt x="739502" y="139303"/>
                  <a:pt x="739417" y="143589"/>
                  <a:pt x="739245" y="147875"/>
                </a:cubicBezTo>
                <a:lnTo>
                  <a:pt x="765477" y="147875"/>
                </a:lnTo>
                <a:lnTo>
                  <a:pt x="765477" y="167164"/>
                </a:lnTo>
                <a:lnTo>
                  <a:pt x="737959" y="167164"/>
                </a:lnTo>
                <a:cubicBezTo>
                  <a:pt x="742760" y="187052"/>
                  <a:pt x="751247" y="202482"/>
                  <a:pt x="763419" y="213455"/>
                </a:cubicBezTo>
                <a:lnTo>
                  <a:pt x="763419" y="233258"/>
                </a:lnTo>
                <a:cubicBezTo>
                  <a:pt x="746275" y="223485"/>
                  <a:pt x="734273" y="211912"/>
                  <a:pt x="727415" y="198539"/>
                </a:cubicBezTo>
                <a:cubicBezTo>
                  <a:pt x="718842" y="213627"/>
                  <a:pt x="703326" y="226142"/>
                  <a:pt x="680866" y="236086"/>
                </a:cubicBezTo>
                <a:lnTo>
                  <a:pt x="680866" y="216798"/>
                </a:lnTo>
                <a:cubicBezTo>
                  <a:pt x="690639" y="209940"/>
                  <a:pt x="697840" y="202997"/>
                  <a:pt x="702469" y="195967"/>
                </a:cubicBezTo>
                <a:cubicBezTo>
                  <a:pt x="707613" y="188252"/>
                  <a:pt x="711041" y="178651"/>
                  <a:pt x="712756" y="167164"/>
                </a:cubicBezTo>
                <a:lnTo>
                  <a:pt x="681895" y="167164"/>
                </a:lnTo>
                <a:lnTo>
                  <a:pt x="681895" y="147875"/>
                </a:lnTo>
                <a:lnTo>
                  <a:pt x="714556" y="147875"/>
                </a:lnTo>
                <a:cubicBezTo>
                  <a:pt x="714728" y="145818"/>
                  <a:pt x="714813" y="142646"/>
                  <a:pt x="714813" y="138360"/>
                </a:cubicBezTo>
                <a:lnTo>
                  <a:pt x="714813" y="120101"/>
                </a:lnTo>
                <a:lnTo>
                  <a:pt x="708898" y="120101"/>
                </a:lnTo>
                <a:cubicBezTo>
                  <a:pt x="702898" y="128502"/>
                  <a:pt x="693382" y="135617"/>
                  <a:pt x="680352" y="141446"/>
                </a:cubicBezTo>
                <a:lnTo>
                  <a:pt x="680352" y="124730"/>
                </a:lnTo>
                <a:cubicBezTo>
                  <a:pt x="685495" y="119586"/>
                  <a:pt x="689353" y="114357"/>
                  <a:pt x="691925" y="109042"/>
                </a:cubicBezTo>
                <a:cubicBezTo>
                  <a:pt x="694668" y="103384"/>
                  <a:pt x="696640" y="96098"/>
                  <a:pt x="697840" y="87182"/>
                </a:cubicBezTo>
                <a:close/>
                <a:moveTo>
                  <a:pt x="2211048" y="79981"/>
                </a:moveTo>
                <a:lnTo>
                  <a:pt x="2211048" y="116500"/>
                </a:lnTo>
                <a:lnTo>
                  <a:pt x="2244738" y="116500"/>
                </a:lnTo>
                <a:cubicBezTo>
                  <a:pt x="2249367" y="116500"/>
                  <a:pt x="2252539" y="115643"/>
                  <a:pt x="2254253" y="113928"/>
                </a:cubicBezTo>
                <a:cubicBezTo>
                  <a:pt x="2255797" y="112385"/>
                  <a:pt x="2256568" y="109299"/>
                  <a:pt x="2256568" y="104670"/>
                </a:cubicBezTo>
                <a:lnTo>
                  <a:pt x="2256568" y="79981"/>
                </a:lnTo>
                <a:close/>
                <a:moveTo>
                  <a:pt x="937013" y="78438"/>
                </a:moveTo>
                <a:lnTo>
                  <a:pt x="937013" y="93869"/>
                </a:lnTo>
                <a:cubicBezTo>
                  <a:pt x="953129" y="92669"/>
                  <a:pt x="966502" y="91383"/>
                  <a:pt x="977132" y="90011"/>
                </a:cubicBezTo>
                <a:lnTo>
                  <a:pt x="977132" y="78438"/>
                </a:lnTo>
                <a:close/>
                <a:moveTo>
                  <a:pt x="156877" y="68151"/>
                </a:moveTo>
                <a:lnTo>
                  <a:pt x="156877" y="71494"/>
                </a:lnTo>
                <a:cubicBezTo>
                  <a:pt x="156877" y="76124"/>
                  <a:pt x="157734" y="79381"/>
                  <a:pt x="159449" y="81267"/>
                </a:cubicBezTo>
                <a:cubicBezTo>
                  <a:pt x="161163" y="83153"/>
                  <a:pt x="164078" y="84096"/>
                  <a:pt x="168193" y="84096"/>
                </a:cubicBezTo>
                <a:lnTo>
                  <a:pt x="185423" y="84096"/>
                </a:lnTo>
                <a:lnTo>
                  <a:pt x="185423" y="68151"/>
                </a:lnTo>
                <a:close/>
                <a:moveTo>
                  <a:pt x="105185" y="68151"/>
                </a:moveTo>
                <a:cubicBezTo>
                  <a:pt x="103470" y="79124"/>
                  <a:pt x="98327" y="87182"/>
                  <a:pt x="89754" y="92326"/>
                </a:cubicBezTo>
                <a:cubicBezTo>
                  <a:pt x="81182" y="97298"/>
                  <a:pt x="67294" y="100384"/>
                  <a:pt x="48092" y="101584"/>
                </a:cubicBezTo>
                <a:lnTo>
                  <a:pt x="48092" y="108785"/>
                </a:lnTo>
                <a:lnTo>
                  <a:pt x="185423" y="108785"/>
                </a:lnTo>
                <a:lnTo>
                  <a:pt x="185423" y="98241"/>
                </a:lnTo>
                <a:lnTo>
                  <a:pt x="155848" y="98241"/>
                </a:lnTo>
                <a:cubicBezTo>
                  <a:pt x="146590" y="98241"/>
                  <a:pt x="139903" y="96269"/>
                  <a:pt x="135789" y="92326"/>
                </a:cubicBezTo>
                <a:cubicBezTo>
                  <a:pt x="131674" y="88382"/>
                  <a:pt x="129617" y="81867"/>
                  <a:pt x="129617" y="72780"/>
                </a:cubicBezTo>
                <a:lnTo>
                  <a:pt x="129617" y="68151"/>
                </a:lnTo>
                <a:close/>
                <a:moveTo>
                  <a:pt x="48092" y="68151"/>
                </a:moveTo>
                <a:lnTo>
                  <a:pt x="48092" y="86925"/>
                </a:lnTo>
                <a:cubicBezTo>
                  <a:pt x="57865" y="85896"/>
                  <a:pt x="65151" y="83925"/>
                  <a:pt x="69952" y="81010"/>
                </a:cubicBezTo>
                <a:cubicBezTo>
                  <a:pt x="74581" y="78095"/>
                  <a:pt x="77410" y="73809"/>
                  <a:pt x="78439" y="68151"/>
                </a:cubicBezTo>
                <a:close/>
                <a:moveTo>
                  <a:pt x="2183787" y="60950"/>
                </a:moveTo>
                <a:lnTo>
                  <a:pt x="2283571" y="60950"/>
                </a:lnTo>
                <a:lnTo>
                  <a:pt x="2283571" y="105184"/>
                </a:lnTo>
                <a:cubicBezTo>
                  <a:pt x="2283571" y="116329"/>
                  <a:pt x="2281428" y="124130"/>
                  <a:pt x="2277142" y="128587"/>
                </a:cubicBezTo>
                <a:cubicBezTo>
                  <a:pt x="2272684" y="133216"/>
                  <a:pt x="2265055" y="135531"/>
                  <a:pt x="2254253" y="135531"/>
                </a:cubicBezTo>
                <a:lnTo>
                  <a:pt x="2250396" y="135531"/>
                </a:lnTo>
                <a:lnTo>
                  <a:pt x="2250396" y="198796"/>
                </a:lnTo>
                <a:cubicBezTo>
                  <a:pt x="2250396" y="210626"/>
                  <a:pt x="2248081" y="219027"/>
                  <a:pt x="2243452" y="223999"/>
                </a:cubicBezTo>
                <a:cubicBezTo>
                  <a:pt x="2238823" y="228971"/>
                  <a:pt x="2230851" y="231457"/>
                  <a:pt x="2219535" y="231457"/>
                </a:cubicBezTo>
                <a:lnTo>
                  <a:pt x="2200761" y="231457"/>
                </a:lnTo>
                <a:lnTo>
                  <a:pt x="2200761" y="212169"/>
                </a:lnTo>
                <a:lnTo>
                  <a:pt x="2209248" y="212169"/>
                </a:lnTo>
                <a:cubicBezTo>
                  <a:pt x="2214049" y="212169"/>
                  <a:pt x="2217306" y="211226"/>
                  <a:pt x="2219021" y="209340"/>
                </a:cubicBezTo>
                <a:cubicBezTo>
                  <a:pt x="2220907" y="207283"/>
                  <a:pt x="2221849" y="203682"/>
                  <a:pt x="2221849" y="198539"/>
                </a:cubicBezTo>
                <a:lnTo>
                  <a:pt x="2221849" y="135531"/>
                </a:lnTo>
                <a:lnTo>
                  <a:pt x="2183787" y="135531"/>
                </a:lnTo>
                <a:close/>
                <a:moveTo>
                  <a:pt x="937013" y="52206"/>
                </a:moveTo>
                <a:lnTo>
                  <a:pt x="937013" y="65322"/>
                </a:lnTo>
                <a:lnTo>
                  <a:pt x="977132" y="65322"/>
                </a:lnTo>
                <a:lnTo>
                  <a:pt x="977132" y="52206"/>
                </a:lnTo>
                <a:close/>
                <a:moveTo>
                  <a:pt x="1455601" y="50663"/>
                </a:moveTo>
                <a:lnTo>
                  <a:pt x="1485176" y="50663"/>
                </a:lnTo>
                <a:cubicBezTo>
                  <a:pt x="1482776" y="67123"/>
                  <a:pt x="1479004" y="81010"/>
                  <a:pt x="1473861" y="92326"/>
                </a:cubicBezTo>
                <a:lnTo>
                  <a:pt x="1509608" y="92326"/>
                </a:lnTo>
                <a:lnTo>
                  <a:pt x="1509608" y="113414"/>
                </a:lnTo>
                <a:lnTo>
                  <a:pt x="1350674" y="113414"/>
                </a:lnTo>
                <a:lnTo>
                  <a:pt x="1350674" y="92326"/>
                </a:lnTo>
                <a:lnTo>
                  <a:pt x="1385392" y="92326"/>
                </a:lnTo>
                <a:cubicBezTo>
                  <a:pt x="1380763" y="81353"/>
                  <a:pt x="1377334" y="67637"/>
                  <a:pt x="1375105" y="51178"/>
                </a:cubicBezTo>
                <a:lnTo>
                  <a:pt x="1404423" y="51178"/>
                </a:lnTo>
                <a:cubicBezTo>
                  <a:pt x="1406481" y="67637"/>
                  <a:pt x="1409567" y="81353"/>
                  <a:pt x="1413681" y="92326"/>
                </a:cubicBezTo>
                <a:lnTo>
                  <a:pt x="1446086" y="92326"/>
                </a:lnTo>
                <a:cubicBezTo>
                  <a:pt x="1450715" y="80324"/>
                  <a:pt x="1453887" y="66437"/>
                  <a:pt x="1455601" y="50663"/>
                </a:cubicBezTo>
                <a:close/>
                <a:moveTo>
                  <a:pt x="105956" y="36262"/>
                </a:moveTo>
                <a:lnTo>
                  <a:pt x="105956" y="52206"/>
                </a:lnTo>
                <a:lnTo>
                  <a:pt x="129617" y="52206"/>
                </a:lnTo>
                <a:lnTo>
                  <a:pt x="129617" y="36262"/>
                </a:lnTo>
                <a:close/>
                <a:moveTo>
                  <a:pt x="937013" y="25717"/>
                </a:moveTo>
                <a:lnTo>
                  <a:pt x="937013" y="38833"/>
                </a:lnTo>
                <a:lnTo>
                  <a:pt x="977132" y="38833"/>
                </a:lnTo>
                <a:lnTo>
                  <a:pt x="977132" y="25717"/>
                </a:lnTo>
                <a:close/>
                <a:moveTo>
                  <a:pt x="1019051" y="14659"/>
                </a:moveTo>
                <a:lnTo>
                  <a:pt x="1118578" y="14659"/>
                </a:lnTo>
                <a:lnTo>
                  <a:pt x="1118578" y="32661"/>
                </a:lnTo>
                <a:cubicBezTo>
                  <a:pt x="1109663" y="54264"/>
                  <a:pt x="1098776" y="70809"/>
                  <a:pt x="1085917" y="82296"/>
                </a:cubicBezTo>
                <a:cubicBezTo>
                  <a:pt x="1094832" y="88125"/>
                  <a:pt x="1107005" y="93697"/>
                  <a:pt x="1122436" y="99012"/>
                </a:cubicBezTo>
                <a:lnTo>
                  <a:pt x="1122436" y="117529"/>
                </a:lnTo>
                <a:cubicBezTo>
                  <a:pt x="1099633" y="111185"/>
                  <a:pt x="1081459" y="103899"/>
                  <a:pt x="1067915" y="95669"/>
                </a:cubicBezTo>
                <a:cubicBezTo>
                  <a:pt x="1054199" y="103899"/>
                  <a:pt x="1036711" y="111099"/>
                  <a:pt x="1015451" y="117272"/>
                </a:cubicBezTo>
                <a:lnTo>
                  <a:pt x="1015451" y="99527"/>
                </a:lnTo>
                <a:cubicBezTo>
                  <a:pt x="1028310" y="94040"/>
                  <a:pt x="1039540" y="88211"/>
                  <a:pt x="1049141" y="82039"/>
                </a:cubicBezTo>
                <a:cubicBezTo>
                  <a:pt x="1037139" y="71409"/>
                  <a:pt x="1027195" y="57521"/>
                  <a:pt x="1019309" y="40376"/>
                </a:cubicBezTo>
                <a:lnTo>
                  <a:pt x="1048369" y="40376"/>
                </a:lnTo>
                <a:cubicBezTo>
                  <a:pt x="1054713" y="51521"/>
                  <a:pt x="1061057" y="60436"/>
                  <a:pt x="1067400" y="67123"/>
                </a:cubicBezTo>
                <a:cubicBezTo>
                  <a:pt x="1075801" y="58207"/>
                  <a:pt x="1083345" y="46806"/>
                  <a:pt x="1090032" y="32918"/>
                </a:cubicBezTo>
                <a:lnTo>
                  <a:pt x="1019051" y="32918"/>
                </a:lnTo>
                <a:close/>
                <a:moveTo>
                  <a:pt x="775764" y="13630"/>
                </a:moveTo>
                <a:lnTo>
                  <a:pt x="867575" y="13630"/>
                </a:lnTo>
                <a:lnTo>
                  <a:pt x="867575" y="32147"/>
                </a:lnTo>
                <a:cubicBezTo>
                  <a:pt x="859689" y="48949"/>
                  <a:pt x="850602" y="63436"/>
                  <a:pt x="840315" y="75609"/>
                </a:cubicBezTo>
                <a:lnTo>
                  <a:pt x="870404" y="75609"/>
                </a:lnTo>
                <a:lnTo>
                  <a:pt x="870404" y="118300"/>
                </a:lnTo>
                <a:lnTo>
                  <a:pt x="848544" y="118300"/>
                </a:lnTo>
                <a:lnTo>
                  <a:pt x="848544" y="94897"/>
                </a:lnTo>
                <a:lnTo>
                  <a:pt x="833885" y="94897"/>
                </a:lnTo>
                <a:lnTo>
                  <a:pt x="833885" y="135274"/>
                </a:lnTo>
                <a:lnTo>
                  <a:pt x="866547" y="135274"/>
                </a:lnTo>
                <a:lnTo>
                  <a:pt x="866547" y="154305"/>
                </a:lnTo>
                <a:lnTo>
                  <a:pt x="833885" y="154305"/>
                </a:lnTo>
                <a:lnTo>
                  <a:pt x="833885" y="207283"/>
                </a:lnTo>
                <a:lnTo>
                  <a:pt x="839029" y="207283"/>
                </a:lnTo>
                <a:lnTo>
                  <a:pt x="871947" y="207283"/>
                </a:lnTo>
                <a:lnTo>
                  <a:pt x="871947" y="227343"/>
                </a:lnTo>
                <a:lnTo>
                  <a:pt x="832085" y="227343"/>
                </a:lnTo>
                <a:cubicBezTo>
                  <a:pt x="813740" y="227857"/>
                  <a:pt x="799595" y="221342"/>
                  <a:pt x="789651" y="207797"/>
                </a:cubicBezTo>
                <a:cubicBezTo>
                  <a:pt x="785537" y="216713"/>
                  <a:pt x="777907" y="226142"/>
                  <a:pt x="766763" y="236086"/>
                </a:cubicBezTo>
                <a:lnTo>
                  <a:pt x="766763" y="215255"/>
                </a:lnTo>
                <a:cubicBezTo>
                  <a:pt x="773278" y="204283"/>
                  <a:pt x="776364" y="184994"/>
                  <a:pt x="776021" y="157391"/>
                </a:cubicBezTo>
                <a:lnTo>
                  <a:pt x="776021" y="111099"/>
                </a:lnTo>
                <a:lnTo>
                  <a:pt x="797881" y="111099"/>
                </a:lnTo>
                <a:lnTo>
                  <a:pt x="797881" y="157648"/>
                </a:lnTo>
                <a:cubicBezTo>
                  <a:pt x="797881" y="166906"/>
                  <a:pt x="797538" y="174622"/>
                  <a:pt x="796852" y="180794"/>
                </a:cubicBezTo>
                <a:cubicBezTo>
                  <a:pt x="800624" y="188681"/>
                  <a:pt x="805082" y="194681"/>
                  <a:pt x="810225" y="198796"/>
                </a:cubicBezTo>
                <a:lnTo>
                  <a:pt x="810225" y="94897"/>
                </a:lnTo>
                <a:lnTo>
                  <a:pt x="770106" y="94897"/>
                </a:lnTo>
                <a:lnTo>
                  <a:pt x="770106" y="75609"/>
                </a:lnTo>
                <a:lnTo>
                  <a:pt x="796852" y="75609"/>
                </a:lnTo>
                <a:cubicBezTo>
                  <a:pt x="793252" y="65665"/>
                  <a:pt x="788108" y="54435"/>
                  <a:pt x="781422" y="41919"/>
                </a:cubicBezTo>
                <a:lnTo>
                  <a:pt x="804310" y="41919"/>
                </a:lnTo>
                <a:cubicBezTo>
                  <a:pt x="810311" y="51178"/>
                  <a:pt x="815111" y="60350"/>
                  <a:pt x="818712" y="69437"/>
                </a:cubicBezTo>
                <a:cubicBezTo>
                  <a:pt x="825399" y="59836"/>
                  <a:pt x="832171" y="47663"/>
                  <a:pt x="839029" y="32918"/>
                </a:cubicBezTo>
                <a:lnTo>
                  <a:pt x="775764" y="32918"/>
                </a:lnTo>
                <a:close/>
                <a:moveTo>
                  <a:pt x="638432" y="13373"/>
                </a:moveTo>
                <a:lnTo>
                  <a:pt x="660549" y="13373"/>
                </a:lnTo>
                <a:cubicBezTo>
                  <a:pt x="668265" y="33604"/>
                  <a:pt x="673837" y="55207"/>
                  <a:pt x="677266" y="78181"/>
                </a:cubicBezTo>
                <a:lnTo>
                  <a:pt x="652320" y="78181"/>
                </a:lnTo>
                <a:cubicBezTo>
                  <a:pt x="649748" y="56578"/>
                  <a:pt x="645119" y="34976"/>
                  <a:pt x="638432" y="13373"/>
                </a:cubicBezTo>
                <a:close/>
                <a:moveTo>
                  <a:pt x="2354037" y="10030"/>
                </a:moveTo>
                <a:lnTo>
                  <a:pt x="2377440" y="10030"/>
                </a:lnTo>
                <a:cubicBezTo>
                  <a:pt x="2383784" y="22203"/>
                  <a:pt x="2388156" y="34633"/>
                  <a:pt x="2390556" y="47320"/>
                </a:cubicBezTo>
                <a:lnTo>
                  <a:pt x="2364839" y="47320"/>
                </a:lnTo>
                <a:cubicBezTo>
                  <a:pt x="2362781" y="34290"/>
                  <a:pt x="2359181" y="21860"/>
                  <a:pt x="2354037" y="10030"/>
                </a:cubicBezTo>
                <a:close/>
                <a:moveTo>
                  <a:pt x="897665" y="9258"/>
                </a:moveTo>
                <a:lnTo>
                  <a:pt x="1013393" y="9258"/>
                </a:lnTo>
                <a:lnTo>
                  <a:pt x="1013393" y="25717"/>
                </a:lnTo>
                <a:lnTo>
                  <a:pt x="1002849" y="25717"/>
                </a:lnTo>
                <a:lnTo>
                  <a:pt x="1002849" y="86411"/>
                </a:lnTo>
                <a:cubicBezTo>
                  <a:pt x="1007650" y="85725"/>
                  <a:pt x="1011336" y="85125"/>
                  <a:pt x="1013908" y="84610"/>
                </a:cubicBezTo>
                <a:lnTo>
                  <a:pt x="1013908" y="100555"/>
                </a:lnTo>
                <a:lnTo>
                  <a:pt x="1002849" y="102870"/>
                </a:lnTo>
                <a:lnTo>
                  <a:pt x="1002849" y="118300"/>
                </a:lnTo>
                <a:lnTo>
                  <a:pt x="977132" y="118300"/>
                </a:lnTo>
                <a:lnTo>
                  <a:pt x="977132" y="107756"/>
                </a:lnTo>
                <a:cubicBezTo>
                  <a:pt x="955358" y="111185"/>
                  <a:pt x="928354" y="114100"/>
                  <a:pt x="896122" y="116500"/>
                </a:cubicBezTo>
                <a:lnTo>
                  <a:pt x="896122" y="96183"/>
                </a:lnTo>
                <a:lnTo>
                  <a:pt x="911038" y="95412"/>
                </a:lnTo>
                <a:lnTo>
                  <a:pt x="911038" y="25717"/>
                </a:lnTo>
                <a:lnTo>
                  <a:pt x="897665" y="25717"/>
                </a:lnTo>
                <a:close/>
                <a:moveTo>
                  <a:pt x="472945" y="3857"/>
                </a:moveTo>
                <a:lnTo>
                  <a:pt x="472945" y="22888"/>
                </a:lnTo>
                <a:cubicBezTo>
                  <a:pt x="459915" y="25460"/>
                  <a:pt x="447828" y="27175"/>
                  <a:pt x="436683" y="28032"/>
                </a:cubicBezTo>
                <a:cubicBezTo>
                  <a:pt x="426568" y="28889"/>
                  <a:pt x="414481" y="29318"/>
                  <a:pt x="400422" y="29318"/>
                </a:cubicBezTo>
                <a:lnTo>
                  <a:pt x="389620" y="29318"/>
                </a:lnTo>
                <a:lnTo>
                  <a:pt x="389620" y="44234"/>
                </a:lnTo>
                <a:lnTo>
                  <a:pt x="489919" y="44234"/>
                </a:lnTo>
                <a:lnTo>
                  <a:pt x="489919" y="60950"/>
                </a:lnTo>
                <a:lnTo>
                  <a:pt x="389620" y="60950"/>
                </a:lnTo>
                <a:lnTo>
                  <a:pt x="389620" y="76381"/>
                </a:lnTo>
                <a:lnTo>
                  <a:pt x="467287" y="76381"/>
                </a:lnTo>
                <a:lnTo>
                  <a:pt x="467287" y="126273"/>
                </a:lnTo>
                <a:cubicBezTo>
                  <a:pt x="467287" y="137760"/>
                  <a:pt x="465058" y="145818"/>
                  <a:pt x="460601" y="150447"/>
                </a:cubicBezTo>
                <a:cubicBezTo>
                  <a:pt x="456143" y="155076"/>
                  <a:pt x="448342" y="157391"/>
                  <a:pt x="437198" y="157391"/>
                </a:cubicBezTo>
                <a:lnTo>
                  <a:pt x="389620" y="157391"/>
                </a:lnTo>
                <a:lnTo>
                  <a:pt x="389620" y="173593"/>
                </a:lnTo>
                <a:lnTo>
                  <a:pt x="474488" y="173593"/>
                </a:lnTo>
                <a:lnTo>
                  <a:pt x="474488" y="190309"/>
                </a:lnTo>
                <a:lnTo>
                  <a:pt x="389620" y="190309"/>
                </a:lnTo>
                <a:lnTo>
                  <a:pt x="389620" y="207797"/>
                </a:lnTo>
                <a:lnTo>
                  <a:pt x="490690" y="207797"/>
                </a:lnTo>
                <a:lnTo>
                  <a:pt x="490690" y="225542"/>
                </a:lnTo>
                <a:lnTo>
                  <a:pt x="256918" y="225542"/>
                </a:lnTo>
                <a:lnTo>
                  <a:pt x="256918" y="207797"/>
                </a:lnTo>
                <a:lnTo>
                  <a:pt x="357473" y="207797"/>
                </a:lnTo>
                <a:lnTo>
                  <a:pt x="357473" y="190309"/>
                </a:lnTo>
                <a:lnTo>
                  <a:pt x="272349" y="190309"/>
                </a:lnTo>
                <a:lnTo>
                  <a:pt x="272349" y="173593"/>
                </a:lnTo>
                <a:lnTo>
                  <a:pt x="357473" y="173593"/>
                </a:lnTo>
                <a:lnTo>
                  <a:pt x="357473" y="157391"/>
                </a:lnTo>
                <a:lnTo>
                  <a:pt x="280321" y="157391"/>
                </a:lnTo>
                <a:lnTo>
                  <a:pt x="280321" y="76381"/>
                </a:lnTo>
                <a:lnTo>
                  <a:pt x="357473" y="76381"/>
                </a:lnTo>
                <a:lnTo>
                  <a:pt x="357473" y="60950"/>
                </a:lnTo>
                <a:lnTo>
                  <a:pt x="257690" y="60950"/>
                </a:lnTo>
                <a:lnTo>
                  <a:pt x="257690" y="44234"/>
                </a:lnTo>
                <a:lnTo>
                  <a:pt x="357473" y="44234"/>
                </a:lnTo>
                <a:lnTo>
                  <a:pt x="357473" y="29318"/>
                </a:lnTo>
                <a:lnTo>
                  <a:pt x="274149" y="29318"/>
                </a:lnTo>
                <a:lnTo>
                  <a:pt x="274149" y="11830"/>
                </a:lnTo>
                <a:lnTo>
                  <a:pt x="393735" y="11830"/>
                </a:lnTo>
                <a:cubicBezTo>
                  <a:pt x="409851" y="11830"/>
                  <a:pt x="423053" y="11316"/>
                  <a:pt x="433340" y="10287"/>
                </a:cubicBezTo>
                <a:cubicBezTo>
                  <a:pt x="443627" y="9258"/>
                  <a:pt x="456829" y="7115"/>
                  <a:pt x="472945" y="3857"/>
                </a:cubicBezTo>
                <a:close/>
                <a:moveTo>
                  <a:pt x="690125" y="2829"/>
                </a:moveTo>
                <a:lnTo>
                  <a:pt x="714042" y="2829"/>
                </a:lnTo>
                <a:lnTo>
                  <a:pt x="714042" y="29061"/>
                </a:lnTo>
                <a:cubicBezTo>
                  <a:pt x="727072" y="25803"/>
                  <a:pt x="736673" y="19202"/>
                  <a:pt x="742845" y="9258"/>
                </a:cubicBezTo>
                <a:lnTo>
                  <a:pt x="766505" y="9258"/>
                </a:lnTo>
                <a:cubicBezTo>
                  <a:pt x="761705" y="20231"/>
                  <a:pt x="755447" y="28375"/>
                  <a:pt x="747732" y="33690"/>
                </a:cubicBezTo>
                <a:cubicBezTo>
                  <a:pt x="739845" y="39176"/>
                  <a:pt x="728615" y="43034"/>
                  <a:pt x="714042" y="45263"/>
                </a:cubicBezTo>
                <a:lnTo>
                  <a:pt x="714042" y="51692"/>
                </a:lnTo>
                <a:cubicBezTo>
                  <a:pt x="714042" y="55807"/>
                  <a:pt x="714813" y="58721"/>
                  <a:pt x="716356" y="60436"/>
                </a:cubicBezTo>
                <a:cubicBezTo>
                  <a:pt x="717899" y="62150"/>
                  <a:pt x="720643" y="63008"/>
                  <a:pt x="724586" y="63008"/>
                </a:cubicBezTo>
                <a:lnTo>
                  <a:pt x="737445" y="63008"/>
                </a:lnTo>
                <a:cubicBezTo>
                  <a:pt x="741388" y="63008"/>
                  <a:pt x="744131" y="62236"/>
                  <a:pt x="745674" y="60693"/>
                </a:cubicBezTo>
                <a:cubicBezTo>
                  <a:pt x="747217" y="59150"/>
                  <a:pt x="747989" y="56407"/>
                  <a:pt x="747989" y="52464"/>
                </a:cubicBezTo>
                <a:lnTo>
                  <a:pt x="747989" y="46549"/>
                </a:lnTo>
                <a:lnTo>
                  <a:pt x="767020" y="46549"/>
                </a:lnTo>
                <a:lnTo>
                  <a:pt x="767020" y="56836"/>
                </a:lnTo>
                <a:cubicBezTo>
                  <a:pt x="767020" y="66094"/>
                  <a:pt x="765134" y="72609"/>
                  <a:pt x="761362" y="76381"/>
                </a:cubicBezTo>
                <a:cubicBezTo>
                  <a:pt x="757590" y="80153"/>
                  <a:pt x="751247" y="82039"/>
                  <a:pt x="742331" y="82039"/>
                </a:cubicBezTo>
                <a:lnTo>
                  <a:pt x="715328" y="82039"/>
                </a:lnTo>
                <a:cubicBezTo>
                  <a:pt x="706069" y="82039"/>
                  <a:pt x="699554" y="80153"/>
                  <a:pt x="695783" y="76381"/>
                </a:cubicBezTo>
                <a:cubicBezTo>
                  <a:pt x="692011" y="72609"/>
                  <a:pt x="690125" y="65837"/>
                  <a:pt x="690125" y="56064"/>
                </a:cubicBezTo>
                <a:close/>
                <a:moveTo>
                  <a:pt x="1413425" y="2314"/>
                </a:moveTo>
                <a:lnTo>
                  <a:pt x="1448143" y="2314"/>
                </a:lnTo>
                <a:lnTo>
                  <a:pt x="1448143" y="18774"/>
                </a:lnTo>
                <a:lnTo>
                  <a:pt x="1502407" y="18774"/>
                </a:lnTo>
                <a:lnTo>
                  <a:pt x="1502407" y="39862"/>
                </a:lnTo>
                <a:lnTo>
                  <a:pt x="1360189" y="39862"/>
                </a:lnTo>
                <a:lnTo>
                  <a:pt x="1360189" y="18774"/>
                </a:lnTo>
                <a:lnTo>
                  <a:pt x="1413425" y="18774"/>
                </a:lnTo>
                <a:close/>
                <a:moveTo>
                  <a:pt x="1631252" y="2057"/>
                </a:moveTo>
                <a:lnTo>
                  <a:pt x="1668542" y="2057"/>
                </a:lnTo>
                <a:lnTo>
                  <a:pt x="1668542" y="18774"/>
                </a:lnTo>
                <a:lnTo>
                  <a:pt x="1764983" y="18774"/>
                </a:lnTo>
                <a:lnTo>
                  <a:pt x="1764983" y="39605"/>
                </a:lnTo>
                <a:lnTo>
                  <a:pt x="1640767" y="39605"/>
                </a:lnTo>
                <a:cubicBezTo>
                  <a:pt x="1629451" y="49206"/>
                  <a:pt x="1616164" y="58121"/>
                  <a:pt x="1600905" y="66351"/>
                </a:cubicBezTo>
                <a:cubicBezTo>
                  <a:pt x="1641196" y="66522"/>
                  <a:pt x="1674200" y="65494"/>
                  <a:pt x="1699917" y="63265"/>
                </a:cubicBezTo>
                <a:cubicBezTo>
                  <a:pt x="1696660" y="58807"/>
                  <a:pt x="1692545" y="53835"/>
                  <a:pt x="1687573" y="48349"/>
                </a:cubicBezTo>
                <a:lnTo>
                  <a:pt x="1715605" y="48349"/>
                </a:lnTo>
                <a:cubicBezTo>
                  <a:pt x="1727949" y="60350"/>
                  <a:pt x="1738837" y="75095"/>
                  <a:pt x="1748266" y="92583"/>
                </a:cubicBezTo>
                <a:lnTo>
                  <a:pt x="1716377" y="92583"/>
                </a:lnTo>
                <a:cubicBezTo>
                  <a:pt x="1714319" y="87782"/>
                  <a:pt x="1712690" y="84268"/>
                  <a:pt x="1711491" y="82039"/>
                </a:cubicBezTo>
                <a:cubicBezTo>
                  <a:pt x="1677543" y="85296"/>
                  <a:pt x="1638539" y="86925"/>
                  <a:pt x="1594476" y="86925"/>
                </a:cubicBezTo>
                <a:lnTo>
                  <a:pt x="1559243" y="86925"/>
                </a:lnTo>
                <a:lnTo>
                  <a:pt x="1559243" y="66351"/>
                </a:lnTo>
                <a:cubicBezTo>
                  <a:pt x="1576387" y="57436"/>
                  <a:pt x="1590189" y="48520"/>
                  <a:pt x="1600648" y="39605"/>
                </a:cubicBezTo>
                <a:lnTo>
                  <a:pt x="1534811" y="39605"/>
                </a:lnTo>
                <a:lnTo>
                  <a:pt x="1534811" y="18774"/>
                </a:lnTo>
                <a:lnTo>
                  <a:pt x="1631252" y="18774"/>
                </a:lnTo>
                <a:close/>
                <a:moveTo>
                  <a:pt x="1300782" y="1543"/>
                </a:moveTo>
                <a:lnTo>
                  <a:pt x="1330614" y="1543"/>
                </a:lnTo>
                <a:lnTo>
                  <a:pt x="1330614" y="50921"/>
                </a:lnTo>
                <a:lnTo>
                  <a:pt x="1352731" y="50921"/>
                </a:lnTo>
                <a:lnTo>
                  <a:pt x="1352731" y="71494"/>
                </a:lnTo>
                <a:lnTo>
                  <a:pt x="1330614" y="71494"/>
                </a:lnTo>
                <a:lnTo>
                  <a:pt x="1330614" y="176679"/>
                </a:lnTo>
                <a:cubicBezTo>
                  <a:pt x="1337987" y="174793"/>
                  <a:pt x="1345702" y="172650"/>
                  <a:pt x="1353760" y="170250"/>
                </a:cubicBezTo>
                <a:lnTo>
                  <a:pt x="1353760" y="192110"/>
                </a:lnTo>
                <a:cubicBezTo>
                  <a:pt x="1331300" y="201539"/>
                  <a:pt x="1305325" y="208226"/>
                  <a:pt x="1275836" y="212169"/>
                </a:cubicBezTo>
                <a:lnTo>
                  <a:pt x="1275836" y="185166"/>
                </a:lnTo>
                <a:cubicBezTo>
                  <a:pt x="1282865" y="184652"/>
                  <a:pt x="1291181" y="183709"/>
                  <a:pt x="1300782" y="182337"/>
                </a:cubicBezTo>
                <a:lnTo>
                  <a:pt x="1300782" y="71494"/>
                </a:lnTo>
                <a:lnTo>
                  <a:pt x="1277636" y="71494"/>
                </a:lnTo>
                <a:lnTo>
                  <a:pt x="1277636" y="50921"/>
                </a:lnTo>
                <a:lnTo>
                  <a:pt x="1300782" y="50921"/>
                </a:lnTo>
                <a:close/>
                <a:moveTo>
                  <a:pt x="2218249" y="1286"/>
                </a:moveTo>
                <a:lnTo>
                  <a:pt x="2250910" y="1286"/>
                </a:lnTo>
                <a:lnTo>
                  <a:pt x="2250910" y="21860"/>
                </a:lnTo>
                <a:lnTo>
                  <a:pt x="2293601" y="21860"/>
                </a:lnTo>
                <a:lnTo>
                  <a:pt x="2293601" y="42691"/>
                </a:lnTo>
                <a:lnTo>
                  <a:pt x="2174529" y="42691"/>
                </a:lnTo>
                <a:lnTo>
                  <a:pt x="2174529" y="21860"/>
                </a:lnTo>
                <a:lnTo>
                  <a:pt x="2218249" y="21860"/>
                </a:lnTo>
                <a:close/>
                <a:moveTo>
                  <a:pt x="2314433" y="1029"/>
                </a:moveTo>
                <a:lnTo>
                  <a:pt x="2342465" y="1029"/>
                </a:lnTo>
                <a:lnTo>
                  <a:pt x="2342465" y="55035"/>
                </a:lnTo>
                <a:lnTo>
                  <a:pt x="2399557" y="55035"/>
                </a:lnTo>
                <a:lnTo>
                  <a:pt x="2399557" y="75866"/>
                </a:lnTo>
                <a:lnTo>
                  <a:pt x="2342207" y="75866"/>
                </a:lnTo>
                <a:cubicBezTo>
                  <a:pt x="2342207" y="80839"/>
                  <a:pt x="2342036" y="87611"/>
                  <a:pt x="2341693" y="96183"/>
                </a:cubicBezTo>
                <a:lnTo>
                  <a:pt x="2366896" y="96183"/>
                </a:lnTo>
                <a:lnTo>
                  <a:pt x="2366896" y="200854"/>
                </a:lnTo>
                <a:cubicBezTo>
                  <a:pt x="2366896" y="203940"/>
                  <a:pt x="2367496" y="205997"/>
                  <a:pt x="2368696" y="207026"/>
                </a:cubicBezTo>
                <a:cubicBezTo>
                  <a:pt x="2369897" y="208054"/>
                  <a:pt x="2372297" y="208569"/>
                  <a:pt x="2375897" y="208569"/>
                </a:cubicBezTo>
                <a:cubicBezTo>
                  <a:pt x="2379326" y="208569"/>
                  <a:pt x="2381641" y="207969"/>
                  <a:pt x="2382841" y="206769"/>
                </a:cubicBezTo>
                <a:cubicBezTo>
                  <a:pt x="2384041" y="205568"/>
                  <a:pt x="2384641" y="203425"/>
                  <a:pt x="2384641" y="200339"/>
                </a:cubicBezTo>
                <a:lnTo>
                  <a:pt x="2384641" y="187480"/>
                </a:lnTo>
                <a:lnTo>
                  <a:pt x="2404958" y="187480"/>
                </a:lnTo>
                <a:lnTo>
                  <a:pt x="2404958" y="201625"/>
                </a:lnTo>
                <a:cubicBezTo>
                  <a:pt x="2404958" y="211398"/>
                  <a:pt x="2402901" y="218427"/>
                  <a:pt x="2398786" y="222713"/>
                </a:cubicBezTo>
                <a:cubicBezTo>
                  <a:pt x="2394842" y="226828"/>
                  <a:pt x="2388241" y="228886"/>
                  <a:pt x="2378983" y="228886"/>
                </a:cubicBezTo>
                <a:lnTo>
                  <a:pt x="2367411" y="228886"/>
                </a:lnTo>
                <a:cubicBezTo>
                  <a:pt x="2357123" y="228886"/>
                  <a:pt x="2349837" y="226914"/>
                  <a:pt x="2345551" y="222971"/>
                </a:cubicBezTo>
                <a:cubicBezTo>
                  <a:pt x="2341093" y="218856"/>
                  <a:pt x="2338864" y="211826"/>
                  <a:pt x="2338864" y="201882"/>
                </a:cubicBezTo>
                <a:lnTo>
                  <a:pt x="2338864" y="126273"/>
                </a:lnTo>
                <a:cubicBezTo>
                  <a:pt x="2335607" y="148733"/>
                  <a:pt x="2329520" y="168278"/>
                  <a:pt x="2320605" y="184909"/>
                </a:cubicBezTo>
                <a:cubicBezTo>
                  <a:pt x="2312203" y="200511"/>
                  <a:pt x="2299345" y="217141"/>
                  <a:pt x="2282028" y="234801"/>
                </a:cubicBezTo>
                <a:lnTo>
                  <a:pt x="2282028" y="208826"/>
                </a:lnTo>
                <a:lnTo>
                  <a:pt x="2286657" y="201111"/>
                </a:lnTo>
                <a:cubicBezTo>
                  <a:pt x="2277056" y="195110"/>
                  <a:pt x="2270113" y="188252"/>
                  <a:pt x="2265826" y="180537"/>
                </a:cubicBezTo>
                <a:cubicBezTo>
                  <a:pt x="2261540" y="172993"/>
                  <a:pt x="2258968" y="162792"/>
                  <a:pt x="2258111" y="149933"/>
                </a:cubicBezTo>
                <a:lnTo>
                  <a:pt x="2279714" y="149933"/>
                </a:lnTo>
                <a:cubicBezTo>
                  <a:pt x="2280914" y="165706"/>
                  <a:pt x="2285714" y="177793"/>
                  <a:pt x="2294115" y="186195"/>
                </a:cubicBezTo>
                <a:cubicBezTo>
                  <a:pt x="2308174" y="158591"/>
                  <a:pt x="2314947" y="121815"/>
                  <a:pt x="2314433" y="75866"/>
                </a:cubicBezTo>
                <a:lnTo>
                  <a:pt x="2290515" y="75866"/>
                </a:lnTo>
                <a:lnTo>
                  <a:pt x="2290515" y="55035"/>
                </a:lnTo>
                <a:lnTo>
                  <a:pt x="2314433" y="55035"/>
                </a:lnTo>
                <a:close/>
                <a:moveTo>
                  <a:pt x="2039512" y="257"/>
                </a:moveTo>
                <a:lnTo>
                  <a:pt x="2071145" y="257"/>
                </a:lnTo>
                <a:cubicBezTo>
                  <a:pt x="2071145" y="19117"/>
                  <a:pt x="2071230" y="32747"/>
                  <a:pt x="2071402" y="41148"/>
                </a:cubicBezTo>
                <a:lnTo>
                  <a:pt x="2098148" y="41148"/>
                </a:lnTo>
                <a:lnTo>
                  <a:pt x="2098148" y="6429"/>
                </a:lnTo>
                <a:lnTo>
                  <a:pt x="2124637" y="6429"/>
                </a:lnTo>
                <a:lnTo>
                  <a:pt x="2124637" y="41148"/>
                </a:lnTo>
                <a:lnTo>
                  <a:pt x="2147269" y="41148"/>
                </a:lnTo>
                <a:lnTo>
                  <a:pt x="2147269" y="63265"/>
                </a:lnTo>
                <a:lnTo>
                  <a:pt x="2071917" y="63265"/>
                </a:lnTo>
                <a:cubicBezTo>
                  <a:pt x="2073117" y="97041"/>
                  <a:pt x="2076031" y="125930"/>
                  <a:pt x="2080660" y="149933"/>
                </a:cubicBezTo>
                <a:cubicBezTo>
                  <a:pt x="2092833" y="131073"/>
                  <a:pt x="2102349" y="107842"/>
                  <a:pt x="2109207" y="80238"/>
                </a:cubicBezTo>
                <a:lnTo>
                  <a:pt x="2138525" y="80238"/>
                </a:lnTo>
                <a:cubicBezTo>
                  <a:pt x="2127552" y="123101"/>
                  <a:pt x="2110835" y="156619"/>
                  <a:pt x="2088375" y="180794"/>
                </a:cubicBezTo>
                <a:cubicBezTo>
                  <a:pt x="2095577" y="200854"/>
                  <a:pt x="2105006" y="210883"/>
                  <a:pt x="2116665" y="210883"/>
                </a:cubicBezTo>
                <a:cubicBezTo>
                  <a:pt x="2120780" y="210883"/>
                  <a:pt x="2123780" y="209426"/>
                  <a:pt x="2125666" y="206511"/>
                </a:cubicBezTo>
                <a:cubicBezTo>
                  <a:pt x="2127552" y="203597"/>
                  <a:pt x="2128409" y="198796"/>
                  <a:pt x="2128238" y="192110"/>
                </a:cubicBezTo>
                <a:lnTo>
                  <a:pt x="2150355" y="192110"/>
                </a:lnTo>
                <a:cubicBezTo>
                  <a:pt x="2150355" y="206340"/>
                  <a:pt x="2147526" y="216798"/>
                  <a:pt x="2141868" y="223485"/>
                </a:cubicBezTo>
                <a:cubicBezTo>
                  <a:pt x="2136382" y="229829"/>
                  <a:pt x="2128066" y="233000"/>
                  <a:pt x="2116922" y="233000"/>
                </a:cubicBezTo>
                <a:cubicBezTo>
                  <a:pt x="2096005" y="233000"/>
                  <a:pt x="2079717" y="222113"/>
                  <a:pt x="2068059" y="200339"/>
                </a:cubicBezTo>
                <a:cubicBezTo>
                  <a:pt x="2054343" y="211483"/>
                  <a:pt x="2038655" y="222370"/>
                  <a:pt x="2020996" y="233000"/>
                </a:cubicBezTo>
                <a:lnTo>
                  <a:pt x="2020996" y="210369"/>
                </a:lnTo>
                <a:cubicBezTo>
                  <a:pt x="2035912" y="199053"/>
                  <a:pt x="2048428" y="188166"/>
                  <a:pt x="2058543" y="177708"/>
                </a:cubicBezTo>
                <a:cubicBezTo>
                  <a:pt x="2057000" y="173422"/>
                  <a:pt x="2055371" y="167764"/>
                  <a:pt x="2053657" y="160734"/>
                </a:cubicBezTo>
                <a:cubicBezTo>
                  <a:pt x="2047485" y="135874"/>
                  <a:pt x="2043284" y="103384"/>
                  <a:pt x="2041055" y="63265"/>
                </a:cubicBezTo>
                <a:lnTo>
                  <a:pt x="1965960" y="63265"/>
                </a:lnTo>
                <a:lnTo>
                  <a:pt x="1965960" y="97726"/>
                </a:lnTo>
                <a:lnTo>
                  <a:pt x="2028197" y="97726"/>
                </a:lnTo>
                <a:lnTo>
                  <a:pt x="2028197" y="176165"/>
                </a:lnTo>
                <a:cubicBezTo>
                  <a:pt x="2028197" y="186966"/>
                  <a:pt x="2025711" y="194767"/>
                  <a:pt x="2020739" y="199568"/>
                </a:cubicBezTo>
                <a:cubicBezTo>
                  <a:pt x="2015595" y="204540"/>
                  <a:pt x="2007537" y="207026"/>
                  <a:pt x="1996564" y="207026"/>
                </a:cubicBezTo>
                <a:lnTo>
                  <a:pt x="1975476" y="207026"/>
                </a:lnTo>
                <a:lnTo>
                  <a:pt x="1975476" y="186709"/>
                </a:lnTo>
                <a:lnTo>
                  <a:pt x="1986791" y="186709"/>
                </a:lnTo>
                <a:cubicBezTo>
                  <a:pt x="1991421" y="186709"/>
                  <a:pt x="1994592" y="185766"/>
                  <a:pt x="1996307" y="183880"/>
                </a:cubicBezTo>
                <a:cubicBezTo>
                  <a:pt x="1998193" y="181823"/>
                  <a:pt x="1999136" y="178308"/>
                  <a:pt x="1999136" y="173336"/>
                </a:cubicBezTo>
                <a:lnTo>
                  <a:pt x="1999136" y="118558"/>
                </a:lnTo>
                <a:lnTo>
                  <a:pt x="1965960" y="118558"/>
                </a:lnTo>
                <a:lnTo>
                  <a:pt x="1965960" y="144275"/>
                </a:lnTo>
                <a:cubicBezTo>
                  <a:pt x="1965960" y="168107"/>
                  <a:pt x="1962274" y="186709"/>
                  <a:pt x="1954902" y="200082"/>
                </a:cubicBezTo>
                <a:cubicBezTo>
                  <a:pt x="1947701" y="213112"/>
                  <a:pt x="1934928" y="224771"/>
                  <a:pt x="1916583" y="235058"/>
                </a:cubicBezTo>
                <a:lnTo>
                  <a:pt x="1916583" y="214227"/>
                </a:lnTo>
                <a:cubicBezTo>
                  <a:pt x="1923783" y="204797"/>
                  <a:pt x="1928584" y="195881"/>
                  <a:pt x="1930985" y="187480"/>
                </a:cubicBezTo>
                <a:cubicBezTo>
                  <a:pt x="1933385" y="178908"/>
                  <a:pt x="1934585" y="166478"/>
                  <a:pt x="1934585" y="150190"/>
                </a:cubicBezTo>
                <a:lnTo>
                  <a:pt x="1934585" y="41148"/>
                </a:lnTo>
                <a:lnTo>
                  <a:pt x="2040027" y="41148"/>
                </a:lnTo>
                <a:cubicBezTo>
                  <a:pt x="2039684" y="24346"/>
                  <a:pt x="2039512" y="10715"/>
                  <a:pt x="2039512" y="257"/>
                </a:cubicBezTo>
                <a:close/>
                <a:moveTo>
                  <a:pt x="51949" y="0"/>
                </a:moveTo>
                <a:lnTo>
                  <a:pt x="84868" y="0"/>
                </a:lnTo>
                <a:cubicBezTo>
                  <a:pt x="85897" y="6515"/>
                  <a:pt x="87525" y="12430"/>
                  <a:pt x="89754" y="17745"/>
                </a:cubicBezTo>
                <a:lnTo>
                  <a:pt x="143504" y="17745"/>
                </a:lnTo>
                <a:cubicBezTo>
                  <a:pt x="145733" y="12601"/>
                  <a:pt x="147361" y="6772"/>
                  <a:pt x="148390" y="257"/>
                </a:cubicBezTo>
                <a:lnTo>
                  <a:pt x="181566" y="257"/>
                </a:lnTo>
                <a:cubicBezTo>
                  <a:pt x="180194" y="7972"/>
                  <a:pt x="178651" y="13802"/>
                  <a:pt x="176937" y="17745"/>
                </a:cubicBezTo>
                <a:lnTo>
                  <a:pt x="229915" y="17745"/>
                </a:lnTo>
                <a:lnTo>
                  <a:pt x="229915" y="36262"/>
                </a:lnTo>
                <a:lnTo>
                  <a:pt x="156877" y="36262"/>
                </a:lnTo>
                <a:lnTo>
                  <a:pt x="156877" y="52206"/>
                </a:lnTo>
                <a:lnTo>
                  <a:pt x="214484" y="52206"/>
                </a:lnTo>
                <a:lnTo>
                  <a:pt x="214484" y="119586"/>
                </a:lnTo>
                <a:cubicBezTo>
                  <a:pt x="214827" y="138789"/>
                  <a:pt x="206597" y="149247"/>
                  <a:pt x="189795" y="150962"/>
                </a:cubicBezTo>
                <a:lnTo>
                  <a:pt x="189795" y="166906"/>
                </a:lnTo>
                <a:lnTo>
                  <a:pt x="233001" y="166906"/>
                </a:lnTo>
                <a:lnTo>
                  <a:pt x="233001" y="185423"/>
                </a:lnTo>
                <a:lnTo>
                  <a:pt x="189795" y="185423"/>
                </a:lnTo>
                <a:lnTo>
                  <a:pt x="189795" y="198539"/>
                </a:lnTo>
                <a:cubicBezTo>
                  <a:pt x="189795" y="220656"/>
                  <a:pt x="179594" y="231715"/>
                  <a:pt x="159191" y="231715"/>
                </a:cubicBezTo>
                <a:lnTo>
                  <a:pt x="125502" y="231715"/>
                </a:lnTo>
                <a:lnTo>
                  <a:pt x="125502" y="212941"/>
                </a:lnTo>
                <a:lnTo>
                  <a:pt x="145818" y="212941"/>
                </a:lnTo>
                <a:cubicBezTo>
                  <a:pt x="150619" y="212941"/>
                  <a:pt x="154048" y="211912"/>
                  <a:pt x="156105" y="209855"/>
                </a:cubicBezTo>
                <a:cubicBezTo>
                  <a:pt x="158163" y="207797"/>
                  <a:pt x="159191" y="204197"/>
                  <a:pt x="159191" y="199053"/>
                </a:cubicBezTo>
                <a:lnTo>
                  <a:pt x="159191" y="185423"/>
                </a:lnTo>
                <a:lnTo>
                  <a:pt x="0" y="185423"/>
                </a:lnTo>
                <a:lnTo>
                  <a:pt x="0" y="166906"/>
                </a:lnTo>
                <a:lnTo>
                  <a:pt x="159191" y="166906"/>
                </a:lnTo>
                <a:lnTo>
                  <a:pt x="159191" y="151219"/>
                </a:lnTo>
                <a:lnTo>
                  <a:pt x="19031" y="151219"/>
                </a:lnTo>
                <a:lnTo>
                  <a:pt x="19031" y="52206"/>
                </a:lnTo>
                <a:lnTo>
                  <a:pt x="78953" y="52206"/>
                </a:lnTo>
                <a:lnTo>
                  <a:pt x="78953" y="36262"/>
                </a:lnTo>
                <a:lnTo>
                  <a:pt x="2829" y="36262"/>
                </a:lnTo>
                <a:lnTo>
                  <a:pt x="2829" y="17745"/>
                </a:lnTo>
                <a:lnTo>
                  <a:pt x="56321" y="17745"/>
                </a:lnTo>
                <a:cubicBezTo>
                  <a:pt x="54436" y="13630"/>
                  <a:pt x="52978" y="7715"/>
                  <a:pt x="51949" y="0"/>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r"/>
            <a:endParaRPr lang="zh-CN" altLang="en-US" sz="2000" dirty="0">
              <a:solidFill>
                <a:schemeClr val="bg1"/>
              </a:solidFill>
              <a:effectLst>
                <a:outerShdw blurRad="38100" dist="38100" dir="2700000" algn="tl">
                  <a:srgbClr val="000000">
                    <a:alpha val="43137"/>
                  </a:srgbClr>
                </a:outerShdw>
              </a:effectLst>
              <a:latin typeface="方正正中黑简体" panose="02000500000000000000" pitchFamily="2" charset="-122"/>
              <a:ea typeface="方正正中黑简体" panose="02000500000000000000" pitchFamily="2" charset="-122"/>
              <a:cs typeface="方正兰亭黑简体" panose="02000500000000000000" pitchFamily="2" charset="-122"/>
              <a:sym typeface="+mn-ea"/>
            </a:endParaRPr>
          </a:p>
        </p:txBody>
      </p:sp>
      <p:sp>
        <p:nvSpPr>
          <p:cNvPr id="4" name="平行四边形 3"/>
          <p:cNvSpPr/>
          <p:nvPr userDrawn="1"/>
        </p:nvSpPr>
        <p:spPr>
          <a:xfrm flipH="1">
            <a:off x="542567" y="309328"/>
            <a:ext cx="159989" cy="380995"/>
          </a:xfrm>
          <a:prstGeom prst="parallelogram">
            <a:avLst>
              <a:gd name="adj" fmla="val 0"/>
            </a:avLst>
          </a:prstGeom>
          <a:gradFill flip="none" rotWithShape="1">
            <a:gsLst>
              <a:gs pos="0">
                <a:srgbClr val="0B5AA7">
                  <a:alpha val="1000"/>
                </a:srgbClr>
              </a:gs>
              <a:gs pos="73000">
                <a:srgbClr val="0B5A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结尾页">
    <p:spTree>
      <p:nvGrpSpPr>
        <p:cNvPr id="1" name=""/>
        <p:cNvGrpSpPr/>
        <p:nvPr/>
      </p:nvGrpSpPr>
      <p:grpSpPr>
        <a:xfrm>
          <a:off x="0" y="0"/>
          <a:ext cx="0" cy="0"/>
          <a:chOff x="0" y="0"/>
          <a:chExt cx="0" cy="0"/>
        </a:xfrm>
      </p:grpSpPr>
      <p:sp>
        <p:nvSpPr>
          <p:cNvPr id="3" name="矩形 2"/>
          <p:cNvSpPr/>
          <p:nvPr userDrawn="1"/>
        </p:nvSpPr>
        <p:spPr>
          <a:xfrm>
            <a:off x="0" y="0"/>
            <a:ext cx="12191365" cy="6858000"/>
          </a:xfrm>
          <a:prstGeom prst="rect">
            <a:avLst/>
          </a:prstGeom>
          <a:gradFill flip="none" rotWithShape="1">
            <a:gsLst>
              <a:gs pos="0">
                <a:srgbClr val="D2E8FF">
                  <a:lumMod val="100000"/>
                  <a:alpha val="50000"/>
                </a:srgbClr>
              </a:gs>
              <a:gs pos="100000">
                <a:srgbClr val="3399FF">
                  <a:lumMod val="25000"/>
                  <a:lumOff val="7500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pic>
        <p:nvPicPr>
          <p:cNvPr id="5" name="图片 4" descr="郑州地铁"/>
          <p:cNvPicPr>
            <a:picLocks noChangeAspect="1"/>
          </p:cNvPicPr>
          <p:nvPr userDrawn="1"/>
        </p:nvPicPr>
        <p:blipFill>
          <a:blip r:embed="rId2"/>
          <a:srcRect l="10417" t="17543" r="7493" b="31489"/>
          <a:stretch>
            <a:fillRect/>
          </a:stretch>
        </p:blipFill>
        <p:spPr>
          <a:xfrm>
            <a:off x="4354845" y="1388186"/>
            <a:ext cx="2983857" cy="2249802"/>
          </a:xfrm>
          <a:prstGeom prst="rect">
            <a:avLst/>
          </a:prstGeom>
        </p:spPr>
      </p:pic>
      <p:grpSp>
        <p:nvGrpSpPr>
          <p:cNvPr id="22" name="组合 21"/>
          <p:cNvGrpSpPr/>
          <p:nvPr userDrawn="1"/>
        </p:nvGrpSpPr>
        <p:grpSpPr>
          <a:xfrm>
            <a:off x="3029889" y="3828733"/>
            <a:ext cx="5633767" cy="729715"/>
            <a:chOff x="7562872" y="1601364"/>
            <a:chExt cx="3898769" cy="504989"/>
          </a:xfrm>
          <a:solidFill>
            <a:srgbClr val="537BBA"/>
          </a:solidFill>
          <a:effectLst>
            <a:outerShdw blurRad="101600" dist="38100" dir="2700000" algn="tl" rotWithShape="0">
              <a:srgbClr val="2F4A75">
                <a:alpha val="30000"/>
              </a:srgbClr>
            </a:outerShdw>
          </a:effectLst>
        </p:grpSpPr>
        <p:sp>
          <p:nvSpPr>
            <p:cNvPr id="18" name="文本框 17"/>
            <p:cNvSpPr txBox="1"/>
            <p:nvPr userDrawn="1"/>
          </p:nvSpPr>
          <p:spPr>
            <a:xfrm>
              <a:off x="7562872" y="1689527"/>
              <a:ext cx="777957" cy="370814"/>
            </a:xfrm>
            <a:custGeom>
              <a:avLst/>
              <a:gdLst/>
              <a:ahLst/>
              <a:cxnLst/>
              <a:rect l="l" t="t" r="r" b="b"/>
              <a:pathLst>
                <a:path w="777957" h="370814">
                  <a:moveTo>
                    <a:pt x="577250" y="268337"/>
                  </a:moveTo>
                  <a:cubicBezTo>
                    <a:pt x="578050" y="267004"/>
                    <a:pt x="580316" y="269537"/>
                    <a:pt x="584049" y="275936"/>
                  </a:cubicBezTo>
                  <a:cubicBezTo>
                    <a:pt x="591515" y="288736"/>
                    <a:pt x="600048" y="299402"/>
                    <a:pt x="609648" y="307935"/>
                  </a:cubicBezTo>
                  <a:cubicBezTo>
                    <a:pt x="619247" y="315401"/>
                    <a:pt x="629913" y="321267"/>
                    <a:pt x="641646" y="325533"/>
                  </a:cubicBezTo>
                  <a:cubicBezTo>
                    <a:pt x="653378" y="329800"/>
                    <a:pt x="668044" y="331666"/>
                    <a:pt x="685643" y="331133"/>
                  </a:cubicBezTo>
                  <a:cubicBezTo>
                    <a:pt x="703242" y="330600"/>
                    <a:pt x="711508" y="327933"/>
                    <a:pt x="710442" y="323134"/>
                  </a:cubicBezTo>
                  <a:cubicBezTo>
                    <a:pt x="709375" y="318334"/>
                    <a:pt x="705908" y="308734"/>
                    <a:pt x="700042" y="294335"/>
                  </a:cubicBezTo>
                  <a:cubicBezTo>
                    <a:pt x="694176" y="279936"/>
                    <a:pt x="697909" y="280203"/>
                    <a:pt x="711242" y="295135"/>
                  </a:cubicBezTo>
                  <a:cubicBezTo>
                    <a:pt x="724574" y="310068"/>
                    <a:pt x="736040" y="319934"/>
                    <a:pt x="745639" y="324734"/>
                  </a:cubicBezTo>
                  <a:cubicBezTo>
                    <a:pt x="755239" y="329533"/>
                    <a:pt x="757372" y="334333"/>
                    <a:pt x="752039" y="339133"/>
                  </a:cubicBezTo>
                  <a:cubicBezTo>
                    <a:pt x="746706" y="343932"/>
                    <a:pt x="735773" y="347665"/>
                    <a:pt x="719241" y="350332"/>
                  </a:cubicBezTo>
                  <a:cubicBezTo>
                    <a:pt x="702709" y="352998"/>
                    <a:pt x="683243" y="353532"/>
                    <a:pt x="660845" y="351932"/>
                  </a:cubicBezTo>
                  <a:cubicBezTo>
                    <a:pt x="638446" y="350332"/>
                    <a:pt x="620314" y="343132"/>
                    <a:pt x="606448" y="330333"/>
                  </a:cubicBezTo>
                  <a:cubicBezTo>
                    <a:pt x="592582" y="317534"/>
                    <a:pt x="583516" y="302068"/>
                    <a:pt x="579250" y="283936"/>
                  </a:cubicBezTo>
                  <a:cubicBezTo>
                    <a:pt x="577116" y="274870"/>
                    <a:pt x="576450" y="269670"/>
                    <a:pt x="577250" y="268337"/>
                  </a:cubicBezTo>
                  <a:close/>
                  <a:moveTo>
                    <a:pt x="555801" y="253638"/>
                  </a:moveTo>
                  <a:cubicBezTo>
                    <a:pt x="557701" y="253438"/>
                    <a:pt x="558851" y="259537"/>
                    <a:pt x="559251" y="271937"/>
                  </a:cubicBezTo>
                  <a:cubicBezTo>
                    <a:pt x="559784" y="288469"/>
                    <a:pt x="555251" y="303935"/>
                    <a:pt x="545652" y="318334"/>
                  </a:cubicBezTo>
                  <a:cubicBezTo>
                    <a:pt x="536052" y="332733"/>
                    <a:pt x="528853" y="335133"/>
                    <a:pt x="524053" y="325533"/>
                  </a:cubicBezTo>
                  <a:cubicBezTo>
                    <a:pt x="519253" y="315934"/>
                    <a:pt x="520320" y="307401"/>
                    <a:pt x="527253" y="299935"/>
                  </a:cubicBezTo>
                  <a:cubicBezTo>
                    <a:pt x="534186" y="292469"/>
                    <a:pt x="539252" y="285003"/>
                    <a:pt x="542452" y="277536"/>
                  </a:cubicBezTo>
                  <a:cubicBezTo>
                    <a:pt x="546718" y="269004"/>
                    <a:pt x="550451" y="261804"/>
                    <a:pt x="553651" y="255938"/>
                  </a:cubicBezTo>
                  <a:cubicBezTo>
                    <a:pt x="554451" y="254471"/>
                    <a:pt x="555168" y="253705"/>
                    <a:pt x="555801" y="253638"/>
                  </a:cubicBezTo>
                  <a:close/>
                  <a:moveTo>
                    <a:pt x="623097" y="248838"/>
                  </a:moveTo>
                  <a:cubicBezTo>
                    <a:pt x="625063" y="249038"/>
                    <a:pt x="627513" y="249538"/>
                    <a:pt x="630446" y="250338"/>
                  </a:cubicBezTo>
                  <a:cubicBezTo>
                    <a:pt x="642179" y="253538"/>
                    <a:pt x="651245" y="257804"/>
                    <a:pt x="657645" y="263137"/>
                  </a:cubicBezTo>
                  <a:cubicBezTo>
                    <a:pt x="664044" y="268470"/>
                    <a:pt x="665378" y="275670"/>
                    <a:pt x="661645" y="284736"/>
                  </a:cubicBezTo>
                  <a:cubicBezTo>
                    <a:pt x="657911" y="293802"/>
                    <a:pt x="652845" y="295135"/>
                    <a:pt x="646445" y="288736"/>
                  </a:cubicBezTo>
                  <a:cubicBezTo>
                    <a:pt x="640046" y="282336"/>
                    <a:pt x="634713" y="276736"/>
                    <a:pt x="630446" y="271937"/>
                  </a:cubicBezTo>
                  <a:cubicBezTo>
                    <a:pt x="626180" y="267137"/>
                    <a:pt x="622180" y="261537"/>
                    <a:pt x="618447" y="255138"/>
                  </a:cubicBezTo>
                  <a:cubicBezTo>
                    <a:pt x="615647" y="250338"/>
                    <a:pt x="617197" y="248238"/>
                    <a:pt x="623097" y="248838"/>
                  </a:cubicBezTo>
                  <a:close/>
                  <a:moveTo>
                    <a:pt x="713641" y="234339"/>
                  </a:moveTo>
                  <a:cubicBezTo>
                    <a:pt x="726441" y="234339"/>
                    <a:pt x="738173" y="235939"/>
                    <a:pt x="748839" y="239139"/>
                  </a:cubicBezTo>
                  <a:cubicBezTo>
                    <a:pt x="760572" y="241272"/>
                    <a:pt x="768571" y="245272"/>
                    <a:pt x="772838" y="251138"/>
                  </a:cubicBezTo>
                  <a:cubicBezTo>
                    <a:pt x="777104" y="257004"/>
                    <a:pt x="778704" y="263937"/>
                    <a:pt x="777637" y="271937"/>
                  </a:cubicBezTo>
                  <a:cubicBezTo>
                    <a:pt x="776571" y="279936"/>
                    <a:pt x="770705" y="280736"/>
                    <a:pt x="760039" y="274337"/>
                  </a:cubicBezTo>
                  <a:cubicBezTo>
                    <a:pt x="749373" y="267937"/>
                    <a:pt x="736040" y="259671"/>
                    <a:pt x="720041" y="249538"/>
                  </a:cubicBezTo>
                  <a:cubicBezTo>
                    <a:pt x="704042" y="239405"/>
                    <a:pt x="701909" y="234339"/>
                    <a:pt x="713641" y="234339"/>
                  </a:cubicBezTo>
                  <a:close/>
                  <a:moveTo>
                    <a:pt x="687443" y="206541"/>
                  </a:moveTo>
                  <a:cubicBezTo>
                    <a:pt x="691309" y="207207"/>
                    <a:pt x="694976" y="208741"/>
                    <a:pt x="698442" y="211140"/>
                  </a:cubicBezTo>
                  <a:cubicBezTo>
                    <a:pt x="705375" y="215940"/>
                    <a:pt x="703509" y="219673"/>
                    <a:pt x="692843" y="222340"/>
                  </a:cubicBezTo>
                  <a:cubicBezTo>
                    <a:pt x="682177" y="225006"/>
                    <a:pt x="667778" y="228206"/>
                    <a:pt x="649645" y="231939"/>
                  </a:cubicBezTo>
                  <a:cubicBezTo>
                    <a:pt x="631513" y="235672"/>
                    <a:pt x="615781" y="238072"/>
                    <a:pt x="602448" y="239139"/>
                  </a:cubicBezTo>
                  <a:cubicBezTo>
                    <a:pt x="589116" y="240205"/>
                    <a:pt x="578450" y="239139"/>
                    <a:pt x="570450" y="235939"/>
                  </a:cubicBezTo>
                  <a:cubicBezTo>
                    <a:pt x="562451" y="232739"/>
                    <a:pt x="561917" y="230606"/>
                    <a:pt x="568850" y="229539"/>
                  </a:cubicBezTo>
                  <a:cubicBezTo>
                    <a:pt x="575783" y="228473"/>
                    <a:pt x="593115" y="225273"/>
                    <a:pt x="620847" y="219940"/>
                  </a:cubicBezTo>
                  <a:cubicBezTo>
                    <a:pt x="648579" y="213540"/>
                    <a:pt x="666711" y="209274"/>
                    <a:pt x="675244" y="207141"/>
                  </a:cubicBezTo>
                  <a:cubicBezTo>
                    <a:pt x="679510" y="206074"/>
                    <a:pt x="683577" y="205874"/>
                    <a:pt x="687443" y="206541"/>
                  </a:cubicBezTo>
                  <a:close/>
                  <a:moveTo>
                    <a:pt x="258869" y="168543"/>
                  </a:moveTo>
                  <a:cubicBezTo>
                    <a:pt x="262336" y="168676"/>
                    <a:pt x="265669" y="169810"/>
                    <a:pt x="268869" y="171943"/>
                  </a:cubicBezTo>
                  <a:cubicBezTo>
                    <a:pt x="275268" y="176209"/>
                    <a:pt x="281134" y="181276"/>
                    <a:pt x="286467" y="187142"/>
                  </a:cubicBezTo>
                  <a:cubicBezTo>
                    <a:pt x="291800" y="193008"/>
                    <a:pt x="289667" y="196741"/>
                    <a:pt x="280068" y="198341"/>
                  </a:cubicBezTo>
                  <a:cubicBezTo>
                    <a:pt x="270468" y="199941"/>
                    <a:pt x="260336" y="202874"/>
                    <a:pt x="249670" y="207141"/>
                  </a:cubicBezTo>
                  <a:cubicBezTo>
                    <a:pt x="239004" y="211407"/>
                    <a:pt x="230471" y="215674"/>
                    <a:pt x="224071" y="219940"/>
                  </a:cubicBezTo>
                  <a:cubicBezTo>
                    <a:pt x="229404" y="226340"/>
                    <a:pt x="233137" y="233806"/>
                    <a:pt x="235271" y="242339"/>
                  </a:cubicBezTo>
                  <a:cubicBezTo>
                    <a:pt x="273668" y="238072"/>
                    <a:pt x="300867" y="234339"/>
                    <a:pt x="316866" y="231139"/>
                  </a:cubicBezTo>
                  <a:cubicBezTo>
                    <a:pt x="332865" y="227939"/>
                    <a:pt x="345131" y="229273"/>
                    <a:pt x="353663" y="235139"/>
                  </a:cubicBezTo>
                  <a:cubicBezTo>
                    <a:pt x="362196" y="241005"/>
                    <a:pt x="365396" y="245272"/>
                    <a:pt x="363263" y="247938"/>
                  </a:cubicBezTo>
                  <a:cubicBezTo>
                    <a:pt x="361130" y="250605"/>
                    <a:pt x="352597" y="252205"/>
                    <a:pt x="337664" y="252738"/>
                  </a:cubicBezTo>
                  <a:cubicBezTo>
                    <a:pt x="322732" y="253271"/>
                    <a:pt x="309133" y="253805"/>
                    <a:pt x="296867" y="254338"/>
                  </a:cubicBezTo>
                  <a:cubicBezTo>
                    <a:pt x="284601" y="254871"/>
                    <a:pt x="265135" y="256204"/>
                    <a:pt x="238470" y="258338"/>
                  </a:cubicBezTo>
                  <a:cubicBezTo>
                    <a:pt x="240604" y="272203"/>
                    <a:pt x="241137" y="290069"/>
                    <a:pt x="240070" y="311934"/>
                  </a:cubicBezTo>
                  <a:cubicBezTo>
                    <a:pt x="239004" y="333800"/>
                    <a:pt x="232337" y="350332"/>
                    <a:pt x="220072" y="361531"/>
                  </a:cubicBezTo>
                  <a:cubicBezTo>
                    <a:pt x="207806" y="372731"/>
                    <a:pt x="199806" y="373797"/>
                    <a:pt x="196073" y="364731"/>
                  </a:cubicBezTo>
                  <a:cubicBezTo>
                    <a:pt x="192340" y="355665"/>
                    <a:pt x="184874" y="346865"/>
                    <a:pt x="173674" y="338333"/>
                  </a:cubicBezTo>
                  <a:cubicBezTo>
                    <a:pt x="162475" y="329800"/>
                    <a:pt x="162208" y="327133"/>
                    <a:pt x="172874" y="330333"/>
                  </a:cubicBezTo>
                  <a:cubicBezTo>
                    <a:pt x="183540" y="333533"/>
                    <a:pt x="192607" y="335133"/>
                    <a:pt x="200073" y="335133"/>
                  </a:cubicBezTo>
                  <a:cubicBezTo>
                    <a:pt x="207539" y="335133"/>
                    <a:pt x="212605" y="327133"/>
                    <a:pt x="215272" y="311134"/>
                  </a:cubicBezTo>
                  <a:cubicBezTo>
                    <a:pt x="217938" y="295135"/>
                    <a:pt x="218205" y="278603"/>
                    <a:pt x="216072" y="261537"/>
                  </a:cubicBezTo>
                  <a:lnTo>
                    <a:pt x="153676" y="269537"/>
                  </a:lnTo>
                  <a:cubicBezTo>
                    <a:pt x="139810" y="270603"/>
                    <a:pt x="127277" y="271937"/>
                    <a:pt x="116078" y="273537"/>
                  </a:cubicBezTo>
                  <a:cubicBezTo>
                    <a:pt x="104879" y="275137"/>
                    <a:pt x="93946" y="273003"/>
                    <a:pt x="83280" y="267137"/>
                  </a:cubicBezTo>
                  <a:cubicBezTo>
                    <a:pt x="72614" y="261271"/>
                    <a:pt x="74747" y="258338"/>
                    <a:pt x="89680" y="258338"/>
                  </a:cubicBezTo>
                  <a:cubicBezTo>
                    <a:pt x="104612" y="258338"/>
                    <a:pt x="124611" y="257004"/>
                    <a:pt x="149676" y="254338"/>
                  </a:cubicBezTo>
                  <a:cubicBezTo>
                    <a:pt x="174741" y="251671"/>
                    <a:pt x="196340" y="249271"/>
                    <a:pt x="214472" y="247138"/>
                  </a:cubicBezTo>
                  <a:cubicBezTo>
                    <a:pt x="212339" y="237539"/>
                    <a:pt x="208072" y="229806"/>
                    <a:pt x="201673" y="223940"/>
                  </a:cubicBezTo>
                  <a:cubicBezTo>
                    <a:pt x="195273" y="218073"/>
                    <a:pt x="193940" y="214607"/>
                    <a:pt x="197673" y="213540"/>
                  </a:cubicBezTo>
                  <a:cubicBezTo>
                    <a:pt x="201406" y="212474"/>
                    <a:pt x="208606" y="213007"/>
                    <a:pt x="219272" y="215140"/>
                  </a:cubicBezTo>
                  <a:cubicBezTo>
                    <a:pt x="229938" y="204474"/>
                    <a:pt x="236871" y="197008"/>
                    <a:pt x="240070" y="192742"/>
                  </a:cubicBezTo>
                  <a:cubicBezTo>
                    <a:pt x="243270" y="188475"/>
                    <a:pt x="242737" y="186875"/>
                    <a:pt x="238470" y="187942"/>
                  </a:cubicBezTo>
                  <a:lnTo>
                    <a:pt x="206472" y="195941"/>
                  </a:lnTo>
                  <a:cubicBezTo>
                    <a:pt x="189407" y="200208"/>
                    <a:pt x="177141" y="203408"/>
                    <a:pt x="169675" y="205541"/>
                  </a:cubicBezTo>
                  <a:cubicBezTo>
                    <a:pt x="162208" y="207674"/>
                    <a:pt x="153942" y="205274"/>
                    <a:pt x="144876" y="198341"/>
                  </a:cubicBezTo>
                  <a:cubicBezTo>
                    <a:pt x="135810" y="191408"/>
                    <a:pt x="137943" y="188209"/>
                    <a:pt x="151276" y="188742"/>
                  </a:cubicBezTo>
                  <a:cubicBezTo>
                    <a:pt x="164608" y="189275"/>
                    <a:pt x="182207" y="187409"/>
                    <a:pt x="204073" y="183142"/>
                  </a:cubicBezTo>
                  <a:cubicBezTo>
                    <a:pt x="225938" y="178876"/>
                    <a:pt x="240604" y="174876"/>
                    <a:pt x="248070" y="171143"/>
                  </a:cubicBezTo>
                  <a:cubicBezTo>
                    <a:pt x="251803" y="169276"/>
                    <a:pt x="255403" y="168410"/>
                    <a:pt x="258869" y="168543"/>
                  </a:cubicBezTo>
                  <a:close/>
                  <a:moveTo>
                    <a:pt x="592049" y="143145"/>
                  </a:moveTo>
                  <a:lnTo>
                    <a:pt x="563251" y="147944"/>
                  </a:lnTo>
                  <a:cubicBezTo>
                    <a:pt x="565384" y="160744"/>
                    <a:pt x="568050" y="175143"/>
                    <a:pt x="571250" y="191142"/>
                  </a:cubicBezTo>
                  <a:lnTo>
                    <a:pt x="603248" y="184742"/>
                  </a:lnTo>
                  <a:cubicBezTo>
                    <a:pt x="597915" y="171943"/>
                    <a:pt x="594182" y="158077"/>
                    <a:pt x="592049" y="143145"/>
                  </a:cubicBezTo>
                  <a:close/>
                  <a:moveTo>
                    <a:pt x="646445" y="133545"/>
                  </a:moveTo>
                  <a:cubicBezTo>
                    <a:pt x="631513" y="135678"/>
                    <a:pt x="616581" y="138345"/>
                    <a:pt x="601648" y="141545"/>
                  </a:cubicBezTo>
                  <a:cubicBezTo>
                    <a:pt x="611248" y="152211"/>
                    <a:pt x="614981" y="165543"/>
                    <a:pt x="612848" y="181542"/>
                  </a:cubicBezTo>
                  <a:lnTo>
                    <a:pt x="648045" y="175143"/>
                  </a:lnTo>
                  <a:cubicBezTo>
                    <a:pt x="648045" y="155944"/>
                    <a:pt x="647512" y="142078"/>
                    <a:pt x="646445" y="133545"/>
                  </a:cubicBezTo>
                  <a:close/>
                  <a:moveTo>
                    <a:pt x="700042" y="121546"/>
                  </a:moveTo>
                  <a:cubicBezTo>
                    <a:pt x="693109" y="122079"/>
                    <a:pt x="679510" y="125012"/>
                    <a:pt x="659245" y="130345"/>
                  </a:cubicBezTo>
                  <a:cubicBezTo>
                    <a:pt x="666711" y="134612"/>
                    <a:pt x="669644" y="139411"/>
                    <a:pt x="668044" y="144744"/>
                  </a:cubicBezTo>
                  <a:cubicBezTo>
                    <a:pt x="666444" y="150078"/>
                    <a:pt x="664578" y="159677"/>
                    <a:pt x="662444" y="173543"/>
                  </a:cubicBezTo>
                  <a:cubicBezTo>
                    <a:pt x="676310" y="170343"/>
                    <a:pt x="689643" y="168210"/>
                    <a:pt x="702442" y="167143"/>
                  </a:cubicBezTo>
                  <a:cubicBezTo>
                    <a:pt x="709908" y="146878"/>
                    <a:pt x="713108" y="134078"/>
                    <a:pt x="712041" y="128745"/>
                  </a:cubicBezTo>
                  <a:cubicBezTo>
                    <a:pt x="710975" y="123412"/>
                    <a:pt x="706975" y="121013"/>
                    <a:pt x="700042" y="121546"/>
                  </a:cubicBezTo>
                  <a:close/>
                  <a:moveTo>
                    <a:pt x="507954" y="111247"/>
                  </a:moveTo>
                  <a:cubicBezTo>
                    <a:pt x="509087" y="111447"/>
                    <a:pt x="510454" y="111946"/>
                    <a:pt x="512054" y="112746"/>
                  </a:cubicBezTo>
                  <a:cubicBezTo>
                    <a:pt x="518453" y="115946"/>
                    <a:pt x="524053" y="119946"/>
                    <a:pt x="528853" y="124746"/>
                  </a:cubicBezTo>
                  <a:cubicBezTo>
                    <a:pt x="533652" y="129545"/>
                    <a:pt x="533652" y="134345"/>
                    <a:pt x="528853" y="139145"/>
                  </a:cubicBezTo>
                  <a:cubicBezTo>
                    <a:pt x="524053" y="143945"/>
                    <a:pt x="511520" y="161810"/>
                    <a:pt x="491255" y="192742"/>
                  </a:cubicBezTo>
                  <a:cubicBezTo>
                    <a:pt x="496588" y="206607"/>
                    <a:pt x="499254" y="219940"/>
                    <a:pt x="499254" y="232739"/>
                  </a:cubicBezTo>
                  <a:cubicBezTo>
                    <a:pt x="499254" y="244472"/>
                    <a:pt x="498721" y="262604"/>
                    <a:pt x="497655" y="287136"/>
                  </a:cubicBezTo>
                  <a:cubicBezTo>
                    <a:pt x="496588" y="311668"/>
                    <a:pt x="493388" y="330067"/>
                    <a:pt x="488055" y="342332"/>
                  </a:cubicBezTo>
                  <a:cubicBezTo>
                    <a:pt x="482722" y="354598"/>
                    <a:pt x="477922" y="355398"/>
                    <a:pt x="473656" y="344732"/>
                  </a:cubicBezTo>
                  <a:cubicBezTo>
                    <a:pt x="469390" y="334066"/>
                    <a:pt x="468856" y="323134"/>
                    <a:pt x="472056" y="311934"/>
                  </a:cubicBezTo>
                  <a:cubicBezTo>
                    <a:pt x="475256" y="300735"/>
                    <a:pt x="477389" y="286869"/>
                    <a:pt x="478456" y="270337"/>
                  </a:cubicBezTo>
                  <a:cubicBezTo>
                    <a:pt x="479522" y="253805"/>
                    <a:pt x="480056" y="233272"/>
                    <a:pt x="480056" y="208741"/>
                  </a:cubicBezTo>
                  <a:cubicBezTo>
                    <a:pt x="469390" y="222606"/>
                    <a:pt x="458190" y="235139"/>
                    <a:pt x="446458" y="246338"/>
                  </a:cubicBezTo>
                  <a:cubicBezTo>
                    <a:pt x="434725" y="257538"/>
                    <a:pt x="423526" y="265804"/>
                    <a:pt x="412860" y="271137"/>
                  </a:cubicBezTo>
                  <a:cubicBezTo>
                    <a:pt x="402194" y="276470"/>
                    <a:pt x="403794" y="272203"/>
                    <a:pt x="417659" y="258338"/>
                  </a:cubicBezTo>
                  <a:cubicBezTo>
                    <a:pt x="431525" y="244472"/>
                    <a:pt x="445391" y="226873"/>
                    <a:pt x="459257" y="205541"/>
                  </a:cubicBezTo>
                  <a:cubicBezTo>
                    <a:pt x="473123" y="184209"/>
                    <a:pt x="484322" y="165810"/>
                    <a:pt x="492855" y="150344"/>
                  </a:cubicBezTo>
                  <a:cubicBezTo>
                    <a:pt x="501388" y="134878"/>
                    <a:pt x="505121" y="123946"/>
                    <a:pt x="504054" y="117546"/>
                  </a:cubicBezTo>
                  <a:cubicBezTo>
                    <a:pt x="503254" y="112746"/>
                    <a:pt x="504554" y="110647"/>
                    <a:pt x="507954" y="111247"/>
                  </a:cubicBezTo>
                  <a:close/>
                  <a:moveTo>
                    <a:pt x="254269" y="77949"/>
                  </a:moveTo>
                  <a:cubicBezTo>
                    <a:pt x="249336" y="77949"/>
                    <a:pt x="242737" y="78615"/>
                    <a:pt x="234471" y="79948"/>
                  </a:cubicBezTo>
                  <a:cubicBezTo>
                    <a:pt x="217938" y="82615"/>
                    <a:pt x="193673" y="86615"/>
                    <a:pt x="161675" y="91948"/>
                  </a:cubicBezTo>
                  <a:cubicBezTo>
                    <a:pt x="164875" y="104747"/>
                    <a:pt x="167008" y="112213"/>
                    <a:pt x="168075" y="114346"/>
                  </a:cubicBezTo>
                  <a:cubicBezTo>
                    <a:pt x="179807" y="112213"/>
                    <a:pt x="192607" y="109280"/>
                    <a:pt x="206472" y="105547"/>
                  </a:cubicBezTo>
                  <a:cubicBezTo>
                    <a:pt x="220338" y="101814"/>
                    <a:pt x="230204" y="100747"/>
                    <a:pt x="236071" y="102347"/>
                  </a:cubicBezTo>
                  <a:cubicBezTo>
                    <a:pt x="241937" y="103947"/>
                    <a:pt x="243270" y="106614"/>
                    <a:pt x="240070" y="110347"/>
                  </a:cubicBezTo>
                  <a:cubicBezTo>
                    <a:pt x="236871" y="114080"/>
                    <a:pt x="225671" y="117546"/>
                    <a:pt x="206472" y="120746"/>
                  </a:cubicBezTo>
                  <a:cubicBezTo>
                    <a:pt x="187274" y="123946"/>
                    <a:pt x="175008" y="125546"/>
                    <a:pt x="169675" y="125546"/>
                  </a:cubicBezTo>
                  <a:cubicBezTo>
                    <a:pt x="171808" y="135145"/>
                    <a:pt x="172874" y="142078"/>
                    <a:pt x="172874" y="146344"/>
                  </a:cubicBezTo>
                  <a:cubicBezTo>
                    <a:pt x="186740" y="143145"/>
                    <a:pt x="201673" y="140211"/>
                    <a:pt x="217672" y="137545"/>
                  </a:cubicBezTo>
                  <a:cubicBezTo>
                    <a:pt x="233671" y="134878"/>
                    <a:pt x="245937" y="134078"/>
                    <a:pt x="254469" y="135145"/>
                  </a:cubicBezTo>
                  <a:cubicBezTo>
                    <a:pt x="261936" y="117013"/>
                    <a:pt x="266202" y="103947"/>
                    <a:pt x="267269" y="95947"/>
                  </a:cubicBezTo>
                  <a:cubicBezTo>
                    <a:pt x="268335" y="87948"/>
                    <a:pt x="267269" y="82615"/>
                    <a:pt x="264069" y="79948"/>
                  </a:cubicBezTo>
                  <a:cubicBezTo>
                    <a:pt x="262469" y="78615"/>
                    <a:pt x="259202" y="77949"/>
                    <a:pt x="254269" y="77949"/>
                  </a:cubicBezTo>
                  <a:close/>
                  <a:moveTo>
                    <a:pt x="267869" y="59350"/>
                  </a:moveTo>
                  <a:cubicBezTo>
                    <a:pt x="272268" y="59483"/>
                    <a:pt x="276868" y="60483"/>
                    <a:pt x="281668" y="62350"/>
                  </a:cubicBezTo>
                  <a:cubicBezTo>
                    <a:pt x="291267" y="66083"/>
                    <a:pt x="299000" y="70882"/>
                    <a:pt x="304866" y="76749"/>
                  </a:cubicBezTo>
                  <a:cubicBezTo>
                    <a:pt x="310733" y="82615"/>
                    <a:pt x="310199" y="88481"/>
                    <a:pt x="303266" y="94348"/>
                  </a:cubicBezTo>
                  <a:cubicBezTo>
                    <a:pt x="296334" y="100214"/>
                    <a:pt x="289401" y="109813"/>
                    <a:pt x="282468" y="123146"/>
                  </a:cubicBezTo>
                  <a:cubicBezTo>
                    <a:pt x="275535" y="136478"/>
                    <a:pt x="269669" y="145544"/>
                    <a:pt x="264869" y="150344"/>
                  </a:cubicBezTo>
                  <a:cubicBezTo>
                    <a:pt x="260069" y="155144"/>
                    <a:pt x="256069" y="153811"/>
                    <a:pt x="252870" y="146344"/>
                  </a:cubicBezTo>
                  <a:cubicBezTo>
                    <a:pt x="217672" y="149544"/>
                    <a:pt x="191540" y="152744"/>
                    <a:pt x="174474" y="155944"/>
                  </a:cubicBezTo>
                  <a:cubicBezTo>
                    <a:pt x="170208" y="166610"/>
                    <a:pt x="165408" y="165543"/>
                    <a:pt x="160075" y="152744"/>
                  </a:cubicBezTo>
                  <a:cubicBezTo>
                    <a:pt x="154742" y="139945"/>
                    <a:pt x="150209" y="127412"/>
                    <a:pt x="146476" y="115146"/>
                  </a:cubicBezTo>
                  <a:cubicBezTo>
                    <a:pt x="142743" y="102880"/>
                    <a:pt x="138477" y="93814"/>
                    <a:pt x="133677" y="87948"/>
                  </a:cubicBezTo>
                  <a:cubicBezTo>
                    <a:pt x="128877" y="82082"/>
                    <a:pt x="129677" y="79148"/>
                    <a:pt x="136077" y="79148"/>
                  </a:cubicBezTo>
                  <a:cubicBezTo>
                    <a:pt x="142476" y="79148"/>
                    <a:pt x="150476" y="80215"/>
                    <a:pt x="160075" y="82348"/>
                  </a:cubicBezTo>
                  <a:cubicBezTo>
                    <a:pt x="192073" y="77015"/>
                    <a:pt x="213939" y="73016"/>
                    <a:pt x="225671" y="70349"/>
                  </a:cubicBezTo>
                  <a:cubicBezTo>
                    <a:pt x="237404" y="67683"/>
                    <a:pt x="247270" y="64749"/>
                    <a:pt x="255269" y="61550"/>
                  </a:cubicBezTo>
                  <a:cubicBezTo>
                    <a:pt x="259269" y="59950"/>
                    <a:pt x="263469" y="59216"/>
                    <a:pt x="267869" y="59350"/>
                  </a:cubicBezTo>
                  <a:close/>
                  <a:moveTo>
                    <a:pt x="513004" y="20752"/>
                  </a:moveTo>
                  <a:cubicBezTo>
                    <a:pt x="514504" y="20885"/>
                    <a:pt x="516320" y="21419"/>
                    <a:pt x="518453" y="22352"/>
                  </a:cubicBezTo>
                  <a:cubicBezTo>
                    <a:pt x="526986" y="26085"/>
                    <a:pt x="533919" y="30618"/>
                    <a:pt x="539252" y="35951"/>
                  </a:cubicBezTo>
                  <a:cubicBezTo>
                    <a:pt x="545652" y="40218"/>
                    <a:pt x="545918" y="44751"/>
                    <a:pt x="540052" y="49550"/>
                  </a:cubicBezTo>
                  <a:cubicBezTo>
                    <a:pt x="534186" y="54350"/>
                    <a:pt x="523253" y="66083"/>
                    <a:pt x="507254" y="84748"/>
                  </a:cubicBezTo>
                  <a:cubicBezTo>
                    <a:pt x="491255" y="103414"/>
                    <a:pt x="477122" y="116746"/>
                    <a:pt x="464857" y="124746"/>
                  </a:cubicBezTo>
                  <a:cubicBezTo>
                    <a:pt x="452591" y="132745"/>
                    <a:pt x="451791" y="130079"/>
                    <a:pt x="462457" y="116746"/>
                  </a:cubicBezTo>
                  <a:cubicBezTo>
                    <a:pt x="473123" y="103414"/>
                    <a:pt x="483789" y="87948"/>
                    <a:pt x="494455" y="70349"/>
                  </a:cubicBezTo>
                  <a:cubicBezTo>
                    <a:pt x="505121" y="52750"/>
                    <a:pt x="509654" y="39418"/>
                    <a:pt x="508054" y="30351"/>
                  </a:cubicBezTo>
                  <a:cubicBezTo>
                    <a:pt x="506854" y="23552"/>
                    <a:pt x="508504" y="20352"/>
                    <a:pt x="513004" y="20752"/>
                  </a:cubicBezTo>
                  <a:close/>
                  <a:moveTo>
                    <a:pt x="261469" y="11553"/>
                  </a:moveTo>
                  <a:cubicBezTo>
                    <a:pt x="269069" y="10753"/>
                    <a:pt x="275268" y="10886"/>
                    <a:pt x="280068" y="11953"/>
                  </a:cubicBezTo>
                  <a:cubicBezTo>
                    <a:pt x="289667" y="14086"/>
                    <a:pt x="294734" y="17286"/>
                    <a:pt x="295267" y="21552"/>
                  </a:cubicBezTo>
                  <a:cubicBezTo>
                    <a:pt x="295800" y="25818"/>
                    <a:pt x="287801" y="29285"/>
                    <a:pt x="271268" y="31951"/>
                  </a:cubicBezTo>
                  <a:cubicBezTo>
                    <a:pt x="254736" y="34618"/>
                    <a:pt x="234737" y="37551"/>
                    <a:pt x="211272" y="40751"/>
                  </a:cubicBezTo>
                  <a:cubicBezTo>
                    <a:pt x="187807" y="43951"/>
                    <a:pt x="157942" y="46084"/>
                    <a:pt x="121678" y="47150"/>
                  </a:cubicBezTo>
                  <a:cubicBezTo>
                    <a:pt x="117411" y="77015"/>
                    <a:pt x="112611" y="105280"/>
                    <a:pt x="107278" y="131945"/>
                  </a:cubicBezTo>
                  <a:cubicBezTo>
                    <a:pt x="101945" y="158610"/>
                    <a:pt x="95812" y="182876"/>
                    <a:pt x="88880" y="204741"/>
                  </a:cubicBezTo>
                  <a:cubicBezTo>
                    <a:pt x="81947" y="226606"/>
                    <a:pt x="72347" y="248738"/>
                    <a:pt x="60081" y="271137"/>
                  </a:cubicBezTo>
                  <a:cubicBezTo>
                    <a:pt x="47815" y="293535"/>
                    <a:pt x="32883" y="311934"/>
                    <a:pt x="15284" y="326333"/>
                  </a:cubicBezTo>
                  <a:cubicBezTo>
                    <a:pt x="-2315" y="340733"/>
                    <a:pt x="-4715" y="339133"/>
                    <a:pt x="8085" y="321534"/>
                  </a:cubicBezTo>
                  <a:cubicBezTo>
                    <a:pt x="20884" y="303935"/>
                    <a:pt x="32616" y="284203"/>
                    <a:pt x="43282" y="262337"/>
                  </a:cubicBezTo>
                  <a:cubicBezTo>
                    <a:pt x="53948" y="240472"/>
                    <a:pt x="63548" y="214874"/>
                    <a:pt x="72081" y="185542"/>
                  </a:cubicBezTo>
                  <a:cubicBezTo>
                    <a:pt x="80613" y="156210"/>
                    <a:pt x="87280" y="126079"/>
                    <a:pt x="92079" y="95148"/>
                  </a:cubicBezTo>
                  <a:cubicBezTo>
                    <a:pt x="96879" y="64216"/>
                    <a:pt x="97146" y="44751"/>
                    <a:pt x="92879" y="36751"/>
                  </a:cubicBezTo>
                  <a:cubicBezTo>
                    <a:pt x="88613" y="28752"/>
                    <a:pt x="89680" y="25552"/>
                    <a:pt x="96079" y="27152"/>
                  </a:cubicBezTo>
                  <a:cubicBezTo>
                    <a:pt x="102479" y="28752"/>
                    <a:pt x="108612" y="30618"/>
                    <a:pt x="114478" y="32751"/>
                  </a:cubicBezTo>
                  <a:cubicBezTo>
                    <a:pt x="120344" y="34885"/>
                    <a:pt x="136610" y="34085"/>
                    <a:pt x="163275" y="30351"/>
                  </a:cubicBezTo>
                  <a:cubicBezTo>
                    <a:pt x="189940" y="26618"/>
                    <a:pt x="213672" y="22085"/>
                    <a:pt x="234471" y="16752"/>
                  </a:cubicBezTo>
                  <a:cubicBezTo>
                    <a:pt x="244870" y="14086"/>
                    <a:pt x="253869" y="12353"/>
                    <a:pt x="261469" y="11553"/>
                  </a:cubicBezTo>
                  <a:close/>
                  <a:moveTo>
                    <a:pt x="635246" y="753"/>
                  </a:moveTo>
                  <a:cubicBezTo>
                    <a:pt x="643779" y="2886"/>
                    <a:pt x="651245" y="5820"/>
                    <a:pt x="657645" y="9553"/>
                  </a:cubicBezTo>
                  <a:cubicBezTo>
                    <a:pt x="664044" y="13286"/>
                    <a:pt x="665111" y="17552"/>
                    <a:pt x="660845" y="22352"/>
                  </a:cubicBezTo>
                  <a:cubicBezTo>
                    <a:pt x="656578" y="27152"/>
                    <a:pt x="651245" y="39684"/>
                    <a:pt x="644846" y="59950"/>
                  </a:cubicBezTo>
                  <a:cubicBezTo>
                    <a:pt x="660845" y="56750"/>
                    <a:pt x="673644" y="54350"/>
                    <a:pt x="683243" y="52750"/>
                  </a:cubicBezTo>
                  <a:cubicBezTo>
                    <a:pt x="692843" y="51150"/>
                    <a:pt x="699776" y="52217"/>
                    <a:pt x="704042" y="55950"/>
                  </a:cubicBezTo>
                  <a:cubicBezTo>
                    <a:pt x="708308" y="59683"/>
                    <a:pt x="705375" y="63949"/>
                    <a:pt x="695242" y="68749"/>
                  </a:cubicBezTo>
                  <a:cubicBezTo>
                    <a:pt x="685110" y="73549"/>
                    <a:pt x="666711" y="78082"/>
                    <a:pt x="640046" y="82348"/>
                  </a:cubicBezTo>
                  <a:cubicBezTo>
                    <a:pt x="636846" y="94081"/>
                    <a:pt x="633113" y="108480"/>
                    <a:pt x="628847" y="125546"/>
                  </a:cubicBezTo>
                  <a:cubicBezTo>
                    <a:pt x="668311" y="114880"/>
                    <a:pt x="692043" y="107680"/>
                    <a:pt x="700042" y="103947"/>
                  </a:cubicBezTo>
                  <a:cubicBezTo>
                    <a:pt x="708042" y="100214"/>
                    <a:pt x="716041" y="100214"/>
                    <a:pt x="724041" y="103947"/>
                  </a:cubicBezTo>
                  <a:cubicBezTo>
                    <a:pt x="732040" y="107680"/>
                    <a:pt x="739240" y="112213"/>
                    <a:pt x="745639" y="117546"/>
                  </a:cubicBezTo>
                  <a:cubicBezTo>
                    <a:pt x="752039" y="122879"/>
                    <a:pt x="752306" y="127146"/>
                    <a:pt x="746439" y="130345"/>
                  </a:cubicBezTo>
                  <a:cubicBezTo>
                    <a:pt x="740573" y="133545"/>
                    <a:pt x="734973" y="140745"/>
                    <a:pt x="729640" y="151944"/>
                  </a:cubicBezTo>
                  <a:cubicBezTo>
                    <a:pt x="724307" y="163143"/>
                    <a:pt x="718974" y="172743"/>
                    <a:pt x="713641" y="180742"/>
                  </a:cubicBezTo>
                  <a:cubicBezTo>
                    <a:pt x="708308" y="188742"/>
                    <a:pt x="704042" y="188475"/>
                    <a:pt x="700842" y="179942"/>
                  </a:cubicBezTo>
                  <a:cubicBezTo>
                    <a:pt x="679510" y="182076"/>
                    <a:pt x="657911" y="185542"/>
                    <a:pt x="636046" y="190342"/>
                  </a:cubicBezTo>
                  <a:cubicBezTo>
                    <a:pt x="614181" y="195141"/>
                    <a:pt x="592582" y="199674"/>
                    <a:pt x="571250" y="203941"/>
                  </a:cubicBezTo>
                  <a:cubicBezTo>
                    <a:pt x="569117" y="214607"/>
                    <a:pt x="566184" y="215407"/>
                    <a:pt x="562451" y="206341"/>
                  </a:cubicBezTo>
                  <a:cubicBezTo>
                    <a:pt x="558717" y="197275"/>
                    <a:pt x="555251" y="186342"/>
                    <a:pt x="552051" y="173543"/>
                  </a:cubicBezTo>
                  <a:cubicBezTo>
                    <a:pt x="548851" y="160744"/>
                    <a:pt x="544852" y="151144"/>
                    <a:pt x="540052" y="144744"/>
                  </a:cubicBezTo>
                  <a:cubicBezTo>
                    <a:pt x="535252" y="138345"/>
                    <a:pt x="535519" y="135145"/>
                    <a:pt x="540852" y="135145"/>
                  </a:cubicBezTo>
                  <a:cubicBezTo>
                    <a:pt x="546185" y="135145"/>
                    <a:pt x="551251" y="135412"/>
                    <a:pt x="556051" y="135945"/>
                  </a:cubicBezTo>
                  <a:cubicBezTo>
                    <a:pt x="560851" y="136478"/>
                    <a:pt x="579250" y="134078"/>
                    <a:pt x="611248" y="128745"/>
                  </a:cubicBezTo>
                  <a:lnTo>
                    <a:pt x="620847" y="87148"/>
                  </a:lnTo>
                  <a:cubicBezTo>
                    <a:pt x="604848" y="88215"/>
                    <a:pt x="592582" y="86881"/>
                    <a:pt x="584049" y="83148"/>
                  </a:cubicBezTo>
                  <a:cubicBezTo>
                    <a:pt x="575516" y="79415"/>
                    <a:pt x="576583" y="76215"/>
                    <a:pt x="587249" y="73549"/>
                  </a:cubicBezTo>
                  <a:cubicBezTo>
                    <a:pt x="597915" y="70882"/>
                    <a:pt x="610714" y="67949"/>
                    <a:pt x="625647" y="64749"/>
                  </a:cubicBezTo>
                  <a:cubicBezTo>
                    <a:pt x="626713" y="53017"/>
                    <a:pt x="627780" y="42351"/>
                    <a:pt x="628847" y="32751"/>
                  </a:cubicBezTo>
                  <a:cubicBezTo>
                    <a:pt x="629913" y="23152"/>
                    <a:pt x="629113" y="14886"/>
                    <a:pt x="626447" y="7953"/>
                  </a:cubicBezTo>
                  <a:cubicBezTo>
                    <a:pt x="623780" y="1020"/>
                    <a:pt x="626713" y="-1380"/>
                    <a:pt x="635246" y="753"/>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defTabSz="1218565">
                <a:lnSpc>
                  <a:spcPct val="100000"/>
                </a:lnSpc>
                <a:spcBef>
                  <a:spcPct val="0"/>
                </a:spcBef>
              </a:pPr>
              <a:endParaRPr lang="zh-CN" altLang="en-US" sz="3200" b="0" dirty="0">
                <a:solidFill>
                  <a:srgbClr val="537BBA"/>
                </a:solidFill>
                <a:latin typeface="方正字迹-吕建德行楷简体" panose="02010600010101010101" pitchFamily="2" charset="-122"/>
                <a:ea typeface="方正字迹-吕建德行楷简体" panose="02010600010101010101" pitchFamily="2" charset="-122"/>
                <a:cs typeface="方正兰亭黑简体" panose="02000500000000000000" pitchFamily="2" charset="-122"/>
                <a:sym typeface="方正兰亭黑简体" panose="02000500000000000000" pitchFamily="2" charset="-122"/>
              </a:endParaRPr>
            </a:p>
          </p:txBody>
        </p:sp>
        <p:sp>
          <p:nvSpPr>
            <p:cNvPr id="19" name="文本框 18"/>
            <p:cNvSpPr txBox="1"/>
            <p:nvPr userDrawn="1"/>
          </p:nvSpPr>
          <p:spPr>
            <a:xfrm>
              <a:off x="8420390" y="1629166"/>
              <a:ext cx="985895" cy="477187"/>
            </a:xfrm>
            <a:custGeom>
              <a:avLst/>
              <a:gdLst/>
              <a:ahLst/>
              <a:cxnLst/>
              <a:rect l="l" t="t" r="r" b="b"/>
              <a:pathLst>
                <a:path w="985895" h="477187">
                  <a:moveTo>
                    <a:pt x="785655" y="311334"/>
                  </a:moveTo>
                  <a:cubicBezTo>
                    <a:pt x="783033" y="315080"/>
                    <a:pt x="781909" y="319202"/>
                    <a:pt x="782283" y="323697"/>
                  </a:cubicBezTo>
                  <a:cubicBezTo>
                    <a:pt x="790526" y="328568"/>
                    <a:pt x="795396" y="336061"/>
                    <a:pt x="796895" y="346176"/>
                  </a:cubicBezTo>
                  <a:cubicBezTo>
                    <a:pt x="804013" y="339807"/>
                    <a:pt x="804762" y="332876"/>
                    <a:pt x="799143" y="325383"/>
                  </a:cubicBezTo>
                  <a:cubicBezTo>
                    <a:pt x="796520" y="317516"/>
                    <a:pt x="792024" y="312833"/>
                    <a:pt x="785655" y="311334"/>
                  </a:cubicBezTo>
                  <a:close/>
                  <a:moveTo>
                    <a:pt x="769358" y="287731"/>
                  </a:moveTo>
                  <a:lnTo>
                    <a:pt x="769920" y="300094"/>
                  </a:lnTo>
                  <a:cubicBezTo>
                    <a:pt x="769920" y="310210"/>
                    <a:pt x="773292" y="311709"/>
                    <a:pt x="780035" y="304590"/>
                  </a:cubicBezTo>
                  <a:cubicBezTo>
                    <a:pt x="779286" y="295973"/>
                    <a:pt x="775727" y="290354"/>
                    <a:pt x="769358" y="287731"/>
                  </a:cubicBezTo>
                  <a:close/>
                  <a:moveTo>
                    <a:pt x="774416" y="276491"/>
                  </a:moveTo>
                  <a:cubicBezTo>
                    <a:pt x="776289" y="281362"/>
                    <a:pt x="778911" y="285108"/>
                    <a:pt x="782283" y="287731"/>
                  </a:cubicBezTo>
                  <a:cubicBezTo>
                    <a:pt x="787528" y="294475"/>
                    <a:pt x="791649" y="293538"/>
                    <a:pt x="794647" y="284921"/>
                  </a:cubicBezTo>
                  <a:cubicBezTo>
                    <a:pt x="788278" y="278927"/>
                    <a:pt x="781534" y="276117"/>
                    <a:pt x="774416" y="276491"/>
                  </a:cubicBezTo>
                  <a:close/>
                  <a:moveTo>
                    <a:pt x="144442" y="247831"/>
                  </a:moveTo>
                  <a:cubicBezTo>
                    <a:pt x="134326" y="263191"/>
                    <a:pt x="124773" y="278365"/>
                    <a:pt x="115781" y="293351"/>
                  </a:cubicBezTo>
                  <a:cubicBezTo>
                    <a:pt x="111660" y="298970"/>
                    <a:pt x="109037" y="304216"/>
                    <a:pt x="107913" y="309086"/>
                  </a:cubicBezTo>
                  <a:cubicBezTo>
                    <a:pt x="117280" y="305340"/>
                    <a:pt x="127021" y="301031"/>
                    <a:pt x="137136" y="296161"/>
                  </a:cubicBezTo>
                  <a:cubicBezTo>
                    <a:pt x="145004" y="289792"/>
                    <a:pt x="148750" y="280613"/>
                    <a:pt x="148376" y="268624"/>
                  </a:cubicBezTo>
                  <a:cubicBezTo>
                    <a:pt x="149125" y="264503"/>
                    <a:pt x="149968" y="259632"/>
                    <a:pt x="150904" y="254013"/>
                  </a:cubicBezTo>
                  <a:cubicBezTo>
                    <a:pt x="151841" y="248393"/>
                    <a:pt x="149687" y="246332"/>
                    <a:pt x="144442" y="247831"/>
                  </a:cubicBezTo>
                  <a:close/>
                  <a:moveTo>
                    <a:pt x="547378" y="225914"/>
                  </a:moveTo>
                  <a:cubicBezTo>
                    <a:pt x="556369" y="230410"/>
                    <a:pt x="566859" y="231908"/>
                    <a:pt x="578848" y="230410"/>
                  </a:cubicBezTo>
                  <a:cubicBezTo>
                    <a:pt x="582220" y="227038"/>
                    <a:pt x="587091" y="226850"/>
                    <a:pt x="593460" y="229848"/>
                  </a:cubicBezTo>
                  <a:lnTo>
                    <a:pt x="622682" y="241087"/>
                  </a:lnTo>
                  <a:cubicBezTo>
                    <a:pt x="628302" y="246332"/>
                    <a:pt x="631487" y="251203"/>
                    <a:pt x="632236" y="255698"/>
                  </a:cubicBezTo>
                  <a:cubicBezTo>
                    <a:pt x="636357" y="262067"/>
                    <a:pt x="634859" y="267125"/>
                    <a:pt x="627740" y="270872"/>
                  </a:cubicBezTo>
                  <a:cubicBezTo>
                    <a:pt x="621746" y="281737"/>
                    <a:pt x="617250" y="293538"/>
                    <a:pt x="614253" y="306276"/>
                  </a:cubicBezTo>
                  <a:cubicBezTo>
                    <a:pt x="611255" y="313395"/>
                    <a:pt x="612567" y="318921"/>
                    <a:pt x="618187" y="322854"/>
                  </a:cubicBezTo>
                  <a:cubicBezTo>
                    <a:pt x="623806" y="326788"/>
                    <a:pt x="629239" y="329879"/>
                    <a:pt x="634484" y="332127"/>
                  </a:cubicBezTo>
                  <a:cubicBezTo>
                    <a:pt x="646473" y="338496"/>
                    <a:pt x="657525" y="346926"/>
                    <a:pt x="667640" y="357416"/>
                  </a:cubicBezTo>
                  <a:cubicBezTo>
                    <a:pt x="668764" y="355917"/>
                    <a:pt x="670263" y="356292"/>
                    <a:pt x="672136" y="358540"/>
                  </a:cubicBezTo>
                  <a:cubicBezTo>
                    <a:pt x="674009" y="360788"/>
                    <a:pt x="675508" y="359851"/>
                    <a:pt x="676632" y="355730"/>
                  </a:cubicBezTo>
                  <a:cubicBezTo>
                    <a:pt x="680753" y="354231"/>
                    <a:pt x="682814" y="355262"/>
                    <a:pt x="682814" y="358821"/>
                  </a:cubicBezTo>
                  <a:cubicBezTo>
                    <a:pt x="682814" y="362380"/>
                    <a:pt x="684687" y="364534"/>
                    <a:pt x="688433" y="365284"/>
                  </a:cubicBezTo>
                  <a:cubicBezTo>
                    <a:pt x="695927" y="371278"/>
                    <a:pt x="703045" y="378022"/>
                    <a:pt x="709789" y="385515"/>
                  </a:cubicBezTo>
                  <a:cubicBezTo>
                    <a:pt x="740885" y="390760"/>
                    <a:pt x="771980" y="394506"/>
                    <a:pt x="803076" y="396754"/>
                  </a:cubicBezTo>
                  <a:lnTo>
                    <a:pt x="867141" y="391134"/>
                  </a:lnTo>
                  <a:cubicBezTo>
                    <a:pt x="872012" y="394132"/>
                    <a:pt x="877257" y="394881"/>
                    <a:pt x="882877" y="393382"/>
                  </a:cubicBezTo>
                  <a:cubicBezTo>
                    <a:pt x="910226" y="393382"/>
                    <a:pt x="937014" y="396005"/>
                    <a:pt x="963239" y="401250"/>
                  </a:cubicBezTo>
                  <a:cubicBezTo>
                    <a:pt x="970732" y="401999"/>
                    <a:pt x="975790" y="406495"/>
                    <a:pt x="978413" y="414737"/>
                  </a:cubicBezTo>
                  <a:cubicBezTo>
                    <a:pt x="978787" y="418484"/>
                    <a:pt x="981035" y="422043"/>
                    <a:pt x="985156" y="425415"/>
                  </a:cubicBezTo>
                  <a:cubicBezTo>
                    <a:pt x="987029" y="429536"/>
                    <a:pt x="985344" y="431409"/>
                    <a:pt x="980099" y="431035"/>
                  </a:cubicBezTo>
                  <a:cubicBezTo>
                    <a:pt x="977476" y="436280"/>
                    <a:pt x="973167" y="440775"/>
                    <a:pt x="967173" y="444522"/>
                  </a:cubicBezTo>
                  <a:cubicBezTo>
                    <a:pt x="951812" y="447519"/>
                    <a:pt x="936826" y="448081"/>
                    <a:pt x="922215" y="446208"/>
                  </a:cubicBezTo>
                  <a:cubicBezTo>
                    <a:pt x="891868" y="444335"/>
                    <a:pt x="861334" y="441899"/>
                    <a:pt x="830613" y="438902"/>
                  </a:cubicBezTo>
                  <a:cubicBezTo>
                    <a:pt x="812255" y="440775"/>
                    <a:pt x="796052" y="437966"/>
                    <a:pt x="782002" y="430473"/>
                  </a:cubicBezTo>
                  <a:cubicBezTo>
                    <a:pt x="767953" y="422980"/>
                    <a:pt x="753061" y="417735"/>
                    <a:pt x="737325" y="414737"/>
                  </a:cubicBezTo>
                  <a:cubicBezTo>
                    <a:pt x="723463" y="410242"/>
                    <a:pt x="709414" y="410242"/>
                    <a:pt x="695177" y="414737"/>
                  </a:cubicBezTo>
                  <a:cubicBezTo>
                    <a:pt x="688433" y="415487"/>
                    <a:pt x="682252" y="416049"/>
                    <a:pt x="676632" y="416423"/>
                  </a:cubicBezTo>
                  <a:cubicBezTo>
                    <a:pt x="668764" y="415674"/>
                    <a:pt x="660147" y="413426"/>
                    <a:pt x="650781" y="409680"/>
                  </a:cubicBezTo>
                  <a:cubicBezTo>
                    <a:pt x="645911" y="407806"/>
                    <a:pt x="641040" y="408649"/>
                    <a:pt x="636170" y="412208"/>
                  </a:cubicBezTo>
                  <a:cubicBezTo>
                    <a:pt x="631299" y="415768"/>
                    <a:pt x="626242" y="415487"/>
                    <a:pt x="620997" y="411365"/>
                  </a:cubicBezTo>
                  <a:cubicBezTo>
                    <a:pt x="617625" y="408743"/>
                    <a:pt x="615751" y="404809"/>
                    <a:pt x="615377" y="399564"/>
                  </a:cubicBezTo>
                  <a:cubicBezTo>
                    <a:pt x="617999" y="395818"/>
                    <a:pt x="619311" y="391696"/>
                    <a:pt x="619311" y="387201"/>
                  </a:cubicBezTo>
                  <a:cubicBezTo>
                    <a:pt x="617812" y="377834"/>
                    <a:pt x="622120" y="373339"/>
                    <a:pt x="632236" y="373713"/>
                  </a:cubicBezTo>
                  <a:cubicBezTo>
                    <a:pt x="634109" y="369592"/>
                    <a:pt x="636451" y="368187"/>
                    <a:pt x="639261" y="369498"/>
                  </a:cubicBezTo>
                  <a:cubicBezTo>
                    <a:pt x="642071" y="370810"/>
                    <a:pt x="645161" y="370341"/>
                    <a:pt x="648533" y="368093"/>
                  </a:cubicBezTo>
                  <a:cubicBezTo>
                    <a:pt x="645536" y="362848"/>
                    <a:pt x="640104" y="358727"/>
                    <a:pt x="632236" y="355730"/>
                  </a:cubicBezTo>
                  <a:cubicBezTo>
                    <a:pt x="603013" y="346364"/>
                    <a:pt x="583906" y="327257"/>
                    <a:pt x="574915" y="298409"/>
                  </a:cubicBezTo>
                  <a:cubicBezTo>
                    <a:pt x="575289" y="283423"/>
                    <a:pt x="576038" y="268624"/>
                    <a:pt x="577162" y="254013"/>
                  </a:cubicBezTo>
                  <a:cubicBezTo>
                    <a:pt x="568171" y="244646"/>
                    <a:pt x="558243" y="235280"/>
                    <a:pt x="547378" y="225914"/>
                  </a:cubicBezTo>
                  <a:close/>
                  <a:moveTo>
                    <a:pt x="794647" y="206245"/>
                  </a:moveTo>
                  <a:cubicBezTo>
                    <a:pt x="798019" y="208118"/>
                    <a:pt x="801765" y="209054"/>
                    <a:pt x="805886" y="209054"/>
                  </a:cubicBezTo>
                  <a:cubicBezTo>
                    <a:pt x="813754" y="206807"/>
                    <a:pt x="821341" y="207650"/>
                    <a:pt x="828646" y="211583"/>
                  </a:cubicBezTo>
                  <a:cubicBezTo>
                    <a:pt x="835952" y="215517"/>
                    <a:pt x="838481" y="221793"/>
                    <a:pt x="836233" y="230410"/>
                  </a:cubicBezTo>
                  <a:cubicBezTo>
                    <a:pt x="833610" y="246894"/>
                    <a:pt x="824057" y="251765"/>
                    <a:pt x="807572" y="245021"/>
                  </a:cubicBezTo>
                  <a:cubicBezTo>
                    <a:pt x="798206" y="237528"/>
                    <a:pt x="788090" y="233781"/>
                    <a:pt x="777225" y="233781"/>
                  </a:cubicBezTo>
                  <a:cubicBezTo>
                    <a:pt x="784344" y="225539"/>
                    <a:pt x="781909" y="220107"/>
                    <a:pt x="769920" y="217484"/>
                  </a:cubicBezTo>
                  <a:cubicBezTo>
                    <a:pt x="768421" y="212988"/>
                    <a:pt x="771137" y="210553"/>
                    <a:pt x="778069" y="210178"/>
                  </a:cubicBezTo>
                  <a:cubicBezTo>
                    <a:pt x="785000" y="209804"/>
                    <a:pt x="790526" y="208492"/>
                    <a:pt x="794647" y="206245"/>
                  </a:cubicBezTo>
                  <a:close/>
                  <a:moveTo>
                    <a:pt x="143318" y="179832"/>
                  </a:moveTo>
                  <a:lnTo>
                    <a:pt x="139384" y="180394"/>
                  </a:lnTo>
                  <a:cubicBezTo>
                    <a:pt x="133390" y="183391"/>
                    <a:pt x="133577" y="186576"/>
                    <a:pt x="139946" y="189947"/>
                  </a:cubicBezTo>
                  <a:cubicBezTo>
                    <a:pt x="145940" y="192195"/>
                    <a:pt x="148937" y="190790"/>
                    <a:pt x="148937" y="185733"/>
                  </a:cubicBezTo>
                  <a:cubicBezTo>
                    <a:pt x="148937" y="180675"/>
                    <a:pt x="147064" y="178708"/>
                    <a:pt x="143318" y="179832"/>
                  </a:cubicBezTo>
                  <a:close/>
                  <a:moveTo>
                    <a:pt x="560303" y="128692"/>
                  </a:moveTo>
                  <a:cubicBezTo>
                    <a:pt x="567421" y="129816"/>
                    <a:pt x="574915" y="129816"/>
                    <a:pt x="582782" y="128692"/>
                  </a:cubicBezTo>
                  <a:cubicBezTo>
                    <a:pt x="605636" y="128317"/>
                    <a:pt x="624181" y="136185"/>
                    <a:pt x="638418" y="152295"/>
                  </a:cubicBezTo>
                  <a:cubicBezTo>
                    <a:pt x="642539" y="159413"/>
                    <a:pt x="645911" y="166906"/>
                    <a:pt x="648533" y="174774"/>
                  </a:cubicBezTo>
                  <a:cubicBezTo>
                    <a:pt x="649283" y="180019"/>
                    <a:pt x="647690" y="182642"/>
                    <a:pt x="643756" y="182642"/>
                  </a:cubicBezTo>
                  <a:cubicBezTo>
                    <a:pt x="639823" y="182642"/>
                    <a:pt x="636732" y="183766"/>
                    <a:pt x="634484" y="186014"/>
                  </a:cubicBezTo>
                  <a:cubicBezTo>
                    <a:pt x="629613" y="185639"/>
                    <a:pt x="624181" y="182642"/>
                    <a:pt x="618187" y="177022"/>
                  </a:cubicBezTo>
                  <a:cubicBezTo>
                    <a:pt x="599454" y="160537"/>
                    <a:pt x="580160" y="144427"/>
                    <a:pt x="560303" y="128692"/>
                  </a:cubicBezTo>
                  <a:close/>
                  <a:moveTo>
                    <a:pt x="188838" y="84858"/>
                  </a:moveTo>
                  <a:cubicBezTo>
                    <a:pt x="185466" y="85233"/>
                    <a:pt x="181157" y="86450"/>
                    <a:pt x="175912" y="88511"/>
                  </a:cubicBezTo>
                  <a:cubicBezTo>
                    <a:pt x="170667" y="90571"/>
                    <a:pt x="168981" y="94037"/>
                    <a:pt x="170855" y="98907"/>
                  </a:cubicBezTo>
                  <a:cubicBezTo>
                    <a:pt x="169356" y="113144"/>
                    <a:pt x="168794" y="128130"/>
                    <a:pt x="169169" y="143865"/>
                  </a:cubicBezTo>
                  <a:cubicBezTo>
                    <a:pt x="175163" y="143865"/>
                    <a:pt x="181719" y="142554"/>
                    <a:pt x="188838" y="139932"/>
                  </a:cubicBezTo>
                  <a:cubicBezTo>
                    <a:pt x="205322" y="134686"/>
                    <a:pt x="222182" y="130191"/>
                    <a:pt x="239416" y="126444"/>
                  </a:cubicBezTo>
                  <a:cubicBezTo>
                    <a:pt x="244286" y="126069"/>
                    <a:pt x="245972" y="123541"/>
                    <a:pt x="244473" y="118857"/>
                  </a:cubicBezTo>
                  <a:cubicBezTo>
                    <a:pt x="242975" y="114174"/>
                    <a:pt x="241851" y="110147"/>
                    <a:pt x="241101" y="106775"/>
                  </a:cubicBezTo>
                  <a:cubicBezTo>
                    <a:pt x="240352" y="98907"/>
                    <a:pt x="237917" y="93475"/>
                    <a:pt x="233796" y="90478"/>
                  </a:cubicBezTo>
                  <a:cubicBezTo>
                    <a:pt x="224429" y="88230"/>
                    <a:pt x="214876" y="86357"/>
                    <a:pt x="205135" y="84858"/>
                  </a:cubicBezTo>
                  <a:close/>
                  <a:moveTo>
                    <a:pt x="311348" y="10115"/>
                  </a:moveTo>
                  <a:cubicBezTo>
                    <a:pt x="335326" y="10490"/>
                    <a:pt x="354808" y="19669"/>
                    <a:pt x="369794" y="37652"/>
                  </a:cubicBezTo>
                  <a:cubicBezTo>
                    <a:pt x="367546" y="42148"/>
                    <a:pt x="367546" y="46456"/>
                    <a:pt x="369794" y="50578"/>
                  </a:cubicBezTo>
                  <a:cubicBezTo>
                    <a:pt x="368670" y="53949"/>
                    <a:pt x="365860" y="56010"/>
                    <a:pt x="361364" y="56759"/>
                  </a:cubicBezTo>
                  <a:cubicBezTo>
                    <a:pt x="354246" y="58632"/>
                    <a:pt x="348064" y="60880"/>
                    <a:pt x="342819" y="63503"/>
                  </a:cubicBezTo>
                  <a:cubicBezTo>
                    <a:pt x="330081" y="58258"/>
                    <a:pt x="318279" y="50578"/>
                    <a:pt x="307414" y="40462"/>
                  </a:cubicBezTo>
                  <a:cubicBezTo>
                    <a:pt x="301045" y="33344"/>
                    <a:pt x="292241" y="28473"/>
                    <a:pt x="281002" y="25851"/>
                  </a:cubicBezTo>
                  <a:cubicBezTo>
                    <a:pt x="271635" y="26975"/>
                    <a:pt x="270511" y="24165"/>
                    <a:pt x="277630" y="17421"/>
                  </a:cubicBezTo>
                  <a:cubicBezTo>
                    <a:pt x="281751" y="12551"/>
                    <a:pt x="286996" y="10677"/>
                    <a:pt x="293365" y="11801"/>
                  </a:cubicBezTo>
                  <a:cubicBezTo>
                    <a:pt x="299734" y="12925"/>
                    <a:pt x="305729" y="12363"/>
                    <a:pt x="311348" y="10115"/>
                  </a:cubicBezTo>
                  <a:close/>
                  <a:moveTo>
                    <a:pt x="834547" y="4496"/>
                  </a:moveTo>
                  <a:cubicBezTo>
                    <a:pt x="837169" y="4870"/>
                    <a:pt x="839230" y="5994"/>
                    <a:pt x="840729" y="7867"/>
                  </a:cubicBezTo>
                  <a:cubicBezTo>
                    <a:pt x="840729" y="14236"/>
                    <a:pt x="844101" y="17421"/>
                    <a:pt x="850844" y="17421"/>
                  </a:cubicBezTo>
                  <a:cubicBezTo>
                    <a:pt x="868453" y="19669"/>
                    <a:pt x="875759" y="28473"/>
                    <a:pt x="872761" y="43834"/>
                  </a:cubicBezTo>
                  <a:cubicBezTo>
                    <a:pt x="861522" y="49454"/>
                    <a:pt x="850844" y="58070"/>
                    <a:pt x="840729" y="69685"/>
                  </a:cubicBezTo>
                  <a:cubicBezTo>
                    <a:pt x="827991" y="81299"/>
                    <a:pt x="815440" y="94599"/>
                    <a:pt x="803076" y="109585"/>
                  </a:cubicBezTo>
                  <a:cubicBezTo>
                    <a:pt x="798581" y="112582"/>
                    <a:pt x="798019" y="115017"/>
                    <a:pt x="801390" y="116891"/>
                  </a:cubicBezTo>
                  <a:lnTo>
                    <a:pt x="809820" y="122510"/>
                  </a:lnTo>
                  <a:cubicBezTo>
                    <a:pt x="819186" y="128130"/>
                    <a:pt x="823869" y="136747"/>
                    <a:pt x="823869" y="148361"/>
                  </a:cubicBezTo>
                  <a:cubicBezTo>
                    <a:pt x="813754" y="159601"/>
                    <a:pt x="803638" y="170091"/>
                    <a:pt x="793523" y="179832"/>
                  </a:cubicBezTo>
                  <a:cubicBezTo>
                    <a:pt x="786405" y="190322"/>
                    <a:pt x="778349" y="199501"/>
                    <a:pt x="769358" y="207369"/>
                  </a:cubicBezTo>
                  <a:cubicBezTo>
                    <a:pt x="760741" y="216360"/>
                    <a:pt x="755683" y="226850"/>
                    <a:pt x="754185" y="238839"/>
                  </a:cubicBezTo>
                  <a:cubicBezTo>
                    <a:pt x="754934" y="246332"/>
                    <a:pt x="756432" y="251015"/>
                    <a:pt x="758680" y="252889"/>
                  </a:cubicBezTo>
                  <a:cubicBezTo>
                    <a:pt x="759055" y="249891"/>
                    <a:pt x="760273" y="246332"/>
                    <a:pt x="762333" y="242211"/>
                  </a:cubicBezTo>
                  <a:cubicBezTo>
                    <a:pt x="764394" y="238090"/>
                    <a:pt x="764675" y="238465"/>
                    <a:pt x="763176" y="243335"/>
                  </a:cubicBezTo>
                  <a:cubicBezTo>
                    <a:pt x="763925" y="247081"/>
                    <a:pt x="764487" y="251484"/>
                    <a:pt x="764862" y="256541"/>
                  </a:cubicBezTo>
                  <a:cubicBezTo>
                    <a:pt x="765237" y="261599"/>
                    <a:pt x="768047" y="264315"/>
                    <a:pt x="773292" y="264690"/>
                  </a:cubicBezTo>
                  <a:cubicBezTo>
                    <a:pt x="787528" y="259820"/>
                    <a:pt x="802140" y="258883"/>
                    <a:pt x="817126" y="261880"/>
                  </a:cubicBezTo>
                  <a:cubicBezTo>
                    <a:pt x="824993" y="261131"/>
                    <a:pt x="829770" y="264596"/>
                    <a:pt x="831456" y="272277"/>
                  </a:cubicBezTo>
                  <a:cubicBezTo>
                    <a:pt x="833142" y="279957"/>
                    <a:pt x="830800" y="285670"/>
                    <a:pt x="824431" y="289417"/>
                  </a:cubicBezTo>
                  <a:cubicBezTo>
                    <a:pt x="814690" y="290166"/>
                    <a:pt x="805512" y="292039"/>
                    <a:pt x="796895" y="295037"/>
                  </a:cubicBezTo>
                  <a:cubicBezTo>
                    <a:pt x="790526" y="298034"/>
                    <a:pt x="790526" y="301218"/>
                    <a:pt x="796895" y="304590"/>
                  </a:cubicBezTo>
                  <a:cubicBezTo>
                    <a:pt x="808134" y="316579"/>
                    <a:pt x="821247" y="322948"/>
                    <a:pt x="836233" y="323697"/>
                  </a:cubicBezTo>
                  <a:cubicBezTo>
                    <a:pt x="842227" y="292601"/>
                    <a:pt x="845225" y="260194"/>
                    <a:pt x="845225" y="226476"/>
                  </a:cubicBezTo>
                  <a:cubicBezTo>
                    <a:pt x="847098" y="208118"/>
                    <a:pt x="845786" y="191259"/>
                    <a:pt x="841291" y="175898"/>
                  </a:cubicBezTo>
                  <a:cubicBezTo>
                    <a:pt x="831175" y="177022"/>
                    <a:pt x="822558" y="182080"/>
                    <a:pt x="815440" y="191071"/>
                  </a:cubicBezTo>
                  <a:cubicBezTo>
                    <a:pt x="809820" y="195942"/>
                    <a:pt x="809071" y="193694"/>
                    <a:pt x="813192" y="184328"/>
                  </a:cubicBezTo>
                  <a:cubicBezTo>
                    <a:pt x="816938" y="178333"/>
                    <a:pt x="820685" y="172713"/>
                    <a:pt x="824431" y="167468"/>
                  </a:cubicBezTo>
                  <a:cubicBezTo>
                    <a:pt x="835296" y="161474"/>
                    <a:pt x="845974" y="160350"/>
                    <a:pt x="856464" y="164096"/>
                  </a:cubicBezTo>
                  <a:cubicBezTo>
                    <a:pt x="863208" y="165970"/>
                    <a:pt x="867891" y="170840"/>
                    <a:pt x="870513" y="178708"/>
                  </a:cubicBezTo>
                  <a:cubicBezTo>
                    <a:pt x="871637" y="185826"/>
                    <a:pt x="871825" y="193881"/>
                    <a:pt x="871075" y="202873"/>
                  </a:cubicBezTo>
                  <a:cubicBezTo>
                    <a:pt x="869577" y="226476"/>
                    <a:pt x="869389" y="250453"/>
                    <a:pt x="870513" y="274806"/>
                  </a:cubicBezTo>
                  <a:cubicBezTo>
                    <a:pt x="871637" y="283797"/>
                    <a:pt x="871825" y="291665"/>
                    <a:pt x="871075" y="298409"/>
                  </a:cubicBezTo>
                  <a:cubicBezTo>
                    <a:pt x="872949" y="322386"/>
                    <a:pt x="873511" y="345989"/>
                    <a:pt x="872761" y="369217"/>
                  </a:cubicBezTo>
                  <a:cubicBezTo>
                    <a:pt x="874260" y="377834"/>
                    <a:pt x="871637" y="382330"/>
                    <a:pt x="864894" y="382705"/>
                  </a:cubicBezTo>
                  <a:cubicBezTo>
                    <a:pt x="863770" y="379333"/>
                    <a:pt x="861709" y="378115"/>
                    <a:pt x="858712" y="379052"/>
                  </a:cubicBezTo>
                  <a:cubicBezTo>
                    <a:pt x="855715" y="379989"/>
                    <a:pt x="853092" y="378958"/>
                    <a:pt x="850844" y="375961"/>
                  </a:cubicBezTo>
                  <a:cubicBezTo>
                    <a:pt x="845974" y="380082"/>
                    <a:pt x="840541" y="381393"/>
                    <a:pt x="834547" y="379895"/>
                  </a:cubicBezTo>
                  <a:cubicBezTo>
                    <a:pt x="825555" y="377272"/>
                    <a:pt x="816938" y="374650"/>
                    <a:pt x="808696" y="372027"/>
                  </a:cubicBezTo>
                  <a:cubicBezTo>
                    <a:pt x="802327" y="369779"/>
                    <a:pt x="796333" y="367906"/>
                    <a:pt x="790713" y="366407"/>
                  </a:cubicBezTo>
                  <a:cubicBezTo>
                    <a:pt x="787716" y="363410"/>
                    <a:pt x="788090" y="360038"/>
                    <a:pt x="791837" y="356292"/>
                  </a:cubicBezTo>
                  <a:cubicBezTo>
                    <a:pt x="795583" y="352545"/>
                    <a:pt x="796520" y="348612"/>
                    <a:pt x="794647" y="344490"/>
                  </a:cubicBezTo>
                  <a:cubicBezTo>
                    <a:pt x="789027" y="348612"/>
                    <a:pt x="782658" y="348612"/>
                    <a:pt x="775540" y="344490"/>
                  </a:cubicBezTo>
                  <a:cubicBezTo>
                    <a:pt x="770669" y="341493"/>
                    <a:pt x="767485" y="342243"/>
                    <a:pt x="765986" y="346738"/>
                  </a:cubicBezTo>
                  <a:cubicBezTo>
                    <a:pt x="762614" y="345240"/>
                    <a:pt x="759430" y="345240"/>
                    <a:pt x="756432" y="346738"/>
                  </a:cubicBezTo>
                  <a:cubicBezTo>
                    <a:pt x="741446" y="335873"/>
                    <a:pt x="733579" y="320326"/>
                    <a:pt x="732829" y="300094"/>
                  </a:cubicBezTo>
                  <a:cubicBezTo>
                    <a:pt x="733953" y="286982"/>
                    <a:pt x="734984" y="273869"/>
                    <a:pt x="735920" y="260756"/>
                  </a:cubicBezTo>
                  <a:cubicBezTo>
                    <a:pt x="736857" y="247643"/>
                    <a:pt x="741821" y="236779"/>
                    <a:pt x="750813" y="228162"/>
                  </a:cubicBezTo>
                  <a:cubicBezTo>
                    <a:pt x="759430" y="206807"/>
                    <a:pt x="767297" y="185452"/>
                    <a:pt x="774416" y="164096"/>
                  </a:cubicBezTo>
                  <a:cubicBezTo>
                    <a:pt x="765424" y="164096"/>
                    <a:pt x="756807" y="167656"/>
                    <a:pt x="748565" y="174774"/>
                  </a:cubicBezTo>
                  <a:cubicBezTo>
                    <a:pt x="737325" y="181518"/>
                    <a:pt x="726460" y="187512"/>
                    <a:pt x="715970" y="192757"/>
                  </a:cubicBezTo>
                  <a:cubicBezTo>
                    <a:pt x="707353" y="194256"/>
                    <a:pt x="700984" y="192570"/>
                    <a:pt x="696863" y="187699"/>
                  </a:cubicBezTo>
                  <a:cubicBezTo>
                    <a:pt x="695365" y="180581"/>
                    <a:pt x="693866" y="176273"/>
                    <a:pt x="692367" y="174774"/>
                  </a:cubicBezTo>
                  <a:cubicBezTo>
                    <a:pt x="708852" y="164658"/>
                    <a:pt x="724587" y="151546"/>
                    <a:pt x="739573" y="135436"/>
                  </a:cubicBezTo>
                  <a:cubicBezTo>
                    <a:pt x="746691" y="129067"/>
                    <a:pt x="753623" y="121948"/>
                    <a:pt x="760366" y="114081"/>
                  </a:cubicBezTo>
                  <a:lnTo>
                    <a:pt x="799143" y="66875"/>
                  </a:lnTo>
                  <a:cubicBezTo>
                    <a:pt x="804388" y="62379"/>
                    <a:pt x="807198" y="57134"/>
                    <a:pt x="807572" y="51139"/>
                  </a:cubicBezTo>
                  <a:cubicBezTo>
                    <a:pt x="790713" y="61255"/>
                    <a:pt x="774228" y="70059"/>
                    <a:pt x="758118" y="77552"/>
                  </a:cubicBezTo>
                  <a:cubicBezTo>
                    <a:pt x="746130" y="85795"/>
                    <a:pt x="735077" y="94412"/>
                    <a:pt x="724962" y="103403"/>
                  </a:cubicBezTo>
                  <a:cubicBezTo>
                    <a:pt x="721215" y="106400"/>
                    <a:pt x="717656" y="105651"/>
                    <a:pt x="714284" y="101155"/>
                  </a:cubicBezTo>
                  <a:cubicBezTo>
                    <a:pt x="704543" y="96659"/>
                    <a:pt x="699673" y="87855"/>
                    <a:pt x="699673" y="74742"/>
                  </a:cubicBezTo>
                  <a:cubicBezTo>
                    <a:pt x="695177" y="63503"/>
                    <a:pt x="696676" y="52638"/>
                    <a:pt x="704169" y="42148"/>
                  </a:cubicBezTo>
                  <a:cubicBezTo>
                    <a:pt x="711287" y="34280"/>
                    <a:pt x="718780" y="28660"/>
                    <a:pt x="726648" y="25289"/>
                  </a:cubicBezTo>
                  <a:cubicBezTo>
                    <a:pt x="728521" y="36528"/>
                    <a:pt x="730207" y="48330"/>
                    <a:pt x="731706" y="60693"/>
                  </a:cubicBezTo>
                  <a:cubicBezTo>
                    <a:pt x="762801" y="49828"/>
                    <a:pt x="792399" y="35966"/>
                    <a:pt x="820498" y="19107"/>
                  </a:cubicBezTo>
                  <a:cubicBezTo>
                    <a:pt x="827241" y="14986"/>
                    <a:pt x="831924" y="10115"/>
                    <a:pt x="834547" y="4496"/>
                  </a:cubicBezTo>
                  <a:close/>
                  <a:moveTo>
                    <a:pt x="196705" y="0"/>
                  </a:moveTo>
                  <a:lnTo>
                    <a:pt x="222556" y="1686"/>
                  </a:lnTo>
                  <a:cubicBezTo>
                    <a:pt x="234170" y="11801"/>
                    <a:pt x="242975" y="23977"/>
                    <a:pt x="248969" y="38214"/>
                  </a:cubicBezTo>
                  <a:cubicBezTo>
                    <a:pt x="251592" y="46082"/>
                    <a:pt x="256837" y="51701"/>
                    <a:pt x="264704" y="55073"/>
                  </a:cubicBezTo>
                  <a:cubicBezTo>
                    <a:pt x="268076" y="64814"/>
                    <a:pt x="264330" y="73244"/>
                    <a:pt x="253465" y="80362"/>
                  </a:cubicBezTo>
                  <a:lnTo>
                    <a:pt x="259647" y="109585"/>
                  </a:lnTo>
                  <a:cubicBezTo>
                    <a:pt x="261145" y="114081"/>
                    <a:pt x="264330" y="115017"/>
                    <a:pt x="269200" y="112395"/>
                  </a:cubicBezTo>
                  <a:cubicBezTo>
                    <a:pt x="270699" y="108274"/>
                    <a:pt x="272947" y="107431"/>
                    <a:pt x="275944" y="109866"/>
                  </a:cubicBezTo>
                  <a:cubicBezTo>
                    <a:pt x="278941" y="112301"/>
                    <a:pt x="282126" y="113144"/>
                    <a:pt x="285497" y="112395"/>
                  </a:cubicBezTo>
                  <a:cubicBezTo>
                    <a:pt x="294864" y="110522"/>
                    <a:pt x="303481" y="111833"/>
                    <a:pt x="311348" y="116329"/>
                  </a:cubicBezTo>
                  <a:cubicBezTo>
                    <a:pt x="317717" y="117453"/>
                    <a:pt x="323899" y="118951"/>
                    <a:pt x="329893" y="120824"/>
                  </a:cubicBezTo>
                  <a:cubicBezTo>
                    <a:pt x="336263" y="119700"/>
                    <a:pt x="340384" y="122323"/>
                    <a:pt x="342257" y="128692"/>
                  </a:cubicBezTo>
                  <a:cubicBezTo>
                    <a:pt x="346753" y="129067"/>
                    <a:pt x="345629" y="131877"/>
                    <a:pt x="338885" y="137122"/>
                  </a:cubicBezTo>
                  <a:cubicBezTo>
                    <a:pt x="341882" y="142367"/>
                    <a:pt x="341133" y="147987"/>
                    <a:pt x="336637" y="153981"/>
                  </a:cubicBezTo>
                  <a:cubicBezTo>
                    <a:pt x="328769" y="155480"/>
                    <a:pt x="320153" y="156229"/>
                    <a:pt x="310786" y="156229"/>
                  </a:cubicBezTo>
                  <a:cubicBezTo>
                    <a:pt x="308164" y="158102"/>
                    <a:pt x="306009" y="157915"/>
                    <a:pt x="304324" y="155667"/>
                  </a:cubicBezTo>
                  <a:cubicBezTo>
                    <a:pt x="302638" y="153419"/>
                    <a:pt x="301420" y="153606"/>
                    <a:pt x="300671" y="156229"/>
                  </a:cubicBezTo>
                  <a:cubicBezTo>
                    <a:pt x="297674" y="156978"/>
                    <a:pt x="294489" y="156978"/>
                    <a:pt x="291117" y="156229"/>
                  </a:cubicBezTo>
                  <a:cubicBezTo>
                    <a:pt x="289244" y="156603"/>
                    <a:pt x="286621" y="157353"/>
                    <a:pt x="283249" y="158477"/>
                  </a:cubicBezTo>
                  <a:cubicBezTo>
                    <a:pt x="277255" y="158102"/>
                    <a:pt x="275007" y="160631"/>
                    <a:pt x="276506" y="166063"/>
                  </a:cubicBezTo>
                  <a:cubicBezTo>
                    <a:pt x="278004" y="171496"/>
                    <a:pt x="279690" y="176085"/>
                    <a:pt x="281564" y="179832"/>
                  </a:cubicBezTo>
                  <a:cubicBezTo>
                    <a:pt x="284935" y="197815"/>
                    <a:pt x="291117" y="215424"/>
                    <a:pt x="300109" y="232657"/>
                  </a:cubicBezTo>
                  <a:cubicBezTo>
                    <a:pt x="303481" y="237528"/>
                    <a:pt x="307040" y="235655"/>
                    <a:pt x="310786" y="227038"/>
                  </a:cubicBezTo>
                  <a:cubicBezTo>
                    <a:pt x="318279" y="220669"/>
                    <a:pt x="322400" y="213550"/>
                    <a:pt x="323150" y="205683"/>
                  </a:cubicBezTo>
                  <a:cubicBezTo>
                    <a:pt x="323524" y="206057"/>
                    <a:pt x="324461" y="203060"/>
                    <a:pt x="325960" y="196691"/>
                  </a:cubicBezTo>
                  <a:cubicBezTo>
                    <a:pt x="327458" y="191446"/>
                    <a:pt x="331017" y="189198"/>
                    <a:pt x="336637" y="189947"/>
                  </a:cubicBezTo>
                  <a:cubicBezTo>
                    <a:pt x="335888" y="187325"/>
                    <a:pt x="336825" y="185920"/>
                    <a:pt x="339447" y="185733"/>
                  </a:cubicBezTo>
                  <a:cubicBezTo>
                    <a:pt x="342070" y="185545"/>
                    <a:pt x="343006" y="183766"/>
                    <a:pt x="342257" y="180394"/>
                  </a:cubicBezTo>
                  <a:cubicBezTo>
                    <a:pt x="344879" y="184890"/>
                    <a:pt x="348626" y="190322"/>
                    <a:pt x="353496" y="196691"/>
                  </a:cubicBezTo>
                  <a:cubicBezTo>
                    <a:pt x="357992" y="192945"/>
                    <a:pt x="360989" y="195005"/>
                    <a:pt x="362488" y="202873"/>
                  </a:cubicBezTo>
                  <a:cubicBezTo>
                    <a:pt x="367733" y="206994"/>
                    <a:pt x="368951" y="212239"/>
                    <a:pt x="366141" y="218608"/>
                  </a:cubicBezTo>
                  <a:cubicBezTo>
                    <a:pt x="363331" y="224977"/>
                    <a:pt x="359865" y="228911"/>
                    <a:pt x="355744" y="230410"/>
                  </a:cubicBezTo>
                  <a:cubicBezTo>
                    <a:pt x="344879" y="239776"/>
                    <a:pt x="335701" y="251203"/>
                    <a:pt x="328208" y="264690"/>
                  </a:cubicBezTo>
                  <a:cubicBezTo>
                    <a:pt x="319965" y="271808"/>
                    <a:pt x="317155" y="279489"/>
                    <a:pt x="319778" y="287731"/>
                  </a:cubicBezTo>
                  <a:cubicBezTo>
                    <a:pt x="325772" y="297097"/>
                    <a:pt x="329893" y="307587"/>
                    <a:pt x="332141" y="319202"/>
                  </a:cubicBezTo>
                  <a:cubicBezTo>
                    <a:pt x="341882" y="331940"/>
                    <a:pt x="349188" y="345989"/>
                    <a:pt x="354058" y="361350"/>
                  </a:cubicBezTo>
                  <a:cubicBezTo>
                    <a:pt x="359678" y="369967"/>
                    <a:pt x="364923" y="378584"/>
                    <a:pt x="369794" y="387201"/>
                  </a:cubicBezTo>
                  <a:cubicBezTo>
                    <a:pt x="383656" y="405184"/>
                    <a:pt x="397330" y="423542"/>
                    <a:pt x="410818" y="442274"/>
                  </a:cubicBezTo>
                  <a:cubicBezTo>
                    <a:pt x="405947" y="440775"/>
                    <a:pt x="405011" y="441806"/>
                    <a:pt x="408008" y="445365"/>
                  </a:cubicBezTo>
                  <a:cubicBezTo>
                    <a:pt x="411005" y="448924"/>
                    <a:pt x="413253" y="452202"/>
                    <a:pt x="414752" y="455200"/>
                  </a:cubicBezTo>
                  <a:cubicBezTo>
                    <a:pt x="411005" y="454450"/>
                    <a:pt x="410162" y="456511"/>
                    <a:pt x="412223" y="461381"/>
                  </a:cubicBezTo>
                  <a:cubicBezTo>
                    <a:pt x="414283" y="466252"/>
                    <a:pt x="413815" y="468125"/>
                    <a:pt x="410818" y="467001"/>
                  </a:cubicBezTo>
                  <a:cubicBezTo>
                    <a:pt x="408570" y="471497"/>
                    <a:pt x="405573" y="472995"/>
                    <a:pt x="401826" y="471497"/>
                  </a:cubicBezTo>
                  <a:cubicBezTo>
                    <a:pt x="401077" y="478241"/>
                    <a:pt x="398454" y="478990"/>
                    <a:pt x="393959" y="473745"/>
                  </a:cubicBezTo>
                  <a:cubicBezTo>
                    <a:pt x="385342" y="473370"/>
                    <a:pt x="378785" y="469811"/>
                    <a:pt x="374289" y="463067"/>
                  </a:cubicBezTo>
                  <a:cubicBezTo>
                    <a:pt x="372791" y="454825"/>
                    <a:pt x="367920" y="449767"/>
                    <a:pt x="359678" y="447894"/>
                  </a:cubicBezTo>
                  <a:lnTo>
                    <a:pt x="347315" y="435530"/>
                  </a:lnTo>
                  <a:cubicBezTo>
                    <a:pt x="344317" y="434032"/>
                    <a:pt x="340196" y="433283"/>
                    <a:pt x="334951" y="433283"/>
                  </a:cubicBezTo>
                  <a:cubicBezTo>
                    <a:pt x="333078" y="431035"/>
                    <a:pt x="333640" y="429630"/>
                    <a:pt x="336637" y="429068"/>
                  </a:cubicBezTo>
                  <a:cubicBezTo>
                    <a:pt x="339634" y="428506"/>
                    <a:pt x="340196" y="426351"/>
                    <a:pt x="338323" y="422605"/>
                  </a:cubicBezTo>
                  <a:cubicBezTo>
                    <a:pt x="337948" y="418109"/>
                    <a:pt x="336825" y="410054"/>
                    <a:pt x="334951" y="398440"/>
                  </a:cubicBezTo>
                  <a:cubicBezTo>
                    <a:pt x="334577" y="390947"/>
                    <a:pt x="333640" y="384578"/>
                    <a:pt x="332141" y="379333"/>
                  </a:cubicBezTo>
                  <a:cubicBezTo>
                    <a:pt x="325023" y="365845"/>
                    <a:pt x="318092" y="350110"/>
                    <a:pt x="311348" y="332127"/>
                  </a:cubicBezTo>
                  <a:cubicBezTo>
                    <a:pt x="308351" y="323135"/>
                    <a:pt x="304605" y="315080"/>
                    <a:pt x="300109" y="307962"/>
                  </a:cubicBezTo>
                  <a:cubicBezTo>
                    <a:pt x="283624" y="328568"/>
                    <a:pt x="265266" y="342805"/>
                    <a:pt x="245035" y="350672"/>
                  </a:cubicBezTo>
                  <a:cubicBezTo>
                    <a:pt x="236793" y="352545"/>
                    <a:pt x="234170" y="349923"/>
                    <a:pt x="237168" y="342805"/>
                  </a:cubicBezTo>
                  <a:cubicBezTo>
                    <a:pt x="232672" y="335312"/>
                    <a:pt x="231922" y="328006"/>
                    <a:pt x="234920" y="320887"/>
                  </a:cubicBezTo>
                  <a:cubicBezTo>
                    <a:pt x="236418" y="315642"/>
                    <a:pt x="236418" y="311334"/>
                    <a:pt x="234920" y="307962"/>
                  </a:cubicBezTo>
                  <a:cubicBezTo>
                    <a:pt x="242413" y="300469"/>
                    <a:pt x="248032" y="290916"/>
                    <a:pt x="251779" y="279301"/>
                  </a:cubicBezTo>
                  <a:cubicBezTo>
                    <a:pt x="255151" y="266563"/>
                    <a:pt x="258148" y="253825"/>
                    <a:pt x="260771" y="241087"/>
                  </a:cubicBezTo>
                  <a:cubicBezTo>
                    <a:pt x="263393" y="230222"/>
                    <a:pt x="264704" y="219732"/>
                    <a:pt x="264704" y="209616"/>
                  </a:cubicBezTo>
                  <a:cubicBezTo>
                    <a:pt x="266578" y="224602"/>
                    <a:pt x="265828" y="239401"/>
                    <a:pt x="262456" y="254013"/>
                  </a:cubicBezTo>
                  <a:cubicBezTo>
                    <a:pt x="262082" y="264128"/>
                    <a:pt x="261520" y="274618"/>
                    <a:pt x="260771" y="285483"/>
                  </a:cubicBezTo>
                  <a:cubicBezTo>
                    <a:pt x="269387" y="277615"/>
                    <a:pt x="277068" y="269186"/>
                    <a:pt x="283811" y="260194"/>
                  </a:cubicBezTo>
                  <a:lnTo>
                    <a:pt x="274820" y="226476"/>
                  </a:lnTo>
                  <a:cubicBezTo>
                    <a:pt x="268076" y="207743"/>
                    <a:pt x="262269" y="188823"/>
                    <a:pt x="257399" y="169716"/>
                  </a:cubicBezTo>
                  <a:cubicBezTo>
                    <a:pt x="254776" y="158102"/>
                    <a:pt x="248032" y="154918"/>
                    <a:pt x="237168" y="160163"/>
                  </a:cubicBezTo>
                  <a:cubicBezTo>
                    <a:pt x="213565" y="159788"/>
                    <a:pt x="190898" y="163535"/>
                    <a:pt x="169169" y="171402"/>
                  </a:cubicBezTo>
                  <a:cubicBezTo>
                    <a:pt x="163923" y="171777"/>
                    <a:pt x="161301" y="174774"/>
                    <a:pt x="161301" y="180394"/>
                  </a:cubicBezTo>
                  <a:cubicBezTo>
                    <a:pt x="157554" y="189011"/>
                    <a:pt x="157554" y="196504"/>
                    <a:pt x="161301" y="202873"/>
                  </a:cubicBezTo>
                  <a:cubicBezTo>
                    <a:pt x="162800" y="207369"/>
                    <a:pt x="165984" y="209054"/>
                    <a:pt x="170855" y="207931"/>
                  </a:cubicBezTo>
                  <a:cubicBezTo>
                    <a:pt x="184342" y="207556"/>
                    <a:pt x="196518" y="210178"/>
                    <a:pt x="207383" y="215798"/>
                  </a:cubicBezTo>
                  <a:cubicBezTo>
                    <a:pt x="210755" y="218421"/>
                    <a:pt x="211036" y="221043"/>
                    <a:pt x="208226" y="223666"/>
                  </a:cubicBezTo>
                  <a:cubicBezTo>
                    <a:pt x="205416" y="226288"/>
                    <a:pt x="205884" y="228536"/>
                    <a:pt x="209631" y="230410"/>
                  </a:cubicBezTo>
                  <a:cubicBezTo>
                    <a:pt x="202512" y="236404"/>
                    <a:pt x="194083" y="239401"/>
                    <a:pt x="184342" y="239401"/>
                  </a:cubicBezTo>
                  <a:cubicBezTo>
                    <a:pt x="180221" y="240525"/>
                    <a:pt x="175257" y="241368"/>
                    <a:pt x="169450" y="241930"/>
                  </a:cubicBezTo>
                  <a:cubicBezTo>
                    <a:pt x="163643" y="242492"/>
                    <a:pt x="162238" y="245396"/>
                    <a:pt x="165235" y="250641"/>
                  </a:cubicBezTo>
                  <a:cubicBezTo>
                    <a:pt x="171604" y="255136"/>
                    <a:pt x="173852" y="261880"/>
                    <a:pt x="171978" y="270872"/>
                  </a:cubicBezTo>
                  <a:cubicBezTo>
                    <a:pt x="181345" y="273869"/>
                    <a:pt x="190336" y="274993"/>
                    <a:pt x="198953" y="274244"/>
                  </a:cubicBezTo>
                  <a:cubicBezTo>
                    <a:pt x="204948" y="272370"/>
                    <a:pt x="210193" y="273120"/>
                    <a:pt x="214689" y="276491"/>
                  </a:cubicBezTo>
                  <a:cubicBezTo>
                    <a:pt x="222182" y="279489"/>
                    <a:pt x="222556" y="283985"/>
                    <a:pt x="215813" y="289979"/>
                  </a:cubicBezTo>
                  <a:cubicBezTo>
                    <a:pt x="214689" y="297472"/>
                    <a:pt x="210380" y="301406"/>
                    <a:pt x="202887" y="301780"/>
                  </a:cubicBezTo>
                  <a:cubicBezTo>
                    <a:pt x="195394" y="302155"/>
                    <a:pt x="189025" y="304216"/>
                    <a:pt x="183780" y="307962"/>
                  </a:cubicBezTo>
                  <a:cubicBezTo>
                    <a:pt x="174414" y="310585"/>
                    <a:pt x="170855" y="317328"/>
                    <a:pt x="173102" y="328193"/>
                  </a:cubicBezTo>
                  <a:cubicBezTo>
                    <a:pt x="170105" y="337934"/>
                    <a:pt x="171604" y="343554"/>
                    <a:pt x="177598" y="345052"/>
                  </a:cubicBezTo>
                  <a:cubicBezTo>
                    <a:pt x="184342" y="345427"/>
                    <a:pt x="191460" y="344678"/>
                    <a:pt x="198953" y="342805"/>
                  </a:cubicBezTo>
                  <a:cubicBezTo>
                    <a:pt x="206072" y="342805"/>
                    <a:pt x="211317" y="345427"/>
                    <a:pt x="214689" y="350672"/>
                  </a:cubicBezTo>
                  <a:cubicBezTo>
                    <a:pt x="218060" y="349923"/>
                    <a:pt x="218341" y="350672"/>
                    <a:pt x="215532" y="352920"/>
                  </a:cubicBezTo>
                  <a:cubicBezTo>
                    <a:pt x="212722" y="355168"/>
                    <a:pt x="212441" y="357416"/>
                    <a:pt x="214689" y="359664"/>
                  </a:cubicBezTo>
                  <a:cubicBezTo>
                    <a:pt x="218060" y="359664"/>
                    <a:pt x="218341" y="361350"/>
                    <a:pt x="215532" y="364722"/>
                  </a:cubicBezTo>
                  <a:cubicBezTo>
                    <a:pt x="212722" y="368093"/>
                    <a:pt x="211504" y="371278"/>
                    <a:pt x="211879" y="374275"/>
                  </a:cubicBezTo>
                  <a:cubicBezTo>
                    <a:pt x="200639" y="378396"/>
                    <a:pt x="189212" y="382705"/>
                    <a:pt x="177598" y="387201"/>
                  </a:cubicBezTo>
                  <a:lnTo>
                    <a:pt x="177598" y="421481"/>
                  </a:lnTo>
                  <a:cubicBezTo>
                    <a:pt x="174976" y="430847"/>
                    <a:pt x="172728" y="437778"/>
                    <a:pt x="170855" y="442274"/>
                  </a:cubicBezTo>
                  <a:cubicBezTo>
                    <a:pt x="167857" y="438528"/>
                    <a:pt x="165422" y="439277"/>
                    <a:pt x="163549" y="444522"/>
                  </a:cubicBezTo>
                  <a:cubicBezTo>
                    <a:pt x="161676" y="449767"/>
                    <a:pt x="159240" y="451640"/>
                    <a:pt x="156243" y="450142"/>
                  </a:cubicBezTo>
                  <a:cubicBezTo>
                    <a:pt x="148750" y="442274"/>
                    <a:pt x="143318" y="432721"/>
                    <a:pt x="139946" y="421481"/>
                  </a:cubicBezTo>
                  <a:cubicBezTo>
                    <a:pt x="140695" y="412115"/>
                    <a:pt x="137885" y="406870"/>
                    <a:pt x="131516" y="405746"/>
                  </a:cubicBezTo>
                  <a:cubicBezTo>
                    <a:pt x="123649" y="410616"/>
                    <a:pt x="115781" y="410804"/>
                    <a:pt x="107913" y="406308"/>
                  </a:cubicBezTo>
                  <a:cubicBezTo>
                    <a:pt x="98547" y="407806"/>
                    <a:pt x="90679" y="404996"/>
                    <a:pt x="84310" y="397878"/>
                  </a:cubicBezTo>
                  <a:cubicBezTo>
                    <a:pt x="78691" y="396754"/>
                    <a:pt x="78129" y="393195"/>
                    <a:pt x="82624" y="387201"/>
                  </a:cubicBezTo>
                  <a:cubicBezTo>
                    <a:pt x="91241" y="392820"/>
                    <a:pt x="99671" y="392071"/>
                    <a:pt x="107913" y="384953"/>
                  </a:cubicBezTo>
                  <a:cubicBezTo>
                    <a:pt x="118778" y="378209"/>
                    <a:pt x="129456" y="371653"/>
                    <a:pt x="139946" y="365284"/>
                  </a:cubicBezTo>
                  <a:cubicBezTo>
                    <a:pt x="142194" y="352545"/>
                    <a:pt x="142194" y="339995"/>
                    <a:pt x="139946" y="327631"/>
                  </a:cubicBezTo>
                  <a:cubicBezTo>
                    <a:pt x="129081" y="333626"/>
                    <a:pt x="117092" y="337747"/>
                    <a:pt x="103979" y="339995"/>
                  </a:cubicBezTo>
                  <a:cubicBezTo>
                    <a:pt x="96112" y="340369"/>
                    <a:pt x="89555" y="340369"/>
                    <a:pt x="84310" y="339995"/>
                  </a:cubicBezTo>
                  <a:cubicBezTo>
                    <a:pt x="82437" y="336623"/>
                    <a:pt x="80564" y="335593"/>
                    <a:pt x="78691" y="336904"/>
                  </a:cubicBezTo>
                  <a:cubicBezTo>
                    <a:pt x="76817" y="338215"/>
                    <a:pt x="75506" y="337747"/>
                    <a:pt x="74757" y="335499"/>
                  </a:cubicBezTo>
                  <a:cubicBezTo>
                    <a:pt x="72509" y="330254"/>
                    <a:pt x="70261" y="325383"/>
                    <a:pt x="68013" y="320887"/>
                  </a:cubicBezTo>
                  <a:cubicBezTo>
                    <a:pt x="75506" y="306651"/>
                    <a:pt x="82812" y="292227"/>
                    <a:pt x="89930" y="277615"/>
                  </a:cubicBezTo>
                  <a:cubicBezTo>
                    <a:pt x="95550" y="270872"/>
                    <a:pt x="96487" y="265627"/>
                    <a:pt x="92740" y="261880"/>
                  </a:cubicBezTo>
                  <a:cubicBezTo>
                    <a:pt x="83374" y="268998"/>
                    <a:pt x="74944" y="268437"/>
                    <a:pt x="67451" y="260194"/>
                  </a:cubicBezTo>
                  <a:cubicBezTo>
                    <a:pt x="60333" y="256448"/>
                    <a:pt x="54151" y="252327"/>
                    <a:pt x="48906" y="247831"/>
                  </a:cubicBezTo>
                  <a:cubicBezTo>
                    <a:pt x="54900" y="245583"/>
                    <a:pt x="61269" y="245958"/>
                    <a:pt x="68013" y="248955"/>
                  </a:cubicBezTo>
                  <a:cubicBezTo>
                    <a:pt x="75881" y="244084"/>
                    <a:pt x="84123" y="240712"/>
                    <a:pt x="92740" y="238839"/>
                  </a:cubicBezTo>
                  <a:cubicBezTo>
                    <a:pt x="105853" y="232095"/>
                    <a:pt x="117280" y="224228"/>
                    <a:pt x="127021" y="215236"/>
                  </a:cubicBezTo>
                  <a:cubicBezTo>
                    <a:pt x="133015" y="207369"/>
                    <a:pt x="134513" y="199876"/>
                    <a:pt x="131516" y="192757"/>
                  </a:cubicBezTo>
                  <a:cubicBezTo>
                    <a:pt x="118029" y="188261"/>
                    <a:pt x="105478" y="191071"/>
                    <a:pt x="93864" y="201187"/>
                  </a:cubicBezTo>
                  <a:cubicBezTo>
                    <a:pt x="85996" y="206057"/>
                    <a:pt x="77379" y="208867"/>
                    <a:pt x="68013" y="209616"/>
                  </a:cubicBezTo>
                  <a:cubicBezTo>
                    <a:pt x="54526" y="214487"/>
                    <a:pt x="40851" y="215049"/>
                    <a:pt x="26989" y="211302"/>
                  </a:cubicBezTo>
                  <a:cubicBezTo>
                    <a:pt x="17248" y="211302"/>
                    <a:pt x="9568" y="207743"/>
                    <a:pt x="3948" y="200625"/>
                  </a:cubicBezTo>
                  <a:cubicBezTo>
                    <a:pt x="-548" y="198377"/>
                    <a:pt x="-1203" y="195567"/>
                    <a:pt x="1981" y="192195"/>
                  </a:cubicBezTo>
                  <a:cubicBezTo>
                    <a:pt x="5166" y="188823"/>
                    <a:pt x="6571" y="188636"/>
                    <a:pt x="6196" y="191633"/>
                  </a:cubicBezTo>
                  <a:cubicBezTo>
                    <a:pt x="14063" y="197253"/>
                    <a:pt x="22212" y="198283"/>
                    <a:pt x="30642" y="194724"/>
                  </a:cubicBezTo>
                  <a:cubicBezTo>
                    <a:pt x="39071" y="191165"/>
                    <a:pt x="47407" y="188261"/>
                    <a:pt x="55650" y="186014"/>
                  </a:cubicBezTo>
                  <a:cubicBezTo>
                    <a:pt x="67638" y="181892"/>
                    <a:pt x="79440" y="177584"/>
                    <a:pt x="91054" y="173088"/>
                  </a:cubicBezTo>
                  <a:cubicBezTo>
                    <a:pt x="103043" y="169342"/>
                    <a:pt x="114282" y="165408"/>
                    <a:pt x="124773" y="161287"/>
                  </a:cubicBezTo>
                  <a:cubicBezTo>
                    <a:pt x="122899" y="158289"/>
                    <a:pt x="124211" y="156041"/>
                    <a:pt x="128706" y="154543"/>
                  </a:cubicBezTo>
                  <a:cubicBezTo>
                    <a:pt x="124211" y="154168"/>
                    <a:pt x="125147" y="152857"/>
                    <a:pt x="131516" y="150609"/>
                  </a:cubicBezTo>
                  <a:cubicBezTo>
                    <a:pt x="131891" y="143491"/>
                    <a:pt x="133764" y="135623"/>
                    <a:pt x="137136" y="127006"/>
                  </a:cubicBezTo>
                  <a:cubicBezTo>
                    <a:pt x="134888" y="120637"/>
                    <a:pt x="133015" y="114268"/>
                    <a:pt x="131516" y="107899"/>
                  </a:cubicBezTo>
                  <a:cubicBezTo>
                    <a:pt x="119527" y="110522"/>
                    <a:pt x="108101" y="109772"/>
                    <a:pt x="97236" y="105651"/>
                  </a:cubicBezTo>
                  <a:cubicBezTo>
                    <a:pt x="96112" y="102654"/>
                    <a:pt x="93208" y="100406"/>
                    <a:pt x="88525" y="98907"/>
                  </a:cubicBezTo>
                  <a:cubicBezTo>
                    <a:pt x="83842" y="97409"/>
                    <a:pt x="82437" y="95536"/>
                    <a:pt x="84310" y="93288"/>
                  </a:cubicBezTo>
                  <a:cubicBezTo>
                    <a:pt x="76817" y="88417"/>
                    <a:pt x="75506" y="84858"/>
                    <a:pt x="80377" y="82610"/>
                  </a:cubicBezTo>
                  <a:cubicBezTo>
                    <a:pt x="87870" y="89354"/>
                    <a:pt x="96299" y="89354"/>
                    <a:pt x="105665" y="82610"/>
                  </a:cubicBezTo>
                  <a:lnTo>
                    <a:pt x="128706" y="71371"/>
                  </a:lnTo>
                  <a:cubicBezTo>
                    <a:pt x="129081" y="60131"/>
                    <a:pt x="122899" y="52451"/>
                    <a:pt x="110161" y="48330"/>
                  </a:cubicBezTo>
                  <a:cubicBezTo>
                    <a:pt x="117280" y="47580"/>
                    <a:pt x="123461" y="45520"/>
                    <a:pt x="128706" y="42148"/>
                  </a:cubicBezTo>
                  <a:cubicBezTo>
                    <a:pt x="133202" y="38776"/>
                    <a:pt x="131891" y="36715"/>
                    <a:pt x="124773" y="35966"/>
                  </a:cubicBezTo>
                  <a:cubicBezTo>
                    <a:pt x="122150" y="37090"/>
                    <a:pt x="122899" y="35779"/>
                    <a:pt x="127021" y="32032"/>
                  </a:cubicBezTo>
                  <a:cubicBezTo>
                    <a:pt x="139384" y="27162"/>
                    <a:pt x="151373" y="29222"/>
                    <a:pt x="162987" y="38214"/>
                  </a:cubicBezTo>
                  <a:cubicBezTo>
                    <a:pt x="167108" y="39338"/>
                    <a:pt x="170105" y="42710"/>
                    <a:pt x="171978" y="48330"/>
                  </a:cubicBezTo>
                  <a:cubicBezTo>
                    <a:pt x="176100" y="57696"/>
                    <a:pt x="182469" y="60506"/>
                    <a:pt x="191086" y="56759"/>
                  </a:cubicBezTo>
                  <a:cubicBezTo>
                    <a:pt x="196705" y="57883"/>
                    <a:pt x="202138" y="57321"/>
                    <a:pt x="207383" y="55073"/>
                  </a:cubicBezTo>
                  <a:cubicBezTo>
                    <a:pt x="215625" y="55073"/>
                    <a:pt x="222556" y="55635"/>
                    <a:pt x="228176" y="56759"/>
                  </a:cubicBezTo>
                  <a:cubicBezTo>
                    <a:pt x="227052" y="44021"/>
                    <a:pt x="223493" y="32220"/>
                    <a:pt x="217498" y="21355"/>
                  </a:cubicBezTo>
                  <a:cubicBezTo>
                    <a:pt x="213003" y="14986"/>
                    <a:pt x="206634" y="10677"/>
                    <a:pt x="198391" y="8429"/>
                  </a:cubicBezTo>
                  <a:cubicBezTo>
                    <a:pt x="190898" y="6556"/>
                    <a:pt x="190336" y="3746"/>
                    <a:pt x="19670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defTabSz="1218565">
                <a:lnSpc>
                  <a:spcPct val="100000"/>
                </a:lnSpc>
                <a:spcBef>
                  <a:spcPct val="0"/>
                </a:spcBef>
              </a:pPr>
              <a:endParaRPr lang="zh-CN" altLang="en-US" sz="3600" b="0" dirty="0">
                <a:solidFill>
                  <a:srgbClr val="537BBA"/>
                </a:solidFill>
                <a:latin typeface="方正字迹-吕建德行楷简体" panose="02010600010101010101" pitchFamily="2" charset="-122"/>
                <a:ea typeface="方正字迹-吕建德行楷简体" panose="02010600010101010101" pitchFamily="2" charset="-122"/>
                <a:cs typeface="方正兰亭黑简体" panose="02000500000000000000" pitchFamily="2" charset="-122"/>
                <a:sym typeface="方正兰亭黑简体" panose="02000500000000000000" pitchFamily="2" charset="-122"/>
              </a:endParaRPr>
            </a:p>
          </p:txBody>
        </p:sp>
        <p:sp>
          <p:nvSpPr>
            <p:cNvPr id="20" name="文本框 19"/>
            <p:cNvSpPr txBox="1"/>
            <p:nvPr userDrawn="1"/>
          </p:nvSpPr>
          <p:spPr>
            <a:xfrm>
              <a:off x="9662774" y="1687136"/>
              <a:ext cx="724020" cy="355779"/>
            </a:xfrm>
            <a:custGeom>
              <a:avLst/>
              <a:gdLst/>
              <a:ahLst/>
              <a:cxnLst/>
              <a:rect l="l" t="t" r="r" b="b"/>
              <a:pathLst>
                <a:path w="724020" h="355779">
                  <a:moveTo>
                    <a:pt x="570016" y="216738"/>
                  </a:moveTo>
                  <a:cubicBezTo>
                    <a:pt x="575816" y="215838"/>
                    <a:pt x="583115" y="217788"/>
                    <a:pt x="591915" y="222587"/>
                  </a:cubicBezTo>
                  <a:cubicBezTo>
                    <a:pt x="606847" y="228987"/>
                    <a:pt x="610580" y="235653"/>
                    <a:pt x="603114" y="242586"/>
                  </a:cubicBezTo>
                  <a:cubicBezTo>
                    <a:pt x="595648" y="249519"/>
                    <a:pt x="590848" y="256185"/>
                    <a:pt x="588715" y="262585"/>
                  </a:cubicBezTo>
                  <a:cubicBezTo>
                    <a:pt x="586582" y="268984"/>
                    <a:pt x="582315" y="277517"/>
                    <a:pt x="575916" y="288183"/>
                  </a:cubicBezTo>
                  <a:cubicBezTo>
                    <a:pt x="597248" y="300982"/>
                    <a:pt x="618047" y="311382"/>
                    <a:pt x="638312" y="319381"/>
                  </a:cubicBezTo>
                  <a:cubicBezTo>
                    <a:pt x="658577" y="327381"/>
                    <a:pt x="680443" y="332714"/>
                    <a:pt x="703908" y="335380"/>
                  </a:cubicBezTo>
                  <a:cubicBezTo>
                    <a:pt x="727373" y="338047"/>
                    <a:pt x="730306" y="341780"/>
                    <a:pt x="712707" y="346580"/>
                  </a:cubicBezTo>
                  <a:cubicBezTo>
                    <a:pt x="695109" y="351379"/>
                    <a:pt x="679110" y="354313"/>
                    <a:pt x="664710" y="355379"/>
                  </a:cubicBezTo>
                  <a:cubicBezTo>
                    <a:pt x="650311" y="356446"/>
                    <a:pt x="640712" y="355379"/>
                    <a:pt x="635912" y="352179"/>
                  </a:cubicBezTo>
                  <a:cubicBezTo>
                    <a:pt x="631112" y="348980"/>
                    <a:pt x="622580" y="343380"/>
                    <a:pt x="610314" y="335380"/>
                  </a:cubicBezTo>
                  <a:cubicBezTo>
                    <a:pt x="598048" y="327381"/>
                    <a:pt x="582315" y="316448"/>
                    <a:pt x="563117" y="302582"/>
                  </a:cubicBezTo>
                  <a:cubicBezTo>
                    <a:pt x="554584" y="311115"/>
                    <a:pt x="545251" y="318581"/>
                    <a:pt x="535118" y="324981"/>
                  </a:cubicBezTo>
                  <a:cubicBezTo>
                    <a:pt x="524986" y="331381"/>
                    <a:pt x="514320" y="336180"/>
                    <a:pt x="503120" y="339380"/>
                  </a:cubicBezTo>
                  <a:cubicBezTo>
                    <a:pt x="491921" y="342580"/>
                    <a:pt x="479922" y="344446"/>
                    <a:pt x="467122" y="344980"/>
                  </a:cubicBezTo>
                  <a:cubicBezTo>
                    <a:pt x="454323" y="345513"/>
                    <a:pt x="453790" y="343913"/>
                    <a:pt x="465523" y="340180"/>
                  </a:cubicBezTo>
                  <a:cubicBezTo>
                    <a:pt x="477255" y="336447"/>
                    <a:pt x="490854" y="330581"/>
                    <a:pt x="506320" y="322581"/>
                  </a:cubicBezTo>
                  <a:cubicBezTo>
                    <a:pt x="521786" y="314582"/>
                    <a:pt x="535918" y="303116"/>
                    <a:pt x="548717" y="288183"/>
                  </a:cubicBezTo>
                  <a:cubicBezTo>
                    <a:pt x="532718" y="275384"/>
                    <a:pt x="518853" y="267384"/>
                    <a:pt x="507120" y="264185"/>
                  </a:cubicBezTo>
                  <a:cubicBezTo>
                    <a:pt x="495387" y="260985"/>
                    <a:pt x="496987" y="257785"/>
                    <a:pt x="511920" y="254585"/>
                  </a:cubicBezTo>
                  <a:cubicBezTo>
                    <a:pt x="517253" y="255652"/>
                    <a:pt x="522319" y="257252"/>
                    <a:pt x="527119" y="259385"/>
                  </a:cubicBezTo>
                  <a:cubicBezTo>
                    <a:pt x="531918" y="261518"/>
                    <a:pt x="541785" y="267384"/>
                    <a:pt x="556717" y="276984"/>
                  </a:cubicBezTo>
                  <a:cubicBezTo>
                    <a:pt x="562050" y="267384"/>
                    <a:pt x="565783" y="259652"/>
                    <a:pt x="567916" y="253785"/>
                  </a:cubicBezTo>
                  <a:cubicBezTo>
                    <a:pt x="570050" y="247919"/>
                    <a:pt x="570316" y="243386"/>
                    <a:pt x="568716" y="240186"/>
                  </a:cubicBezTo>
                  <a:cubicBezTo>
                    <a:pt x="567116" y="236986"/>
                    <a:pt x="562050" y="236720"/>
                    <a:pt x="553517" y="239386"/>
                  </a:cubicBezTo>
                  <a:cubicBezTo>
                    <a:pt x="544984" y="242053"/>
                    <a:pt x="537518" y="243919"/>
                    <a:pt x="531119" y="244986"/>
                  </a:cubicBezTo>
                  <a:cubicBezTo>
                    <a:pt x="524719" y="246052"/>
                    <a:pt x="518853" y="244986"/>
                    <a:pt x="513520" y="241786"/>
                  </a:cubicBezTo>
                  <a:cubicBezTo>
                    <a:pt x="508187" y="238586"/>
                    <a:pt x="506053" y="236186"/>
                    <a:pt x="507120" y="234586"/>
                  </a:cubicBezTo>
                  <a:cubicBezTo>
                    <a:pt x="508187" y="232987"/>
                    <a:pt x="512453" y="232187"/>
                    <a:pt x="519919" y="232187"/>
                  </a:cubicBezTo>
                  <a:cubicBezTo>
                    <a:pt x="527385" y="232187"/>
                    <a:pt x="535118" y="230853"/>
                    <a:pt x="543118" y="228187"/>
                  </a:cubicBezTo>
                  <a:cubicBezTo>
                    <a:pt x="551117" y="225520"/>
                    <a:pt x="558317" y="222321"/>
                    <a:pt x="564716" y="218587"/>
                  </a:cubicBezTo>
                  <a:cubicBezTo>
                    <a:pt x="566316" y="217654"/>
                    <a:pt x="568083" y="217038"/>
                    <a:pt x="570016" y="216738"/>
                  </a:cubicBezTo>
                  <a:close/>
                  <a:moveTo>
                    <a:pt x="511320" y="134593"/>
                  </a:moveTo>
                  <a:cubicBezTo>
                    <a:pt x="512786" y="133526"/>
                    <a:pt x="515653" y="133526"/>
                    <a:pt x="519919" y="134593"/>
                  </a:cubicBezTo>
                  <a:cubicBezTo>
                    <a:pt x="528452" y="136726"/>
                    <a:pt x="534852" y="139659"/>
                    <a:pt x="539118" y="143392"/>
                  </a:cubicBezTo>
                  <a:cubicBezTo>
                    <a:pt x="543384" y="147125"/>
                    <a:pt x="543918" y="150858"/>
                    <a:pt x="540718" y="154591"/>
                  </a:cubicBezTo>
                  <a:cubicBezTo>
                    <a:pt x="537518" y="158324"/>
                    <a:pt x="533252" y="166591"/>
                    <a:pt x="527919" y="179390"/>
                  </a:cubicBezTo>
                  <a:cubicBezTo>
                    <a:pt x="563117" y="172990"/>
                    <a:pt x="586848" y="167924"/>
                    <a:pt x="599114" y="164191"/>
                  </a:cubicBezTo>
                  <a:cubicBezTo>
                    <a:pt x="611380" y="160458"/>
                    <a:pt x="621246" y="161791"/>
                    <a:pt x="628713" y="168191"/>
                  </a:cubicBezTo>
                  <a:cubicBezTo>
                    <a:pt x="638312" y="173524"/>
                    <a:pt x="635912" y="177790"/>
                    <a:pt x="621513" y="180990"/>
                  </a:cubicBezTo>
                  <a:cubicBezTo>
                    <a:pt x="607114" y="184190"/>
                    <a:pt x="592181" y="187123"/>
                    <a:pt x="576716" y="189789"/>
                  </a:cubicBezTo>
                  <a:cubicBezTo>
                    <a:pt x="561250" y="192456"/>
                    <a:pt x="542851" y="195389"/>
                    <a:pt x="521519" y="198589"/>
                  </a:cubicBezTo>
                  <a:cubicBezTo>
                    <a:pt x="516186" y="212455"/>
                    <a:pt x="511920" y="222054"/>
                    <a:pt x="508720" y="227387"/>
                  </a:cubicBezTo>
                  <a:lnTo>
                    <a:pt x="507120" y="230587"/>
                  </a:lnTo>
                  <a:cubicBezTo>
                    <a:pt x="496454" y="249786"/>
                    <a:pt x="483921" y="266851"/>
                    <a:pt x="469522" y="281784"/>
                  </a:cubicBezTo>
                  <a:cubicBezTo>
                    <a:pt x="455123" y="296716"/>
                    <a:pt x="442591" y="307915"/>
                    <a:pt x="431925" y="315382"/>
                  </a:cubicBezTo>
                  <a:cubicBezTo>
                    <a:pt x="421259" y="322848"/>
                    <a:pt x="412192" y="328181"/>
                    <a:pt x="404726" y="331381"/>
                  </a:cubicBezTo>
                  <a:cubicBezTo>
                    <a:pt x="397260" y="334580"/>
                    <a:pt x="391394" y="336447"/>
                    <a:pt x="387127" y="336980"/>
                  </a:cubicBezTo>
                  <a:cubicBezTo>
                    <a:pt x="382861" y="337514"/>
                    <a:pt x="388194" y="332447"/>
                    <a:pt x="403126" y="321781"/>
                  </a:cubicBezTo>
                  <a:cubicBezTo>
                    <a:pt x="418059" y="311115"/>
                    <a:pt x="435658" y="294050"/>
                    <a:pt x="455923" y="270584"/>
                  </a:cubicBezTo>
                  <a:cubicBezTo>
                    <a:pt x="476189" y="247119"/>
                    <a:pt x="490588" y="223121"/>
                    <a:pt x="499120" y="198589"/>
                  </a:cubicBezTo>
                  <a:lnTo>
                    <a:pt x="465523" y="206588"/>
                  </a:lnTo>
                  <a:cubicBezTo>
                    <a:pt x="458056" y="207655"/>
                    <a:pt x="450590" y="205522"/>
                    <a:pt x="443124" y="200189"/>
                  </a:cubicBezTo>
                  <a:cubicBezTo>
                    <a:pt x="431391" y="192722"/>
                    <a:pt x="432725" y="188723"/>
                    <a:pt x="447124" y="188189"/>
                  </a:cubicBezTo>
                  <a:cubicBezTo>
                    <a:pt x="461523" y="187656"/>
                    <a:pt x="480988" y="185256"/>
                    <a:pt x="505520" y="180990"/>
                  </a:cubicBezTo>
                  <a:cubicBezTo>
                    <a:pt x="511920" y="160724"/>
                    <a:pt x="513786" y="147392"/>
                    <a:pt x="511120" y="140992"/>
                  </a:cubicBezTo>
                  <a:cubicBezTo>
                    <a:pt x="509787" y="137792"/>
                    <a:pt x="509853" y="135659"/>
                    <a:pt x="511320" y="134593"/>
                  </a:cubicBezTo>
                  <a:close/>
                  <a:moveTo>
                    <a:pt x="652161" y="90945"/>
                  </a:moveTo>
                  <a:cubicBezTo>
                    <a:pt x="661061" y="91245"/>
                    <a:pt x="671910" y="96195"/>
                    <a:pt x="684709" y="105794"/>
                  </a:cubicBezTo>
                  <a:cubicBezTo>
                    <a:pt x="703908" y="117527"/>
                    <a:pt x="706308" y="124460"/>
                    <a:pt x="691909" y="126593"/>
                  </a:cubicBezTo>
                  <a:cubicBezTo>
                    <a:pt x="677510" y="128726"/>
                    <a:pt x="662577" y="135393"/>
                    <a:pt x="647111" y="146592"/>
                  </a:cubicBezTo>
                  <a:cubicBezTo>
                    <a:pt x="631646" y="157791"/>
                    <a:pt x="627113" y="156191"/>
                    <a:pt x="633512" y="141792"/>
                  </a:cubicBezTo>
                  <a:cubicBezTo>
                    <a:pt x="639912" y="127393"/>
                    <a:pt x="642312" y="119127"/>
                    <a:pt x="640712" y="116994"/>
                  </a:cubicBezTo>
                  <a:cubicBezTo>
                    <a:pt x="639112" y="114860"/>
                    <a:pt x="627379" y="115394"/>
                    <a:pt x="605514" y="118594"/>
                  </a:cubicBezTo>
                  <a:cubicBezTo>
                    <a:pt x="583649" y="121793"/>
                    <a:pt x="563117" y="124993"/>
                    <a:pt x="543918" y="128193"/>
                  </a:cubicBezTo>
                  <a:cubicBezTo>
                    <a:pt x="524719" y="131393"/>
                    <a:pt x="487388" y="136726"/>
                    <a:pt x="431925" y="144192"/>
                  </a:cubicBezTo>
                  <a:cubicBezTo>
                    <a:pt x="432991" y="152725"/>
                    <a:pt x="430858" y="163924"/>
                    <a:pt x="425525" y="177790"/>
                  </a:cubicBezTo>
                  <a:cubicBezTo>
                    <a:pt x="420192" y="191656"/>
                    <a:pt x="413792" y="198055"/>
                    <a:pt x="406326" y="196989"/>
                  </a:cubicBezTo>
                  <a:cubicBezTo>
                    <a:pt x="398860" y="185256"/>
                    <a:pt x="398327" y="173790"/>
                    <a:pt x="404726" y="162591"/>
                  </a:cubicBezTo>
                  <a:cubicBezTo>
                    <a:pt x="411126" y="151392"/>
                    <a:pt x="414859" y="139926"/>
                    <a:pt x="415926" y="128193"/>
                  </a:cubicBezTo>
                  <a:cubicBezTo>
                    <a:pt x="416992" y="118594"/>
                    <a:pt x="419392" y="114327"/>
                    <a:pt x="423125" y="115394"/>
                  </a:cubicBezTo>
                  <a:cubicBezTo>
                    <a:pt x="426858" y="116460"/>
                    <a:pt x="429791" y="122327"/>
                    <a:pt x="431925" y="132993"/>
                  </a:cubicBezTo>
                  <a:cubicBezTo>
                    <a:pt x="440458" y="132993"/>
                    <a:pt x="455390" y="131126"/>
                    <a:pt x="476722" y="127393"/>
                  </a:cubicBezTo>
                  <a:cubicBezTo>
                    <a:pt x="498054" y="123660"/>
                    <a:pt x="522052" y="119394"/>
                    <a:pt x="548717" y="114594"/>
                  </a:cubicBezTo>
                  <a:cubicBezTo>
                    <a:pt x="575382" y="109794"/>
                    <a:pt x="595381" y="105794"/>
                    <a:pt x="608714" y="102595"/>
                  </a:cubicBezTo>
                  <a:cubicBezTo>
                    <a:pt x="622046" y="99395"/>
                    <a:pt x="633779" y="95928"/>
                    <a:pt x="643912" y="92195"/>
                  </a:cubicBezTo>
                  <a:cubicBezTo>
                    <a:pt x="646445" y="91262"/>
                    <a:pt x="649195" y="90845"/>
                    <a:pt x="652161" y="90945"/>
                  </a:cubicBezTo>
                  <a:close/>
                  <a:moveTo>
                    <a:pt x="459123" y="66997"/>
                  </a:moveTo>
                  <a:cubicBezTo>
                    <a:pt x="463923" y="67797"/>
                    <a:pt x="471922" y="71130"/>
                    <a:pt x="483122" y="76996"/>
                  </a:cubicBezTo>
                  <a:cubicBezTo>
                    <a:pt x="496987" y="85529"/>
                    <a:pt x="501520" y="96462"/>
                    <a:pt x="496721" y="109794"/>
                  </a:cubicBezTo>
                  <a:cubicBezTo>
                    <a:pt x="491921" y="123127"/>
                    <a:pt x="482055" y="118594"/>
                    <a:pt x="467122" y="96195"/>
                  </a:cubicBezTo>
                  <a:cubicBezTo>
                    <a:pt x="461789" y="88729"/>
                    <a:pt x="457523" y="80729"/>
                    <a:pt x="454323" y="72196"/>
                  </a:cubicBezTo>
                  <a:cubicBezTo>
                    <a:pt x="452723" y="67930"/>
                    <a:pt x="454323" y="66197"/>
                    <a:pt x="459123" y="66997"/>
                  </a:cubicBezTo>
                  <a:close/>
                  <a:moveTo>
                    <a:pt x="520919" y="57597"/>
                  </a:moveTo>
                  <a:cubicBezTo>
                    <a:pt x="523452" y="57731"/>
                    <a:pt x="526852" y="58331"/>
                    <a:pt x="531119" y="59397"/>
                  </a:cubicBezTo>
                  <a:cubicBezTo>
                    <a:pt x="539651" y="61530"/>
                    <a:pt x="546051" y="66063"/>
                    <a:pt x="550317" y="72996"/>
                  </a:cubicBezTo>
                  <a:cubicBezTo>
                    <a:pt x="554584" y="79929"/>
                    <a:pt x="554584" y="87662"/>
                    <a:pt x="550317" y="96195"/>
                  </a:cubicBezTo>
                  <a:cubicBezTo>
                    <a:pt x="546051" y="104728"/>
                    <a:pt x="537518" y="99928"/>
                    <a:pt x="524719" y="81796"/>
                  </a:cubicBezTo>
                  <a:cubicBezTo>
                    <a:pt x="517253" y="67930"/>
                    <a:pt x="514320" y="60197"/>
                    <a:pt x="515920" y="58597"/>
                  </a:cubicBezTo>
                  <a:cubicBezTo>
                    <a:pt x="516719" y="57797"/>
                    <a:pt x="518386" y="57464"/>
                    <a:pt x="520919" y="57597"/>
                  </a:cubicBezTo>
                  <a:close/>
                  <a:moveTo>
                    <a:pt x="598114" y="37199"/>
                  </a:moveTo>
                  <a:cubicBezTo>
                    <a:pt x="602514" y="37599"/>
                    <a:pt x="608980" y="39665"/>
                    <a:pt x="617513" y="43398"/>
                  </a:cubicBezTo>
                  <a:cubicBezTo>
                    <a:pt x="631379" y="49798"/>
                    <a:pt x="635112" y="54331"/>
                    <a:pt x="628713" y="56997"/>
                  </a:cubicBezTo>
                  <a:cubicBezTo>
                    <a:pt x="622313" y="59664"/>
                    <a:pt x="616180" y="63397"/>
                    <a:pt x="610314" y="68197"/>
                  </a:cubicBezTo>
                  <a:cubicBezTo>
                    <a:pt x="604447" y="72996"/>
                    <a:pt x="599648" y="76996"/>
                    <a:pt x="595915" y="80196"/>
                  </a:cubicBezTo>
                  <a:cubicBezTo>
                    <a:pt x="592181" y="83396"/>
                    <a:pt x="588448" y="86329"/>
                    <a:pt x="584715" y="88995"/>
                  </a:cubicBezTo>
                  <a:cubicBezTo>
                    <a:pt x="580982" y="91662"/>
                    <a:pt x="576716" y="94595"/>
                    <a:pt x="571916" y="97795"/>
                  </a:cubicBezTo>
                  <a:cubicBezTo>
                    <a:pt x="567116" y="100995"/>
                    <a:pt x="563917" y="102328"/>
                    <a:pt x="562317" y="101795"/>
                  </a:cubicBezTo>
                  <a:cubicBezTo>
                    <a:pt x="560717" y="101261"/>
                    <a:pt x="562583" y="98062"/>
                    <a:pt x="567916" y="92195"/>
                  </a:cubicBezTo>
                  <a:cubicBezTo>
                    <a:pt x="573249" y="86329"/>
                    <a:pt x="578049" y="79129"/>
                    <a:pt x="582315" y="70596"/>
                  </a:cubicBezTo>
                  <a:cubicBezTo>
                    <a:pt x="586582" y="62064"/>
                    <a:pt x="588982" y="56464"/>
                    <a:pt x="589515" y="53798"/>
                  </a:cubicBezTo>
                  <a:cubicBezTo>
                    <a:pt x="590048" y="51131"/>
                    <a:pt x="590582" y="46865"/>
                    <a:pt x="591115" y="40998"/>
                  </a:cubicBezTo>
                  <a:cubicBezTo>
                    <a:pt x="591382" y="38065"/>
                    <a:pt x="593715" y="36799"/>
                    <a:pt x="598114" y="37199"/>
                  </a:cubicBezTo>
                  <a:close/>
                  <a:moveTo>
                    <a:pt x="108644" y="8150"/>
                  </a:moveTo>
                  <a:cubicBezTo>
                    <a:pt x="110311" y="8050"/>
                    <a:pt x="112477" y="8334"/>
                    <a:pt x="115144" y="9000"/>
                  </a:cubicBezTo>
                  <a:cubicBezTo>
                    <a:pt x="125810" y="11667"/>
                    <a:pt x="134876" y="14867"/>
                    <a:pt x="142342" y="18600"/>
                  </a:cubicBezTo>
                  <a:cubicBezTo>
                    <a:pt x="149809" y="22333"/>
                    <a:pt x="151142" y="28732"/>
                    <a:pt x="146342" y="37799"/>
                  </a:cubicBezTo>
                  <a:cubicBezTo>
                    <a:pt x="141542" y="46865"/>
                    <a:pt x="138609" y="79129"/>
                    <a:pt x="137543" y="134593"/>
                  </a:cubicBezTo>
                  <a:cubicBezTo>
                    <a:pt x="172740" y="129260"/>
                    <a:pt x="199406" y="124460"/>
                    <a:pt x="217538" y="120193"/>
                  </a:cubicBezTo>
                  <a:cubicBezTo>
                    <a:pt x="235670" y="115927"/>
                    <a:pt x="249002" y="116994"/>
                    <a:pt x="257535" y="123393"/>
                  </a:cubicBezTo>
                  <a:cubicBezTo>
                    <a:pt x="266068" y="129793"/>
                    <a:pt x="268468" y="134059"/>
                    <a:pt x="264735" y="136192"/>
                  </a:cubicBezTo>
                  <a:cubicBezTo>
                    <a:pt x="261002" y="138326"/>
                    <a:pt x="243136" y="140726"/>
                    <a:pt x="211138" y="143392"/>
                  </a:cubicBezTo>
                  <a:cubicBezTo>
                    <a:pt x="179140" y="146059"/>
                    <a:pt x="154075" y="148992"/>
                    <a:pt x="135943" y="152192"/>
                  </a:cubicBezTo>
                  <a:lnTo>
                    <a:pt x="132743" y="180990"/>
                  </a:lnTo>
                  <a:cubicBezTo>
                    <a:pt x="157275" y="216188"/>
                    <a:pt x="178340" y="242853"/>
                    <a:pt x="195939" y="260985"/>
                  </a:cubicBezTo>
                  <a:cubicBezTo>
                    <a:pt x="213538" y="279117"/>
                    <a:pt x="232737" y="293250"/>
                    <a:pt x="253536" y="303382"/>
                  </a:cubicBezTo>
                  <a:cubicBezTo>
                    <a:pt x="274334" y="313515"/>
                    <a:pt x="293000" y="321515"/>
                    <a:pt x="309532" y="327381"/>
                  </a:cubicBezTo>
                  <a:cubicBezTo>
                    <a:pt x="326064" y="333247"/>
                    <a:pt x="320998" y="336180"/>
                    <a:pt x="294333" y="336180"/>
                  </a:cubicBezTo>
                  <a:cubicBezTo>
                    <a:pt x="268735" y="336180"/>
                    <a:pt x="249002" y="335914"/>
                    <a:pt x="235137" y="335380"/>
                  </a:cubicBezTo>
                  <a:cubicBezTo>
                    <a:pt x="221271" y="334847"/>
                    <a:pt x="209272" y="327381"/>
                    <a:pt x="199139" y="312982"/>
                  </a:cubicBezTo>
                  <a:cubicBezTo>
                    <a:pt x="189006" y="298583"/>
                    <a:pt x="179407" y="283917"/>
                    <a:pt x="170341" y="268984"/>
                  </a:cubicBezTo>
                  <a:cubicBezTo>
                    <a:pt x="161274" y="254052"/>
                    <a:pt x="148209" y="230587"/>
                    <a:pt x="131143" y="198589"/>
                  </a:cubicBezTo>
                  <a:cubicBezTo>
                    <a:pt x="120477" y="241253"/>
                    <a:pt x="105811" y="272184"/>
                    <a:pt x="87146" y="291383"/>
                  </a:cubicBezTo>
                  <a:cubicBezTo>
                    <a:pt x="68480" y="310582"/>
                    <a:pt x="46615" y="324181"/>
                    <a:pt x="21550" y="332181"/>
                  </a:cubicBezTo>
                  <a:cubicBezTo>
                    <a:pt x="-3515" y="340180"/>
                    <a:pt x="-6715" y="338847"/>
                    <a:pt x="11950" y="328181"/>
                  </a:cubicBezTo>
                  <a:cubicBezTo>
                    <a:pt x="30616" y="317515"/>
                    <a:pt x="46881" y="304716"/>
                    <a:pt x="60747" y="289783"/>
                  </a:cubicBezTo>
                  <a:cubicBezTo>
                    <a:pt x="74613" y="274851"/>
                    <a:pt x="86346" y="255919"/>
                    <a:pt x="95945" y="232987"/>
                  </a:cubicBezTo>
                  <a:cubicBezTo>
                    <a:pt x="105545" y="210055"/>
                    <a:pt x="111411" y="184723"/>
                    <a:pt x="113544" y="156991"/>
                  </a:cubicBezTo>
                  <a:cubicBezTo>
                    <a:pt x="76213" y="162324"/>
                    <a:pt x="53814" y="166057"/>
                    <a:pt x="46348" y="168191"/>
                  </a:cubicBezTo>
                  <a:cubicBezTo>
                    <a:pt x="38882" y="170324"/>
                    <a:pt x="28483" y="167124"/>
                    <a:pt x="15150" y="158591"/>
                  </a:cubicBezTo>
                  <a:cubicBezTo>
                    <a:pt x="1818" y="150058"/>
                    <a:pt x="4217" y="146059"/>
                    <a:pt x="22350" y="146592"/>
                  </a:cubicBezTo>
                  <a:cubicBezTo>
                    <a:pt x="40482" y="147125"/>
                    <a:pt x="71413" y="144192"/>
                    <a:pt x="115144" y="137792"/>
                  </a:cubicBezTo>
                  <a:cubicBezTo>
                    <a:pt x="116211" y="110061"/>
                    <a:pt x="116477" y="85796"/>
                    <a:pt x="115944" y="64997"/>
                  </a:cubicBezTo>
                  <a:cubicBezTo>
                    <a:pt x="115411" y="44198"/>
                    <a:pt x="112477" y="28999"/>
                    <a:pt x="107144" y="19400"/>
                  </a:cubicBezTo>
                  <a:cubicBezTo>
                    <a:pt x="103145" y="12200"/>
                    <a:pt x="103645" y="8450"/>
                    <a:pt x="108644" y="8150"/>
                  </a:cubicBezTo>
                  <a:close/>
                  <a:moveTo>
                    <a:pt x="552717" y="201"/>
                  </a:moveTo>
                  <a:cubicBezTo>
                    <a:pt x="555384" y="-866"/>
                    <a:pt x="563650" y="2334"/>
                    <a:pt x="577516" y="9800"/>
                  </a:cubicBezTo>
                  <a:cubicBezTo>
                    <a:pt x="591382" y="19400"/>
                    <a:pt x="593248" y="25533"/>
                    <a:pt x="583115" y="28199"/>
                  </a:cubicBezTo>
                  <a:cubicBezTo>
                    <a:pt x="572983" y="30866"/>
                    <a:pt x="563650" y="33532"/>
                    <a:pt x="555117" y="36199"/>
                  </a:cubicBezTo>
                  <a:cubicBezTo>
                    <a:pt x="546584" y="38865"/>
                    <a:pt x="538851" y="41265"/>
                    <a:pt x="531918" y="43398"/>
                  </a:cubicBezTo>
                  <a:cubicBezTo>
                    <a:pt x="524986" y="45531"/>
                    <a:pt x="515920" y="48465"/>
                    <a:pt x="504720" y="52198"/>
                  </a:cubicBezTo>
                  <a:cubicBezTo>
                    <a:pt x="493521" y="55931"/>
                    <a:pt x="484188" y="58331"/>
                    <a:pt x="476722" y="59397"/>
                  </a:cubicBezTo>
                  <a:cubicBezTo>
                    <a:pt x="469256" y="60464"/>
                    <a:pt x="470322" y="58597"/>
                    <a:pt x="479922" y="53798"/>
                  </a:cubicBezTo>
                  <a:cubicBezTo>
                    <a:pt x="489521" y="48998"/>
                    <a:pt x="503120" y="40998"/>
                    <a:pt x="520719" y="29799"/>
                  </a:cubicBezTo>
                  <a:cubicBezTo>
                    <a:pt x="538318" y="18600"/>
                    <a:pt x="547384" y="11133"/>
                    <a:pt x="547918" y="7400"/>
                  </a:cubicBezTo>
                  <a:cubicBezTo>
                    <a:pt x="548451" y="3667"/>
                    <a:pt x="550051" y="1267"/>
                    <a:pt x="552717" y="201"/>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defTabSz="1218565">
                <a:lnSpc>
                  <a:spcPct val="100000"/>
                </a:lnSpc>
                <a:spcBef>
                  <a:spcPct val="0"/>
                </a:spcBef>
              </a:pPr>
              <a:endParaRPr lang="zh-CN" altLang="en-US" sz="3200" b="0" dirty="0">
                <a:solidFill>
                  <a:srgbClr val="537BBA"/>
                </a:solidFill>
                <a:latin typeface="方正字迹-吕建德行楷简体" panose="02010600010101010101" pitchFamily="2" charset="-122"/>
                <a:ea typeface="方正字迹-吕建德行楷简体" panose="02010600010101010101" pitchFamily="2" charset="-122"/>
                <a:cs typeface="方正兰亭黑简体" panose="02000500000000000000" pitchFamily="2" charset="-122"/>
                <a:sym typeface="方正兰亭黑简体" panose="02000500000000000000" pitchFamily="2" charset="-122"/>
              </a:endParaRPr>
            </a:p>
          </p:txBody>
        </p:sp>
        <p:sp>
          <p:nvSpPr>
            <p:cNvPr id="21" name="文本框 20"/>
            <p:cNvSpPr txBox="1"/>
            <p:nvPr userDrawn="1"/>
          </p:nvSpPr>
          <p:spPr>
            <a:xfrm>
              <a:off x="10480339" y="1601364"/>
              <a:ext cx="981302" cy="472768"/>
            </a:xfrm>
            <a:custGeom>
              <a:avLst/>
              <a:gdLst/>
              <a:ahLst/>
              <a:cxnLst/>
              <a:rect l="l" t="t" r="r" b="b"/>
              <a:pathLst>
                <a:path w="981302" h="472768">
                  <a:moveTo>
                    <a:pt x="215717" y="322503"/>
                  </a:moveTo>
                  <a:cubicBezTo>
                    <a:pt x="212181" y="322175"/>
                    <a:pt x="208493" y="322386"/>
                    <a:pt x="204653" y="323135"/>
                  </a:cubicBezTo>
                  <a:cubicBezTo>
                    <a:pt x="206901" y="329504"/>
                    <a:pt x="211209" y="335686"/>
                    <a:pt x="217578" y="341680"/>
                  </a:cubicBezTo>
                  <a:cubicBezTo>
                    <a:pt x="225821" y="349923"/>
                    <a:pt x="234437" y="349361"/>
                    <a:pt x="243429" y="339994"/>
                  </a:cubicBezTo>
                  <a:cubicBezTo>
                    <a:pt x="235561" y="329317"/>
                    <a:pt x="226324" y="323486"/>
                    <a:pt x="215717" y="322503"/>
                  </a:cubicBezTo>
                  <a:close/>
                  <a:moveTo>
                    <a:pt x="600283" y="150609"/>
                  </a:moveTo>
                  <a:cubicBezTo>
                    <a:pt x="604030" y="149860"/>
                    <a:pt x="606839" y="150609"/>
                    <a:pt x="608713" y="152857"/>
                  </a:cubicBezTo>
                  <a:cubicBezTo>
                    <a:pt x="614707" y="150234"/>
                    <a:pt x="621076" y="150796"/>
                    <a:pt x="627820" y="154543"/>
                  </a:cubicBezTo>
                  <a:cubicBezTo>
                    <a:pt x="644305" y="154917"/>
                    <a:pt x="657605" y="160724"/>
                    <a:pt x="667720" y="171964"/>
                  </a:cubicBezTo>
                  <a:cubicBezTo>
                    <a:pt x="676337" y="179082"/>
                    <a:pt x="679334" y="188261"/>
                    <a:pt x="676712" y="199501"/>
                  </a:cubicBezTo>
                  <a:cubicBezTo>
                    <a:pt x="672216" y="206619"/>
                    <a:pt x="666409" y="211302"/>
                    <a:pt x="659291" y="213550"/>
                  </a:cubicBezTo>
                  <a:cubicBezTo>
                    <a:pt x="657417" y="208305"/>
                    <a:pt x="653671" y="206994"/>
                    <a:pt x="648051" y="209616"/>
                  </a:cubicBezTo>
                  <a:cubicBezTo>
                    <a:pt x="635688" y="196878"/>
                    <a:pt x="623324" y="183391"/>
                    <a:pt x="610961" y="169154"/>
                  </a:cubicBezTo>
                  <a:cubicBezTo>
                    <a:pt x="608713" y="165782"/>
                    <a:pt x="605154" y="162691"/>
                    <a:pt x="600283" y="159881"/>
                  </a:cubicBezTo>
                  <a:cubicBezTo>
                    <a:pt x="595413" y="157072"/>
                    <a:pt x="595413" y="153981"/>
                    <a:pt x="600283" y="150609"/>
                  </a:cubicBezTo>
                  <a:close/>
                  <a:moveTo>
                    <a:pt x="786297" y="76428"/>
                  </a:moveTo>
                  <a:cubicBezTo>
                    <a:pt x="802032" y="80175"/>
                    <a:pt x="817580" y="85232"/>
                    <a:pt x="832941" y="91601"/>
                  </a:cubicBezTo>
                  <a:cubicBezTo>
                    <a:pt x="838935" y="95348"/>
                    <a:pt x="845117" y="98345"/>
                    <a:pt x="851486" y="100593"/>
                  </a:cubicBezTo>
                  <a:cubicBezTo>
                    <a:pt x="852985" y="108461"/>
                    <a:pt x="856544" y="115392"/>
                    <a:pt x="862163" y="121386"/>
                  </a:cubicBezTo>
                  <a:cubicBezTo>
                    <a:pt x="855045" y="129628"/>
                    <a:pt x="848676" y="137309"/>
                    <a:pt x="843056" y="144427"/>
                  </a:cubicBezTo>
                  <a:cubicBezTo>
                    <a:pt x="836687" y="143678"/>
                    <a:pt x="831068" y="143303"/>
                    <a:pt x="826197" y="143303"/>
                  </a:cubicBezTo>
                  <a:cubicBezTo>
                    <a:pt x="816831" y="154168"/>
                    <a:pt x="810836" y="167093"/>
                    <a:pt x="808214" y="182079"/>
                  </a:cubicBezTo>
                  <a:cubicBezTo>
                    <a:pt x="806715" y="186201"/>
                    <a:pt x="808214" y="187793"/>
                    <a:pt x="812710" y="186856"/>
                  </a:cubicBezTo>
                  <a:cubicBezTo>
                    <a:pt x="817206" y="185920"/>
                    <a:pt x="820577" y="184327"/>
                    <a:pt x="822825" y="182079"/>
                  </a:cubicBezTo>
                  <a:cubicBezTo>
                    <a:pt x="831068" y="181705"/>
                    <a:pt x="835189" y="178333"/>
                    <a:pt x="835189" y="171964"/>
                  </a:cubicBezTo>
                  <a:cubicBezTo>
                    <a:pt x="841183" y="173837"/>
                    <a:pt x="845304" y="172526"/>
                    <a:pt x="847552" y="168030"/>
                  </a:cubicBezTo>
                  <a:cubicBezTo>
                    <a:pt x="856169" y="171777"/>
                    <a:pt x="864786" y="173088"/>
                    <a:pt x="873403" y="171964"/>
                  </a:cubicBezTo>
                  <a:cubicBezTo>
                    <a:pt x="889888" y="172713"/>
                    <a:pt x="892697" y="179082"/>
                    <a:pt x="881833" y="191071"/>
                  </a:cubicBezTo>
                  <a:cubicBezTo>
                    <a:pt x="882582" y="197065"/>
                    <a:pt x="883050" y="203247"/>
                    <a:pt x="883237" y="209616"/>
                  </a:cubicBezTo>
                  <a:cubicBezTo>
                    <a:pt x="883425" y="215985"/>
                    <a:pt x="879959" y="219732"/>
                    <a:pt x="872841" y="220856"/>
                  </a:cubicBezTo>
                  <a:cubicBezTo>
                    <a:pt x="860852" y="230222"/>
                    <a:pt x="851111" y="240525"/>
                    <a:pt x="843618" y="251764"/>
                  </a:cubicBezTo>
                  <a:cubicBezTo>
                    <a:pt x="852610" y="255885"/>
                    <a:pt x="861789" y="259819"/>
                    <a:pt x="871155" y="263566"/>
                  </a:cubicBezTo>
                  <a:cubicBezTo>
                    <a:pt x="882020" y="280050"/>
                    <a:pt x="882020" y="297472"/>
                    <a:pt x="871155" y="315829"/>
                  </a:cubicBezTo>
                  <a:cubicBezTo>
                    <a:pt x="870781" y="326320"/>
                    <a:pt x="870219" y="335873"/>
                    <a:pt x="869469" y="344490"/>
                  </a:cubicBezTo>
                  <a:cubicBezTo>
                    <a:pt x="879210" y="354606"/>
                    <a:pt x="891573" y="357790"/>
                    <a:pt x="906559" y="354044"/>
                  </a:cubicBezTo>
                  <a:cubicBezTo>
                    <a:pt x="911805" y="355917"/>
                    <a:pt x="916301" y="355917"/>
                    <a:pt x="920047" y="354044"/>
                  </a:cubicBezTo>
                  <a:cubicBezTo>
                    <a:pt x="931661" y="354044"/>
                    <a:pt x="941964" y="357416"/>
                    <a:pt x="950956" y="364159"/>
                  </a:cubicBezTo>
                  <a:cubicBezTo>
                    <a:pt x="962195" y="364909"/>
                    <a:pt x="965941" y="370528"/>
                    <a:pt x="962195" y="381019"/>
                  </a:cubicBezTo>
                  <a:cubicBezTo>
                    <a:pt x="956201" y="386264"/>
                    <a:pt x="950019" y="391321"/>
                    <a:pt x="943650" y="396192"/>
                  </a:cubicBezTo>
                  <a:cubicBezTo>
                    <a:pt x="935033" y="397691"/>
                    <a:pt x="926978" y="398252"/>
                    <a:pt x="919485" y="397878"/>
                  </a:cubicBezTo>
                  <a:cubicBezTo>
                    <a:pt x="911243" y="396005"/>
                    <a:pt x="901502" y="393944"/>
                    <a:pt x="890262" y="391696"/>
                  </a:cubicBezTo>
                  <a:cubicBezTo>
                    <a:pt x="877149" y="388699"/>
                    <a:pt x="866659" y="380831"/>
                    <a:pt x="858792" y="368093"/>
                  </a:cubicBezTo>
                  <a:cubicBezTo>
                    <a:pt x="852797" y="360600"/>
                    <a:pt x="847739" y="353107"/>
                    <a:pt x="843618" y="345614"/>
                  </a:cubicBezTo>
                  <a:cubicBezTo>
                    <a:pt x="840247" y="340369"/>
                    <a:pt x="838935" y="333251"/>
                    <a:pt x="839685" y="324259"/>
                  </a:cubicBezTo>
                  <a:cubicBezTo>
                    <a:pt x="840808" y="311896"/>
                    <a:pt x="840808" y="299532"/>
                    <a:pt x="839685" y="287169"/>
                  </a:cubicBezTo>
                  <a:cubicBezTo>
                    <a:pt x="838935" y="281174"/>
                    <a:pt x="839685" y="275367"/>
                    <a:pt x="841932" y="269748"/>
                  </a:cubicBezTo>
                  <a:cubicBezTo>
                    <a:pt x="844180" y="264128"/>
                    <a:pt x="843431" y="258883"/>
                    <a:pt x="839685" y="254012"/>
                  </a:cubicBezTo>
                  <a:cubicBezTo>
                    <a:pt x="830318" y="266376"/>
                    <a:pt x="820390" y="278552"/>
                    <a:pt x="809900" y="290541"/>
                  </a:cubicBezTo>
                  <a:cubicBezTo>
                    <a:pt x="801658" y="300282"/>
                    <a:pt x="793790" y="310959"/>
                    <a:pt x="786297" y="322573"/>
                  </a:cubicBezTo>
                  <a:cubicBezTo>
                    <a:pt x="779928" y="332689"/>
                    <a:pt x="772997" y="341868"/>
                    <a:pt x="765504" y="350110"/>
                  </a:cubicBezTo>
                  <a:cubicBezTo>
                    <a:pt x="755014" y="370341"/>
                    <a:pt x="741713" y="389448"/>
                    <a:pt x="725604" y="407431"/>
                  </a:cubicBezTo>
                  <a:cubicBezTo>
                    <a:pt x="736843" y="411178"/>
                    <a:pt x="748457" y="413988"/>
                    <a:pt x="760446" y="415861"/>
                  </a:cubicBezTo>
                  <a:cubicBezTo>
                    <a:pt x="780303" y="421855"/>
                    <a:pt x="800721" y="423167"/>
                    <a:pt x="821701" y="419795"/>
                  </a:cubicBezTo>
                  <a:cubicBezTo>
                    <a:pt x="829944" y="418671"/>
                    <a:pt x="837811" y="419795"/>
                    <a:pt x="845304" y="423167"/>
                  </a:cubicBezTo>
                  <a:cubicBezTo>
                    <a:pt x="853921" y="419795"/>
                    <a:pt x="864411" y="418671"/>
                    <a:pt x="876775" y="419795"/>
                  </a:cubicBezTo>
                  <a:cubicBezTo>
                    <a:pt x="883893" y="420919"/>
                    <a:pt x="891199" y="421481"/>
                    <a:pt x="898692" y="421481"/>
                  </a:cubicBezTo>
                  <a:cubicBezTo>
                    <a:pt x="906934" y="420731"/>
                    <a:pt x="913865" y="422043"/>
                    <a:pt x="919485" y="425415"/>
                  </a:cubicBezTo>
                  <a:cubicBezTo>
                    <a:pt x="924730" y="423916"/>
                    <a:pt x="931287" y="423354"/>
                    <a:pt x="939154" y="423729"/>
                  </a:cubicBezTo>
                  <a:cubicBezTo>
                    <a:pt x="952641" y="427475"/>
                    <a:pt x="964630" y="431784"/>
                    <a:pt x="975121" y="436654"/>
                  </a:cubicBezTo>
                  <a:cubicBezTo>
                    <a:pt x="983363" y="441525"/>
                    <a:pt x="983363" y="445084"/>
                    <a:pt x="975121" y="447332"/>
                  </a:cubicBezTo>
                  <a:cubicBezTo>
                    <a:pt x="968751" y="451453"/>
                    <a:pt x="969313" y="453513"/>
                    <a:pt x="976806" y="453513"/>
                  </a:cubicBezTo>
                  <a:cubicBezTo>
                    <a:pt x="974559" y="455012"/>
                    <a:pt x="971561" y="458009"/>
                    <a:pt x="967815" y="462505"/>
                  </a:cubicBezTo>
                  <a:cubicBezTo>
                    <a:pt x="957325" y="466251"/>
                    <a:pt x="946085" y="468687"/>
                    <a:pt x="934096" y="469811"/>
                  </a:cubicBezTo>
                  <a:cubicBezTo>
                    <a:pt x="909369" y="473557"/>
                    <a:pt x="884081" y="473744"/>
                    <a:pt x="858230" y="470373"/>
                  </a:cubicBezTo>
                  <a:cubicBezTo>
                    <a:pt x="845492" y="469998"/>
                    <a:pt x="832753" y="468687"/>
                    <a:pt x="820015" y="466439"/>
                  </a:cubicBezTo>
                  <a:cubicBezTo>
                    <a:pt x="802781" y="463816"/>
                    <a:pt x="785922" y="458665"/>
                    <a:pt x="769438" y="450984"/>
                  </a:cubicBezTo>
                  <a:cubicBezTo>
                    <a:pt x="752953" y="443304"/>
                    <a:pt x="736094" y="436092"/>
                    <a:pt x="718860" y="429348"/>
                  </a:cubicBezTo>
                  <a:cubicBezTo>
                    <a:pt x="702750" y="431222"/>
                    <a:pt x="685891" y="432158"/>
                    <a:pt x="668282" y="432158"/>
                  </a:cubicBezTo>
                  <a:cubicBezTo>
                    <a:pt x="651423" y="426539"/>
                    <a:pt x="635500" y="428786"/>
                    <a:pt x="620514" y="438902"/>
                  </a:cubicBezTo>
                  <a:cubicBezTo>
                    <a:pt x="613771" y="439651"/>
                    <a:pt x="611242" y="437216"/>
                    <a:pt x="612928" y="431596"/>
                  </a:cubicBezTo>
                  <a:cubicBezTo>
                    <a:pt x="614614" y="425977"/>
                    <a:pt x="614707" y="421293"/>
                    <a:pt x="613209" y="417547"/>
                  </a:cubicBezTo>
                  <a:cubicBezTo>
                    <a:pt x="614707" y="412302"/>
                    <a:pt x="613583" y="407712"/>
                    <a:pt x="609837" y="403779"/>
                  </a:cubicBezTo>
                  <a:cubicBezTo>
                    <a:pt x="606090" y="399845"/>
                    <a:pt x="606465" y="396567"/>
                    <a:pt x="610961" y="393944"/>
                  </a:cubicBezTo>
                  <a:cubicBezTo>
                    <a:pt x="615082" y="387950"/>
                    <a:pt x="621451" y="384390"/>
                    <a:pt x="630068" y="383266"/>
                  </a:cubicBezTo>
                  <a:cubicBezTo>
                    <a:pt x="637186" y="377647"/>
                    <a:pt x="635688" y="372776"/>
                    <a:pt x="625572" y="368655"/>
                  </a:cubicBezTo>
                  <a:cubicBezTo>
                    <a:pt x="601594" y="345801"/>
                    <a:pt x="590355" y="319014"/>
                    <a:pt x="591853" y="288293"/>
                  </a:cubicBezTo>
                  <a:cubicBezTo>
                    <a:pt x="594101" y="279676"/>
                    <a:pt x="591292" y="274243"/>
                    <a:pt x="583424" y="271995"/>
                  </a:cubicBezTo>
                  <a:cubicBezTo>
                    <a:pt x="575556" y="269748"/>
                    <a:pt x="568251" y="268062"/>
                    <a:pt x="561507" y="266938"/>
                  </a:cubicBezTo>
                  <a:cubicBezTo>
                    <a:pt x="556637" y="267312"/>
                    <a:pt x="554670" y="265907"/>
                    <a:pt x="555606" y="262723"/>
                  </a:cubicBezTo>
                  <a:cubicBezTo>
                    <a:pt x="556543" y="259538"/>
                    <a:pt x="558884" y="258883"/>
                    <a:pt x="562631" y="260756"/>
                  </a:cubicBezTo>
                  <a:cubicBezTo>
                    <a:pt x="582487" y="252139"/>
                    <a:pt x="603468" y="246332"/>
                    <a:pt x="625572" y="243335"/>
                  </a:cubicBezTo>
                  <a:cubicBezTo>
                    <a:pt x="636812" y="242585"/>
                    <a:pt x="644305" y="246426"/>
                    <a:pt x="648051" y="254855"/>
                  </a:cubicBezTo>
                  <a:cubicBezTo>
                    <a:pt x="651798" y="263285"/>
                    <a:pt x="651798" y="271621"/>
                    <a:pt x="648051" y="279863"/>
                  </a:cubicBezTo>
                  <a:cubicBezTo>
                    <a:pt x="645803" y="288480"/>
                    <a:pt x="641682" y="293538"/>
                    <a:pt x="635688" y="295036"/>
                  </a:cubicBezTo>
                  <a:cubicBezTo>
                    <a:pt x="632690" y="304777"/>
                    <a:pt x="630630" y="315080"/>
                    <a:pt x="629506" y="325945"/>
                  </a:cubicBezTo>
                  <a:cubicBezTo>
                    <a:pt x="627633" y="342804"/>
                    <a:pt x="635126" y="355542"/>
                    <a:pt x="651985" y="364159"/>
                  </a:cubicBezTo>
                  <a:cubicBezTo>
                    <a:pt x="653483" y="361162"/>
                    <a:pt x="654326" y="360694"/>
                    <a:pt x="654514" y="362754"/>
                  </a:cubicBezTo>
                  <a:cubicBezTo>
                    <a:pt x="654701" y="364815"/>
                    <a:pt x="655731" y="365283"/>
                    <a:pt x="657605" y="364159"/>
                  </a:cubicBezTo>
                  <a:cubicBezTo>
                    <a:pt x="661351" y="369404"/>
                    <a:pt x="667158" y="374275"/>
                    <a:pt x="675026" y="378771"/>
                  </a:cubicBezTo>
                  <a:cubicBezTo>
                    <a:pt x="682893" y="383266"/>
                    <a:pt x="685329" y="390198"/>
                    <a:pt x="682331" y="399564"/>
                  </a:cubicBezTo>
                  <a:cubicBezTo>
                    <a:pt x="675962" y="398814"/>
                    <a:pt x="671092" y="401250"/>
                    <a:pt x="667720" y="406869"/>
                  </a:cubicBezTo>
                  <a:cubicBezTo>
                    <a:pt x="663224" y="410241"/>
                    <a:pt x="663974" y="412302"/>
                    <a:pt x="669968" y="413051"/>
                  </a:cubicBezTo>
                  <a:cubicBezTo>
                    <a:pt x="689075" y="412677"/>
                    <a:pt x="707433" y="410803"/>
                    <a:pt x="725042" y="407431"/>
                  </a:cubicBezTo>
                  <a:cubicBezTo>
                    <a:pt x="725791" y="396567"/>
                    <a:pt x="722981" y="387762"/>
                    <a:pt x="716612" y="381019"/>
                  </a:cubicBezTo>
                  <a:cubicBezTo>
                    <a:pt x="714364" y="366407"/>
                    <a:pt x="715675" y="354231"/>
                    <a:pt x="720546" y="344490"/>
                  </a:cubicBezTo>
                  <a:cubicBezTo>
                    <a:pt x="728788" y="330254"/>
                    <a:pt x="737967" y="317141"/>
                    <a:pt x="748083" y="305152"/>
                  </a:cubicBezTo>
                  <a:cubicBezTo>
                    <a:pt x="755201" y="295036"/>
                    <a:pt x="762319" y="285857"/>
                    <a:pt x="769438" y="277615"/>
                  </a:cubicBezTo>
                  <a:cubicBezTo>
                    <a:pt x="778055" y="270872"/>
                    <a:pt x="783674" y="263566"/>
                    <a:pt x="786297" y="255698"/>
                  </a:cubicBezTo>
                  <a:cubicBezTo>
                    <a:pt x="768314" y="264690"/>
                    <a:pt x="749207" y="268811"/>
                    <a:pt x="728975" y="268062"/>
                  </a:cubicBezTo>
                  <a:cubicBezTo>
                    <a:pt x="729725" y="265439"/>
                    <a:pt x="729163" y="262255"/>
                    <a:pt x="727289" y="258508"/>
                  </a:cubicBezTo>
                  <a:cubicBezTo>
                    <a:pt x="728788" y="249516"/>
                    <a:pt x="725978" y="242585"/>
                    <a:pt x="718860" y="237715"/>
                  </a:cubicBezTo>
                  <a:cubicBezTo>
                    <a:pt x="719609" y="235842"/>
                    <a:pt x="720171" y="233032"/>
                    <a:pt x="720546" y="229285"/>
                  </a:cubicBezTo>
                  <a:cubicBezTo>
                    <a:pt x="725416" y="227787"/>
                    <a:pt x="729537" y="226475"/>
                    <a:pt x="732909" y="225352"/>
                  </a:cubicBezTo>
                  <a:cubicBezTo>
                    <a:pt x="742650" y="211115"/>
                    <a:pt x="754452" y="200437"/>
                    <a:pt x="768314" y="193319"/>
                  </a:cubicBezTo>
                  <a:cubicBezTo>
                    <a:pt x="788545" y="185826"/>
                    <a:pt x="797724" y="169529"/>
                    <a:pt x="795850" y="144427"/>
                  </a:cubicBezTo>
                  <a:cubicBezTo>
                    <a:pt x="797349" y="134312"/>
                    <a:pt x="794071" y="127287"/>
                    <a:pt x="786016" y="123353"/>
                  </a:cubicBezTo>
                  <a:cubicBezTo>
                    <a:pt x="777961" y="119419"/>
                    <a:pt x="770749" y="114642"/>
                    <a:pt x="764380" y="109023"/>
                  </a:cubicBezTo>
                  <a:cubicBezTo>
                    <a:pt x="755763" y="101530"/>
                    <a:pt x="746584" y="93662"/>
                    <a:pt x="736843" y="85420"/>
                  </a:cubicBezTo>
                  <a:cubicBezTo>
                    <a:pt x="731598" y="83921"/>
                    <a:pt x="731879" y="83546"/>
                    <a:pt x="737686" y="84296"/>
                  </a:cubicBezTo>
                  <a:cubicBezTo>
                    <a:pt x="743493" y="85045"/>
                    <a:pt x="748270" y="85232"/>
                    <a:pt x="752016" y="84858"/>
                  </a:cubicBezTo>
                  <a:cubicBezTo>
                    <a:pt x="763256" y="81111"/>
                    <a:pt x="774683" y="78301"/>
                    <a:pt x="786297" y="76428"/>
                  </a:cubicBezTo>
                  <a:close/>
                  <a:moveTo>
                    <a:pt x="143398" y="47767"/>
                  </a:moveTo>
                  <a:lnTo>
                    <a:pt x="162505" y="59007"/>
                  </a:lnTo>
                  <a:cubicBezTo>
                    <a:pt x="177491" y="59007"/>
                    <a:pt x="187606" y="65189"/>
                    <a:pt x="192851" y="77552"/>
                  </a:cubicBezTo>
                  <a:cubicBezTo>
                    <a:pt x="188356" y="80175"/>
                    <a:pt x="185920" y="83734"/>
                    <a:pt x="185546" y="88230"/>
                  </a:cubicBezTo>
                  <a:cubicBezTo>
                    <a:pt x="185171" y="92725"/>
                    <a:pt x="182361" y="95348"/>
                    <a:pt x="177116" y="96097"/>
                  </a:cubicBezTo>
                  <a:cubicBezTo>
                    <a:pt x="162505" y="106213"/>
                    <a:pt x="149017" y="117078"/>
                    <a:pt x="136654" y="128692"/>
                  </a:cubicBezTo>
                  <a:cubicBezTo>
                    <a:pt x="103685" y="157165"/>
                    <a:pt x="72963" y="188823"/>
                    <a:pt x="44490" y="223666"/>
                  </a:cubicBezTo>
                  <a:cubicBezTo>
                    <a:pt x="46363" y="225164"/>
                    <a:pt x="50484" y="223666"/>
                    <a:pt x="56853" y="219170"/>
                  </a:cubicBezTo>
                  <a:cubicBezTo>
                    <a:pt x="84577" y="201187"/>
                    <a:pt x="112114" y="184889"/>
                    <a:pt x="139464" y="170278"/>
                  </a:cubicBezTo>
                  <a:cubicBezTo>
                    <a:pt x="149205" y="166906"/>
                    <a:pt x="154824" y="159975"/>
                    <a:pt x="156323" y="149485"/>
                  </a:cubicBezTo>
                  <a:cubicBezTo>
                    <a:pt x="159320" y="144240"/>
                    <a:pt x="163629" y="139369"/>
                    <a:pt x="169248" y="134874"/>
                  </a:cubicBezTo>
                  <a:cubicBezTo>
                    <a:pt x="176741" y="135248"/>
                    <a:pt x="183672" y="138807"/>
                    <a:pt x="190041" y="145551"/>
                  </a:cubicBezTo>
                  <a:cubicBezTo>
                    <a:pt x="197534" y="147799"/>
                    <a:pt x="203529" y="152669"/>
                    <a:pt x="208025" y="160162"/>
                  </a:cubicBezTo>
                  <a:cubicBezTo>
                    <a:pt x="212520" y="167655"/>
                    <a:pt x="210647" y="174024"/>
                    <a:pt x="202405" y="179270"/>
                  </a:cubicBezTo>
                  <a:cubicBezTo>
                    <a:pt x="186295" y="181892"/>
                    <a:pt x="172246" y="188261"/>
                    <a:pt x="160257" y="198377"/>
                  </a:cubicBezTo>
                  <a:cubicBezTo>
                    <a:pt x="156885" y="200625"/>
                    <a:pt x="152857" y="202685"/>
                    <a:pt x="148174" y="204558"/>
                  </a:cubicBezTo>
                  <a:cubicBezTo>
                    <a:pt x="143491" y="206432"/>
                    <a:pt x="143585" y="209054"/>
                    <a:pt x="148455" y="212426"/>
                  </a:cubicBezTo>
                  <a:cubicBezTo>
                    <a:pt x="155948" y="219544"/>
                    <a:pt x="159882" y="226850"/>
                    <a:pt x="160257" y="234343"/>
                  </a:cubicBezTo>
                  <a:cubicBezTo>
                    <a:pt x="160631" y="237715"/>
                    <a:pt x="160069" y="241742"/>
                    <a:pt x="158571" y="246426"/>
                  </a:cubicBezTo>
                  <a:cubicBezTo>
                    <a:pt x="157072" y="251109"/>
                    <a:pt x="158383" y="254012"/>
                    <a:pt x="162505" y="255136"/>
                  </a:cubicBezTo>
                  <a:cubicBezTo>
                    <a:pt x="169623" y="256635"/>
                    <a:pt x="171122" y="260194"/>
                    <a:pt x="167000" y="265814"/>
                  </a:cubicBezTo>
                  <a:cubicBezTo>
                    <a:pt x="162879" y="271433"/>
                    <a:pt x="159507" y="276491"/>
                    <a:pt x="156885" y="280987"/>
                  </a:cubicBezTo>
                  <a:cubicBezTo>
                    <a:pt x="155386" y="287356"/>
                    <a:pt x="156510" y="292789"/>
                    <a:pt x="160257" y="297284"/>
                  </a:cubicBezTo>
                  <a:lnTo>
                    <a:pt x="160819" y="343928"/>
                  </a:lnTo>
                  <a:cubicBezTo>
                    <a:pt x="167937" y="344678"/>
                    <a:pt x="173369" y="341306"/>
                    <a:pt x="177116" y="333813"/>
                  </a:cubicBezTo>
                  <a:cubicBezTo>
                    <a:pt x="178615" y="330066"/>
                    <a:pt x="181425" y="329973"/>
                    <a:pt x="185546" y="333532"/>
                  </a:cubicBezTo>
                  <a:cubicBezTo>
                    <a:pt x="189667" y="337091"/>
                    <a:pt x="189854" y="340556"/>
                    <a:pt x="186108" y="343928"/>
                  </a:cubicBezTo>
                  <a:cubicBezTo>
                    <a:pt x="186857" y="352920"/>
                    <a:pt x="181986" y="359664"/>
                    <a:pt x="171496" y="364159"/>
                  </a:cubicBezTo>
                  <a:cubicBezTo>
                    <a:pt x="164378" y="366407"/>
                    <a:pt x="159320" y="371465"/>
                    <a:pt x="156323" y="379333"/>
                  </a:cubicBezTo>
                  <a:lnTo>
                    <a:pt x="139464" y="388324"/>
                  </a:lnTo>
                  <a:cubicBezTo>
                    <a:pt x="113238" y="401437"/>
                    <a:pt x="86263" y="411927"/>
                    <a:pt x="58539" y="419795"/>
                  </a:cubicBezTo>
                  <a:cubicBezTo>
                    <a:pt x="54793" y="425415"/>
                    <a:pt x="50297" y="426726"/>
                    <a:pt x="45052" y="423729"/>
                  </a:cubicBezTo>
                  <a:cubicBezTo>
                    <a:pt x="39807" y="420731"/>
                    <a:pt x="35498" y="417360"/>
                    <a:pt x="32126" y="413613"/>
                  </a:cubicBezTo>
                  <a:cubicBezTo>
                    <a:pt x="31752" y="406120"/>
                    <a:pt x="28193" y="400126"/>
                    <a:pt x="21449" y="395630"/>
                  </a:cubicBezTo>
                  <a:cubicBezTo>
                    <a:pt x="25945" y="388886"/>
                    <a:pt x="30815" y="382517"/>
                    <a:pt x="36060" y="376523"/>
                  </a:cubicBezTo>
                  <a:cubicBezTo>
                    <a:pt x="41680" y="375399"/>
                    <a:pt x="42242" y="378583"/>
                    <a:pt x="37746" y="386076"/>
                  </a:cubicBezTo>
                  <a:cubicBezTo>
                    <a:pt x="34749" y="391696"/>
                    <a:pt x="36810" y="394881"/>
                    <a:pt x="43928" y="395630"/>
                  </a:cubicBezTo>
                  <a:cubicBezTo>
                    <a:pt x="67906" y="391134"/>
                    <a:pt x="90572" y="382517"/>
                    <a:pt x="111927" y="369779"/>
                  </a:cubicBezTo>
                  <a:cubicBezTo>
                    <a:pt x="121668" y="368655"/>
                    <a:pt x="125789" y="364909"/>
                    <a:pt x="124290" y="358540"/>
                  </a:cubicBezTo>
                  <a:cubicBezTo>
                    <a:pt x="120169" y="353669"/>
                    <a:pt x="121855" y="351047"/>
                    <a:pt x="129348" y="350672"/>
                  </a:cubicBezTo>
                  <a:cubicBezTo>
                    <a:pt x="130472" y="333813"/>
                    <a:pt x="130285" y="317328"/>
                    <a:pt x="128786" y="301218"/>
                  </a:cubicBezTo>
                  <a:cubicBezTo>
                    <a:pt x="119795" y="305714"/>
                    <a:pt x="109492" y="308149"/>
                    <a:pt x="97878" y="308524"/>
                  </a:cubicBezTo>
                  <a:cubicBezTo>
                    <a:pt x="87762" y="311146"/>
                    <a:pt x="78396" y="313020"/>
                    <a:pt x="69779" y="314144"/>
                  </a:cubicBezTo>
                  <a:cubicBezTo>
                    <a:pt x="64159" y="313020"/>
                    <a:pt x="61162" y="309460"/>
                    <a:pt x="60787" y="303466"/>
                  </a:cubicBezTo>
                  <a:cubicBezTo>
                    <a:pt x="60787" y="300094"/>
                    <a:pt x="61724" y="297472"/>
                    <a:pt x="63597" y="295598"/>
                  </a:cubicBezTo>
                  <a:cubicBezTo>
                    <a:pt x="73338" y="278365"/>
                    <a:pt x="83454" y="261505"/>
                    <a:pt x="93944" y="245021"/>
                  </a:cubicBezTo>
                  <a:cubicBezTo>
                    <a:pt x="92820" y="255136"/>
                    <a:pt x="88324" y="263378"/>
                    <a:pt x="80456" y="269748"/>
                  </a:cubicBezTo>
                  <a:cubicBezTo>
                    <a:pt x="72214" y="280238"/>
                    <a:pt x="67718" y="290728"/>
                    <a:pt x="66969" y="301218"/>
                  </a:cubicBezTo>
                  <a:cubicBezTo>
                    <a:pt x="83828" y="299720"/>
                    <a:pt x="99376" y="293538"/>
                    <a:pt x="113613" y="282673"/>
                  </a:cubicBezTo>
                  <a:cubicBezTo>
                    <a:pt x="116235" y="280050"/>
                    <a:pt x="119888" y="277615"/>
                    <a:pt x="124571" y="275367"/>
                  </a:cubicBezTo>
                  <a:cubicBezTo>
                    <a:pt x="129255" y="273119"/>
                    <a:pt x="130097" y="270497"/>
                    <a:pt x="127100" y="267500"/>
                  </a:cubicBezTo>
                  <a:cubicBezTo>
                    <a:pt x="121106" y="263378"/>
                    <a:pt x="122979" y="261880"/>
                    <a:pt x="132720" y="263004"/>
                  </a:cubicBezTo>
                  <a:cubicBezTo>
                    <a:pt x="134593" y="249891"/>
                    <a:pt x="134593" y="236029"/>
                    <a:pt x="132720" y="221418"/>
                  </a:cubicBezTo>
                  <a:cubicBezTo>
                    <a:pt x="129348" y="216922"/>
                    <a:pt x="125508" y="216922"/>
                    <a:pt x="121199" y="221418"/>
                  </a:cubicBezTo>
                  <a:cubicBezTo>
                    <a:pt x="116891" y="225913"/>
                    <a:pt x="113051" y="229285"/>
                    <a:pt x="109679" y="231533"/>
                  </a:cubicBezTo>
                  <a:cubicBezTo>
                    <a:pt x="105183" y="234530"/>
                    <a:pt x="104340" y="234343"/>
                    <a:pt x="107150" y="230971"/>
                  </a:cubicBezTo>
                  <a:cubicBezTo>
                    <a:pt x="109960" y="227599"/>
                    <a:pt x="112302" y="224415"/>
                    <a:pt x="114175" y="221418"/>
                  </a:cubicBezTo>
                  <a:cubicBezTo>
                    <a:pt x="110054" y="221043"/>
                    <a:pt x="104621" y="221980"/>
                    <a:pt x="97878" y="224228"/>
                  </a:cubicBezTo>
                  <a:cubicBezTo>
                    <a:pt x="107244" y="217484"/>
                    <a:pt x="116985" y="212239"/>
                    <a:pt x="127100" y="208492"/>
                  </a:cubicBezTo>
                  <a:cubicBezTo>
                    <a:pt x="134968" y="202873"/>
                    <a:pt x="140400" y="195754"/>
                    <a:pt x="143398" y="187137"/>
                  </a:cubicBezTo>
                  <a:cubicBezTo>
                    <a:pt x="111178" y="208492"/>
                    <a:pt x="78770" y="230035"/>
                    <a:pt x="46176" y="251764"/>
                  </a:cubicBezTo>
                  <a:cubicBezTo>
                    <a:pt x="41305" y="253638"/>
                    <a:pt x="36341" y="256541"/>
                    <a:pt x="31283" y="260475"/>
                  </a:cubicBezTo>
                  <a:cubicBezTo>
                    <a:pt x="26226" y="264409"/>
                    <a:pt x="21262" y="264877"/>
                    <a:pt x="16391" y="261880"/>
                  </a:cubicBezTo>
                  <a:cubicBezTo>
                    <a:pt x="9273" y="270497"/>
                    <a:pt x="4028" y="270497"/>
                    <a:pt x="656" y="261880"/>
                  </a:cubicBezTo>
                  <a:cubicBezTo>
                    <a:pt x="-93" y="254762"/>
                    <a:pt x="469" y="249142"/>
                    <a:pt x="2342" y="245021"/>
                  </a:cubicBezTo>
                  <a:cubicBezTo>
                    <a:pt x="-1405" y="237153"/>
                    <a:pt x="-655" y="230035"/>
                    <a:pt x="4590" y="223666"/>
                  </a:cubicBezTo>
                  <a:cubicBezTo>
                    <a:pt x="12083" y="215798"/>
                    <a:pt x="18826" y="207930"/>
                    <a:pt x="24821" y="200063"/>
                  </a:cubicBezTo>
                  <a:cubicBezTo>
                    <a:pt x="28942" y="190696"/>
                    <a:pt x="34187" y="182454"/>
                    <a:pt x="40556" y="175336"/>
                  </a:cubicBezTo>
                  <a:cubicBezTo>
                    <a:pt x="48798" y="167468"/>
                    <a:pt x="55167" y="159413"/>
                    <a:pt x="59663" y="151171"/>
                  </a:cubicBezTo>
                  <a:cubicBezTo>
                    <a:pt x="70528" y="141430"/>
                    <a:pt x="80082" y="130378"/>
                    <a:pt x="88324" y="118014"/>
                  </a:cubicBezTo>
                  <a:cubicBezTo>
                    <a:pt x="94693" y="112395"/>
                    <a:pt x="93944" y="109023"/>
                    <a:pt x="86076" y="107899"/>
                  </a:cubicBezTo>
                  <a:cubicBezTo>
                    <a:pt x="79707" y="101155"/>
                    <a:pt x="74837" y="94037"/>
                    <a:pt x="71465" y="86544"/>
                  </a:cubicBezTo>
                  <a:cubicBezTo>
                    <a:pt x="64721" y="80924"/>
                    <a:pt x="63410" y="74929"/>
                    <a:pt x="67531" y="68560"/>
                  </a:cubicBezTo>
                  <a:cubicBezTo>
                    <a:pt x="77646" y="76428"/>
                    <a:pt x="88886" y="78676"/>
                    <a:pt x="101249" y="75304"/>
                  </a:cubicBezTo>
                  <a:cubicBezTo>
                    <a:pt x="113613" y="73431"/>
                    <a:pt x="123541" y="68560"/>
                    <a:pt x="131034" y="60693"/>
                  </a:cubicBezTo>
                  <a:cubicBezTo>
                    <a:pt x="134781" y="56197"/>
                    <a:pt x="138902" y="51889"/>
                    <a:pt x="143398" y="47767"/>
                  </a:cubicBezTo>
                  <a:close/>
                  <a:moveTo>
                    <a:pt x="257478" y="0"/>
                  </a:moveTo>
                  <a:cubicBezTo>
                    <a:pt x="260101" y="1123"/>
                    <a:pt x="262536" y="2435"/>
                    <a:pt x="264784" y="3933"/>
                  </a:cubicBezTo>
                  <a:cubicBezTo>
                    <a:pt x="282393" y="4308"/>
                    <a:pt x="294943" y="11239"/>
                    <a:pt x="302436" y="24726"/>
                  </a:cubicBezTo>
                  <a:cubicBezTo>
                    <a:pt x="306932" y="32969"/>
                    <a:pt x="308805" y="42148"/>
                    <a:pt x="308056" y="52263"/>
                  </a:cubicBezTo>
                  <a:cubicBezTo>
                    <a:pt x="307682" y="57883"/>
                    <a:pt x="307120" y="62191"/>
                    <a:pt x="306370" y="65189"/>
                  </a:cubicBezTo>
                  <a:cubicBezTo>
                    <a:pt x="305246" y="72682"/>
                    <a:pt x="303935" y="78863"/>
                    <a:pt x="302436" y="83734"/>
                  </a:cubicBezTo>
                  <a:cubicBezTo>
                    <a:pt x="297566" y="104714"/>
                    <a:pt x="293819" y="125695"/>
                    <a:pt x="291197" y="146675"/>
                  </a:cubicBezTo>
                  <a:cubicBezTo>
                    <a:pt x="288200" y="164658"/>
                    <a:pt x="285577" y="181892"/>
                    <a:pt x="283329" y="198377"/>
                  </a:cubicBezTo>
                  <a:cubicBezTo>
                    <a:pt x="281456" y="215611"/>
                    <a:pt x="276586" y="231533"/>
                    <a:pt x="268718" y="246145"/>
                  </a:cubicBezTo>
                  <a:cubicBezTo>
                    <a:pt x="282205" y="249891"/>
                    <a:pt x="296067" y="252326"/>
                    <a:pt x="310304" y="253450"/>
                  </a:cubicBezTo>
                  <a:cubicBezTo>
                    <a:pt x="323042" y="256073"/>
                    <a:pt x="335031" y="260194"/>
                    <a:pt x="346271" y="265814"/>
                  </a:cubicBezTo>
                  <a:cubicBezTo>
                    <a:pt x="354513" y="272932"/>
                    <a:pt x="359571" y="281549"/>
                    <a:pt x="361444" y="291665"/>
                  </a:cubicBezTo>
                  <a:cubicBezTo>
                    <a:pt x="353576" y="312645"/>
                    <a:pt x="339527" y="330066"/>
                    <a:pt x="319296" y="343928"/>
                  </a:cubicBezTo>
                  <a:cubicBezTo>
                    <a:pt x="326039" y="348799"/>
                    <a:pt x="333158" y="352920"/>
                    <a:pt x="340651" y="356292"/>
                  </a:cubicBezTo>
                  <a:cubicBezTo>
                    <a:pt x="366876" y="369030"/>
                    <a:pt x="388044" y="386826"/>
                    <a:pt x="404154" y="409679"/>
                  </a:cubicBezTo>
                  <a:cubicBezTo>
                    <a:pt x="407526" y="414175"/>
                    <a:pt x="411085" y="419233"/>
                    <a:pt x="414831" y="424853"/>
                  </a:cubicBezTo>
                  <a:cubicBezTo>
                    <a:pt x="418953" y="432346"/>
                    <a:pt x="421013" y="440775"/>
                    <a:pt x="421013" y="450142"/>
                  </a:cubicBezTo>
                  <a:cubicBezTo>
                    <a:pt x="417641" y="452015"/>
                    <a:pt x="416330" y="454825"/>
                    <a:pt x="417079" y="458571"/>
                  </a:cubicBezTo>
                  <a:cubicBezTo>
                    <a:pt x="420077" y="457447"/>
                    <a:pt x="420639" y="457447"/>
                    <a:pt x="418765" y="458571"/>
                  </a:cubicBezTo>
                  <a:lnTo>
                    <a:pt x="401906" y="469249"/>
                  </a:lnTo>
                  <a:cubicBezTo>
                    <a:pt x="397785" y="469623"/>
                    <a:pt x="392353" y="470185"/>
                    <a:pt x="385609" y="470935"/>
                  </a:cubicBezTo>
                  <a:cubicBezTo>
                    <a:pt x="378116" y="468687"/>
                    <a:pt x="370810" y="467375"/>
                    <a:pt x="363692" y="467001"/>
                  </a:cubicBezTo>
                  <a:cubicBezTo>
                    <a:pt x="360320" y="468125"/>
                    <a:pt x="358447" y="466626"/>
                    <a:pt x="358072" y="462505"/>
                  </a:cubicBezTo>
                  <a:cubicBezTo>
                    <a:pt x="349830" y="459882"/>
                    <a:pt x="342149" y="456885"/>
                    <a:pt x="335031" y="453513"/>
                  </a:cubicBezTo>
                  <a:cubicBezTo>
                    <a:pt x="343273" y="454637"/>
                    <a:pt x="350766" y="452577"/>
                    <a:pt x="357510" y="447332"/>
                  </a:cubicBezTo>
                  <a:cubicBezTo>
                    <a:pt x="359758" y="443585"/>
                    <a:pt x="358259" y="440120"/>
                    <a:pt x="353014" y="436935"/>
                  </a:cubicBezTo>
                  <a:cubicBezTo>
                    <a:pt x="347769" y="433751"/>
                    <a:pt x="344959" y="430285"/>
                    <a:pt x="344585" y="426539"/>
                  </a:cubicBezTo>
                  <a:cubicBezTo>
                    <a:pt x="322106" y="403685"/>
                    <a:pt x="298315" y="383454"/>
                    <a:pt x="273214" y="365845"/>
                  </a:cubicBezTo>
                  <a:cubicBezTo>
                    <a:pt x="251484" y="372589"/>
                    <a:pt x="229192" y="378021"/>
                    <a:pt x="206339" y="382143"/>
                  </a:cubicBezTo>
                  <a:cubicBezTo>
                    <a:pt x="203342" y="382892"/>
                    <a:pt x="199782" y="384109"/>
                    <a:pt x="195661" y="385795"/>
                  </a:cubicBezTo>
                  <a:cubicBezTo>
                    <a:pt x="191540" y="387481"/>
                    <a:pt x="190978" y="386264"/>
                    <a:pt x="193975" y="382143"/>
                  </a:cubicBezTo>
                  <a:cubicBezTo>
                    <a:pt x="198846" y="372776"/>
                    <a:pt x="204278" y="363597"/>
                    <a:pt x="210273" y="354606"/>
                  </a:cubicBezTo>
                  <a:cubicBezTo>
                    <a:pt x="213644" y="348611"/>
                    <a:pt x="212801" y="343273"/>
                    <a:pt x="207744" y="338589"/>
                  </a:cubicBezTo>
                  <a:cubicBezTo>
                    <a:pt x="202686" y="333906"/>
                    <a:pt x="199033" y="329317"/>
                    <a:pt x="196785" y="324821"/>
                  </a:cubicBezTo>
                  <a:cubicBezTo>
                    <a:pt x="194163" y="310210"/>
                    <a:pt x="199970" y="305339"/>
                    <a:pt x="214206" y="310210"/>
                  </a:cubicBezTo>
                  <a:cubicBezTo>
                    <a:pt x="232190" y="316204"/>
                    <a:pt x="250173" y="321824"/>
                    <a:pt x="268156" y="327069"/>
                  </a:cubicBezTo>
                  <a:cubicBezTo>
                    <a:pt x="279021" y="321075"/>
                    <a:pt x="289698" y="313207"/>
                    <a:pt x="300189" y="303466"/>
                  </a:cubicBezTo>
                  <a:cubicBezTo>
                    <a:pt x="308056" y="298221"/>
                    <a:pt x="310117" y="292789"/>
                    <a:pt x="306370" y="287169"/>
                  </a:cubicBezTo>
                  <a:cubicBezTo>
                    <a:pt x="293632" y="288293"/>
                    <a:pt x="282580" y="284734"/>
                    <a:pt x="273214" y="276491"/>
                  </a:cubicBezTo>
                  <a:cubicBezTo>
                    <a:pt x="265721" y="268998"/>
                    <a:pt x="257666" y="264502"/>
                    <a:pt x="249049" y="263004"/>
                  </a:cubicBezTo>
                  <a:cubicBezTo>
                    <a:pt x="237435" y="252139"/>
                    <a:pt x="231815" y="237902"/>
                    <a:pt x="232190" y="220294"/>
                  </a:cubicBezTo>
                  <a:cubicBezTo>
                    <a:pt x="236311" y="178333"/>
                    <a:pt x="241930" y="136934"/>
                    <a:pt x="249049" y="96097"/>
                  </a:cubicBezTo>
                  <a:cubicBezTo>
                    <a:pt x="251297" y="73244"/>
                    <a:pt x="251671" y="50952"/>
                    <a:pt x="250173" y="29222"/>
                  </a:cubicBezTo>
                  <a:cubicBezTo>
                    <a:pt x="249798" y="20231"/>
                    <a:pt x="245115" y="17983"/>
                    <a:pt x="236123" y="22479"/>
                  </a:cubicBezTo>
                  <a:cubicBezTo>
                    <a:pt x="233126" y="22479"/>
                    <a:pt x="230316" y="24633"/>
                    <a:pt x="227694" y="28941"/>
                  </a:cubicBezTo>
                  <a:cubicBezTo>
                    <a:pt x="225071" y="33250"/>
                    <a:pt x="223011" y="33343"/>
                    <a:pt x="221512" y="29222"/>
                  </a:cubicBezTo>
                  <a:cubicBezTo>
                    <a:pt x="223760" y="22104"/>
                    <a:pt x="226757" y="15922"/>
                    <a:pt x="230504" y="10677"/>
                  </a:cubicBezTo>
                  <a:cubicBezTo>
                    <a:pt x="239121" y="6556"/>
                    <a:pt x="248112" y="2997"/>
                    <a:pt x="257478"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defTabSz="1218565">
                <a:lnSpc>
                  <a:spcPct val="100000"/>
                </a:lnSpc>
                <a:spcBef>
                  <a:spcPct val="0"/>
                </a:spcBef>
              </a:pPr>
              <a:endParaRPr lang="zh-CN" altLang="en-US" sz="3600" b="0" dirty="0">
                <a:solidFill>
                  <a:srgbClr val="537BBA"/>
                </a:solidFill>
                <a:latin typeface="方正字迹-吕建德行楷简体" panose="02010600010101010101" pitchFamily="2" charset="-122"/>
                <a:ea typeface="方正字迹-吕建德行楷简体" panose="02010600010101010101" pitchFamily="2" charset="-122"/>
                <a:cs typeface="方正兰亭黑简体" panose="02000500000000000000" pitchFamily="2" charset="-122"/>
                <a:sym typeface="方正兰亭黑简体" panose="02000500000000000000" pitchFamily="2" charset="-122"/>
              </a:endParaRPr>
            </a:p>
          </p:txBody>
        </p:sp>
      </p:grpSp>
    </p:spTree>
  </p:cSld>
  <p:clrMapOvr>
    <a:masterClrMapping/>
  </p:clrMapOvr>
  <p:transition advClick="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p:cNvSpPr/>
          <p:nvPr userDrawn="1"/>
        </p:nvSpPr>
        <p:spPr>
          <a:xfrm>
            <a:off x="0" y="0"/>
            <a:ext cx="12191999" cy="6858000"/>
          </a:xfrm>
          <a:prstGeom prst="rect">
            <a:avLst/>
          </a:prstGeom>
          <a:gradFill flip="none" rotWithShape="1">
            <a:gsLst>
              <a:gs pos="0">
                <a:srgbClr val="D2E8FF">
                  <a:lumMod val="100000"/>
                  <a:alpha val="20000"/>
                </a:srgbClr>
              </a:gs>
              <a:gs pos="100000">
                <a:srgbClr val="3399FF">
                  <a:lumMod val="15000"/>
                  <a:lumOff val="8500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方正兰亭粗黑简体" panose="02000500000000000000" pitchFamily="2" charset="-122"/>
              <a:sym typeface="方正兰亭黑简体" panose="02000500000000000000"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advClick="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5" Type="http://schemas.openxmlformats.org/officeDocument/2006/relationships/notesSlide" Target="../notesSlides/notesSlide1.xml"/><Relationship Id="rId14" Type="http://schemas.openxmlformats.org/officeDocument/2006/relationships/slideLayout" Target="../slideLayouts/slideLayout2.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3.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0.xml"/><Relationship Id="rId1" Type="http://schemas.openxmlformats.org/officeDocument/2006/relationships/tags" Target="../tags/tag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tags" Target="../tags/tag3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tags" Target="../tags/tag3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tags" Target="../tags/tag3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tags" Target="../tags/tag3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tags" Target="../tags/tag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
          <p:cNvSpPr txBox="1"/>
          <p:nvPr/>
        </p:nvSpPr>
        <p:spPr>
          <a:xfrm>
            <a:off x="603250" y="2189480"/>
            <a:ext cx="6303645"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rPr>
              <a:t>《</a:t>
            </a:r>
            <a:r>
              <a:rPr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rPr>
              <a:t>二级</a:t>
            </a:r>
            <a:r>
              <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rPr>
              <a:t>仓库管理规定</a:t>
            </a:r>
            <a:r>
              <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a:t>
            </a:r>
            <a:endPar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endParaRPr>
          </a:p>
          <a:p>
            <a:pPr algn="ctr"/>
            <a:r>
              <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培训</a:t>
            </a:r>
            <a:endParaRPr lang="zh-CN" sz="4000" dirty="0">
              <a:gradFill>
                <a:gsLst>
                  <a:gs pos="0">
                    <a:srgbClr val="00B0F0"/>
                  </a:gs>
                  <a:gs pos="96000">
                    <a:srgbClr val="2F5DAF"/>
                  </a:gs>
                </a:gsLst>
                <a:lin ang="2700000" scaled="1"/>
              </a:gradFill>
              <a:effectLst>
                <a:outerShdw blurRad="63500" dist="38100" dir="2700000" algn="tl">
                  <a:srgbClr val="25517D">
                    <a:alpha val="40000"/>
                  </a:srgbClr>
                </a:outerShdw>
              </a:effectLst>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endParaRPr>
          </a:p>
        </p:txBody>
      </p:sp>
      <p:grpSp>
        <p:nvGrpSpPr>
          <p:cNvPr id="15" name="组合 14"/>
          <p:cNvGrpSpPr/>
          <p:nvPr/>
        </p:nvGrpSpPr>
        <p:grpSpPr>
          <a:xfrm>
            <a:off x="968635" y="3792285"/>
            <a:ext cx="2809519" cy="836232"/>
            <a:chOff x="827306" y="3754185"/>
            <a:chExt cx="2809519" cy="836232"/>
          </a:xfrm>
        </p:grpSpPr>
        <p:grpSp>
          <p:nvGrpSpPr>
            <p:cNvPr id="13" name="组合 12"/>
            <p:cNvGrpSpPr/>
            <p:nvPr/>
          </p:nvGrpSpPr>
          <p:grpSpPr>
            <a:xfrm>
              <a:off x="827941" y="3754185"/>
              <a:ext cx="2808884" cy="338554"/>
              <a:chOff x="827941" y="3754185"/>
              <a:chExt cx="2808884" cy="338554"/>
            </a:xfrm>
          </p:grpSpPr>
          <p:sp>
            <p:nvSpPr>
              <p:cNvPr id="2" name="矩形 1"/>
              <p:cNvSpPr/>
              <p:nvPr/>
            </p:nvSpPr>
            <p:spPr>
              <a:xfrm>
                <a:off x="827941" y="3754185"/>
                <a:ext cx="129420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编 </a:t>
                </a:r>
                <a:r>
                  <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制 人：</a:t>
                </a:r>
                <a:endPar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矩形 4"/>
              <p:cNvSpPr/>
              <p:nvPr/>
            </p:nvSpPr>
            <p:spPr>
              <a:xfrm>
                <a:off x="2037895" y="3755455"/>
                <a:ext cx="159893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王红义（</a:t>
                </a:r>
                <a:r>
                  <a:rPr kumimoji="0" lang="en-US" altLang="zh-CN"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111622</a:t>
                </a:r>
                <a:r>
                  <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a:t>
                </a:r>
                <a:endParaRPr kumimoji="0" lang="zh-CN" altLang="en-US" sz="1600" b="0" i="0" u="none" strike="noStrike" kern="1200" cap="none" spc="-15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grpSp>
        <p:grpSp>
          <p:nvGrpSpPr>
            <p:cNvPr id="14" name="组合 13"/>
            <p:cNvGrpSpPr/>
            <p:nvPr/>
          </p:nvGrpSpPr>
          <p:grpSpPr>
            <a:xfrm>
              <a:off x="827306" y="4251863"/>
              <a:ext cx="2307869" cy="338554"/>
              <a:chOff x="827306" y="4251863"/>
              <a:chExt cx="2307869" cy="338554"/>
            </a:xfrm>
          </p:grpSpPr>
          <p:sp>
            <p:nvSpPr>
              <p:cNvPr id="9" name="矩形 8"/>
              <p:cNvSpPr/>
              <p:nvPr/>
            </p:nvSpPr>
            <p:spPr>
              <a:xfrm>
                <a:off x="827306" y="4251863"/>
                <a:ext cx="1294209"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编制日期：</a:t>
                </a:r>
                <a:endPar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10" name="矩形 9"/>
              <p:cNvSpPr/>
              <p:nvPr/>
            </p:nvSpPr>
            <p:spPr>
              <a:xfrm>
                <a:off x="2037895" y="4251863"/>
                <a:ext cx="10972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0" lang="en-US" altLang="zh-CN"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2026</a:t>
                </a:r>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年</a:t>
                </a:r>
                <a:r>
                  <a:rPr kumimoji="0" lang="en-US" altLang="zh-CN"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6</a:t>
                </a:r>
                <a:r>
                  <a:rPr kumimoji="0" lang="zh-CN" altLang="en-US" sz="1600" b="0" i="0" u="none" strike="noStrike" kern="1200" cap="none" spc="0" normalizeH="0" baseline="0" noProof="0" dirty="0">
                    <a:ln>
                      <a:noFill/>
                    </a:ln>
                    <a:solidFill>
                      <a:srgbClr val="0B5AA7"/>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rPr>
                  <a:t>月</a:t>
                </a:r>
                <a:endParaRPr lang="zh-CN" altLang="en-US" sz="1600" dirty="0">
                  <a:solidFill>
                    <a:srgbClr val="0B5AA7"/>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grpSp>
      </p:gr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教学目标</a:t>
            </a:r>
            <a:endParaRPr lang="zh-CN" altLang="en-US" dirty="0"/>
          </a:p>
        </p:txBody>
      </p:sp>
      <p:grpSp>
        <p:nvGrpSpPr>
          <p:cNvPr id="2" name="组合 1"/>
          <p:cNvGrpSpPr/>
          <p:nvPr/>
        </p:nvGrpSpPr>
        <p:grpSpPr>
          <a:xfrm>
            <a:off x="1142803" y="1828165"/>
            <a:ext cx="1886147" cy="1228090"/>
            <a:chOff x="1142803" y="1828165"/>
            <a:chExt cx="1886147" cy="1228090"/>
          </a:xfrm>
        </p:grpSpPr>
        <p:sp>
          <p:nvSpPr>
            <p:cNvPr id="3" name="矩形 2"/>
            <p:cNvSpPr/>
            <p:nvPr/>
          </p:nvSpPr>
          <p:spPr>
            <a:xfrm>
              <a:off x="1224111" y="2486660"/>
              <a:ext cx="943610" cy="569595"/>
            </a:xfrm>
            <a:prstGeom prst="rect">
              <a:avLst/>
            </a:prstGeom>
          </p:spPr>
          <p:txBody>
            <a:bodyPr wrap="none" lIns="91431" tIns="45716" rIns="91431" bIns="45716">
              <a:spAutoFit/>
            </a:bodyPr>
            <a:lstStyle/>
            <a:p>
              <a:pPr>
                <a:lnSpc>
                  <a:spcPct val="130000"/>
                </a:lnSpc>
              </a:pPr>
              <a:r>
                <a:rPr lang="en-US" altLang="zh-CN"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学时</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5" name="矩形: 圆角 4"/>
            <p:cNvSpPr/>
            <p:nvPr/>
          </p:nvSpPr>
          <p:spPr>
            <a:xfrm>
              <a:off x="1142803" y="1828165"/>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7" name="矩形 6"/>
            <p:cNvSpPr/>
            <p:nvPr/>
          </p:nvSpPr>
          <p:spPr>
            <a:xfrm>
              <a:off x="1224111" y="1849818"/>
              <a:ext cx="1723531" cy="532638"/>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培训课时：</a:t>
              </a:r>
              <a:endParaRPr lang="en-US" altLang="zh-CN" sz="2400" dirty="0">
                <a:solidFill>
                  <a:schemeClr val="bg1"/>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grpSp>
        <p:nvGrpSpPr>
          <p:cNvPr id="8" name="组合 7"/>
          <p:cNvGrpSpPr/>
          <p:nvPr/>
        </p:nvGrpSpPr>
        <p:grpSpPr>
          <a:xfrm>
            <a:off x="1142803" y="3654533"/>
            <a:ext cx="3920518" cy="1228090"/>
            <a:chOff x="1142803" y="3654533"/>
            <a:chExt cx="3920518" cy="1228090"/>
          </a:xfrm>
        </p:grpSpPr>
        <p:sp>
          <p:nvSpPr>
            <p:cNvPr id="9" name="矩形 8"/>
            <p:cNvSpPr/>
            <p:nvPr/>
          </p:nvSpPr>
          <p:spPr>
            <a:xfrm>
              <a:off x="1224111" y="4313028"/>
              <a:ext cx="3839210" cy="569595"/>
            </a:xfrm>
            <a:prstGeom prst="rect">
              <a:avLst/>
            </a:prstGeom>
          </p:spPr>
          <p:txBody>
            <a:bodyPr wrap="none" lIns="91431" tIns="45716" rIns="91431" bIns="45716">
              <a:spAutoFit/>
            </a:bodyPr>
            <a:lstStyle/>
            <a:p>
              <a:pPr>
                <a:lnSpc>
                  <a:spcPct val="130000"/>
                </a:lnSpc>
              </a:pP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运营公司各生产中心</a:t>
              </a: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物资员</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24" name="矩形: 圆角 23"/>
            <p:cNvSpPr/>
            <p:nvPr/>
          </p:nvSpPr>
          <p:spPr>
            <a:xfrm>
              <a:off x="1142803" y="3654533"/>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25" name="矩形 24"/>
            <p:cNvSpPr/>
            <p:nvPr/>
          </p:nvSpPr>
          <p:spPr>
            <a:xfrm>
              <a:off x="1233072" y="3676186"/>
              <a:ext cx="1705610" cy="699947"/>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培训对象：</a:t>
              </a:r>
              <a:endPar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grpSp>
        <p:nvGrpSpPr>
          <p:cNvPr id="26" name="组合 25"/>
          <p:cNvGrpSpPr/>
          <p:nvPr/>
        </p:nvGrpSpPr>
        <p:grpSpPr>
          <a:xfrm>
            <a:off x="6096000" y="1827550"/>
            <a:ext cx="5219701" cy="1707515"/>
            <a:chOff x="6096000" y="1827550"/>
            <a:chExt cx="5219701" cy="1707515"/>
          </a:xfrm>
        </p:grpSpPr>
        <p:sp>
          <p:nvSpPr>
            <p:cNvPr id="27" name="矩形 26"/>
            <p:cNvSpPr/>
            <p:nvPr/>
          </p:nvSpPr>
          <p:spPr>
            <a:xfrm>
              <a:off x="6177309" y="2486045"/>
              <a:ext cx="5138392" cy="1049020"/>
            </a:xfrm>
            <a:prstGeom prst="rect">
              <a:avLst/>
            </a:prstGeom>
          </p:spPr>
          <p:txBody>
            <a:bodyPr wrap="square" lIns="91431" tIns="45716" rIns="91431" bIns="45716">
              <a:spAutoFit/>
            </a:bodyPr>
            <a:lstStyle/>
            <a:p>
              <a:pPr marL="457200" indent="-457200">
                <a:lnSpc>
                  <a:spcPct val="130000"/>
                </a:lnSpc>
                <a:buFont typeface="方正兰亭黑简体" panose="02000500000000000000" pitchFamily="2" charset="-122"/>
                <a:buAutoNum type="arabicPeriod"/>
              </a:pP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增强学员对修订后制度的认识。</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marL="457200" indent="-457200">
                <a:lnSpc>
                  <a:spcPct val="130000"/>
                </a:lnSpc>
                <a:buFont typeface="方正兰亭黑简体" panose="02000500000000000000" pitchFamily="2" charset="-122"/>
                <a:buAutoNum type="arabicPeriod"/>
              </a:pP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使学员</a:t>
              </a: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sym typeface="+mn-ea"/>
                </a:rPr>
                <a:t>掌握二级仓库管理技能</a:t>
              </a:r>
              <a:r>
                <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rPr>
                <a:t>。</a:t>
              </a:r>
              <a:endParaRPr lang="zh-CN" altLang="en-US" sz="2400" dirty="0">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28" name="矩形: 圆角 27"/>
            <p:cNvSpPr/>
            <p:nvPr/>
          </p:nvSpPr>
          <p:spPr>
            <a:xfrm>
              <a:off x="6096000" y="1827550"/>
              <a:ext cx="1886147" cy="575945"/>
            </a:xfrm>
            <a:prstGeom prst="roundRect">
              <a:avLst/>
            </a:prstGeom>
            <a:gradFill flip="none" rotWithShape="1">
              <a:gsLst>
                <a:gs pos="100000">
                  <a:srgbClr val="11C1FF"/>
                </a:gs>
                <a:gs pos="72000">
                  <a:srgbClr val="0059D0"/>
                </a:gs>
                <a:gs pos="39000">
                  <a:srgbClr val="2F88FF"/>
                </a:gs>
                <a:gs pos="0">
                  <a:srgbClr val="6DD9FF"/>
                </a:gs>
              </a:gsLst>
              <a:lin ang="2700000" scaled="1"/>
              <a:tileRect/>
            </a:gradFill>
            <a:ln>
              <a:solidFill>
                <a:schemeClr val="bg1"/>
              </a:solidFill>
            </a:ln>
            <a:effectLst>
              <a:outerShdw blurRad="127000" dist="76200" dir="5400000" algn="tl" rotWithShape="0">
                <a:srgbClr val="006E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兰亭黑简体" panose="02000500000000000000" pitchFamily="2" charset="-122"/>
                <a:ea typeface="方正兰亭粗黑简体" panose="02000500000000000000" pitchFamily="2" charset="-122"/>
                <a:cs typeface="+mn-ea"/>
                <a:sym typeface="+mn-lt"/>
              </a:endParaRPr>
            </a:p>
          </p:txBody>
        </p:sp>
        <p:sp>
          <p:nvSpPr>
            <p:cNvPr id="29" name="矩形 28"/>
            <p:cNvSpPr/>
            <p:nvPr/>
          </p:nvSpPr>
          <p:spPr>
            <a:xfrm>
              <a:off x="6177308" y="1849203"/>
              <a:ext cx="1723531" cy="532638"/>
            </a:xfrm>
            <a:prstGeom prst="rect">
              <a:avLst/>
            </a:prstGeom>
          </p:spPr>
          <p:txBody>
            <a:bodyPr wrap="none" lIns="91431" tIns="45716" rIns="91431" bIns="45716">
              <a:spAutoFit/>
            </a:bodyPr>
            <a:lstStyle/>
            <a:p>
              <a:pPr algn="ctr">
                <a:lnSpc>
                  <a:spcPct val="130000"/>
                </a:lnSpc>
              </a:pPr>
              <a:r>
                <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培训目标：</a:t>
              </a:r>
              <a:endParaRPr kumimoji="0" lang="zh-CN" altLang="en-US" sz="2400" i="0" u="none" strike="noStrike" kern="1200" cap="none" spc="0" normalizeH="0" baseline="0" noProof="0" dirty="0">
                <a:ln>
                  <a:noFill/>
                </a:ln>
                <a:solidFill>
                  <a:srgbClr val="FFFFFF"/>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nvGraphicFramePr>
        <p:xfrm>
          <a:off x="846142" y="1614255"/>
          <a:ext cx="10507657" cy="3774188"/>
        </p:xfrm>
        <a:graphic>
          <a:graphicData uri="http://schemas.openxmlformats.org/drawingml/2006/table">
            <a:tbl>
              <a:tblPr/>
              <a:tblGrid>
                <a:gridCol w="5643558"/>
                <a:gridCol w="1739900"/>
                <a:gridCol w="3124199"/>
              </a:tblGrid>
              <a:tr h="534188">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制度名称</a:t>
                      </a:r>
                      <a:endPar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版本号</a:t>
                      </a:r>
                      <a:endParaRPr lang="en-US" altLang="zh-CN"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indent="0" algn="ctr">
                        <a:buNone/>
                      </a:pPr>
                      <a:r>
                        <a:rPr lang="zh-CN" altLang="en-US"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rPr>
                        <a:t>实施日期</a:t>
                      </a:r>
                      <a:endParaRPr lang="en-US" altLang="zh-CN" sz="2000" b="0" dirty="0">
                        <a:solidFill>
                          <a:srgbClr val="25517D"/>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a:txBody>
                  <a:tcPr marL="12700" marR="12700" marT="1270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r>
              <a:tr h="540000">
                <a:tc>
                  <a:txBody>
                    <a:bodyPr/>
                    <a:lstStyle/>
                    <a:p>
                      <a:pPr algn="ctr" rtl="0" fontAlgn="ctr"/>
                      <a:r>
                        <a:rPr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二级仓库管理规定</a:t>
                      </a:r>
                      <a:endParaRPr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A/4</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2025</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年</a:t>
                      </a: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08</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月</a:t>
                      </a:r>
                      <a:r>
                        <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13</a:t>
                      </a:r>
                      <a:r>
                        <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rPr>
                        <a:t>日</a:t>
                      </a: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9050" cap="flat" cmpd="sng" algn="ctr">
                      <a:solidFill>
                        <a:srgbClr val="25517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a:noFill/>
                    </a:lnTlToBr>
                    <a:lnBlToTr>
                      <a:noFill/>
                    </a:lnBlToTr>
                    <a:noFill/>
                  </a:tcPr>
                </a:tc>
              </a:tr>
              <a:tr h="540000">
                <a:tc>
                  <a:txBody>
                    <a:bodyPr/>
                    <a:lstStyle/>
                    <a:p>
                      <a:pPr algn="ctr" rtl="0" fontAlgn="ctr"/>
                      <a:endParaRPr lang="zh-CN" altLang="en-US"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algn="ctr" rtl="0" fontAlgn="ctr"/>
                      <a:endParaRPr lang="en-US" altLang="zh-CN" sz="1800" b="0" i="0" u="none" strike="noStrike" dirty="0">
                        <a:solidFill>
                          <a:srgbClr val="000000"/>
                        </a:solidFill>
                        <a:effectLst/>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方正兰亭黑简体" panose="02000500000000000000" pitchFamily="2" charset="-122"/>
                        <a:ea typeface="方正兰亭黑简体" panose="02000500000000000000" pitchFamily="2" charset="-122"/>
                        <a:cs typeface="方正兰亭黑简体" panose="02000500000000000000" pitchFamily="2" charset="-122"/>
                      </a:endParaRPr>
                    </a:p>
                  </a:txBody>
                  <a:tcPr marL="9525" marR="9525" marT="9525" marB="0" anchor="ctr">
                    <a:lnL w="6350" cap="flat" cmpd="sng">
                      <a:noFill/>
                      <a:prstDash val="solid"/>
                      <a:headEnd type="none" w="med" len="med"/>
                      <a:tailEnd type="none" w="med" len="med"/>
                    </a:lnL>
                    <a:lnR w="6350" cap="flat" cmpd="sng">
                      <a:noFill/>
                      <a:prstDash val="solid"/>
                      <a:headEnd type="none" w="med" len="med"/>
                      <a:tailEnd type="none" w="med" len="med"/>
                    </a:lnR>
                    <a:lnT w="12700" cap="flat" cmpd="sng" algn="ctr">
                      <a:solidFill>
                        <a:schemeClr val="bg1">
                          <a:lumMod val="65000"/>
                        </a:schemeClr>
                      </a:solidFill>
                      <a:prstDash val="solid"/>
                      <a:round/>
                      <a:headEnd type="none" w="med" len="med"/>
                      <a:tailEnd type="none" w="med" len="med"/>
                    </a:lnT>
                    <a:lnB w="19050" cap="flat" cmpd="sng" algn="ctr">
                      <a:solidFill>
                        <a:srgbClr val="25517D"/>
                      </a:solidFill>
                      <a:prstDash val="solid"/>
                      <a:round/>
                      <a:headEnd type="none" w="med" len="med"/>
                      <a:tailEnd type="none" w="med" len="med"/>
                    </a:lnB>
                    <a:lnTlToBr>
                      <a:noFill/>
                    </a:lnTlToBr>
                    <a:lnBlToTr>
                      <a:noFill/>
                    </a:lnBlToTr>
                    <a:noFill/>
                  </a:tcPr>
                </a:tc>
              </a:tr>
            </a:tbl>
          </a:graphicData>
        </a:graphic>
      </p:graphicFrame>
      <p:sp>
        <p:nvSpPr>
          <p:cNvPr id="5" name="标题 4"/>
          <p:cNvSpPr>
            <a:spLocks noGrp="1"/>
          </p:cNvSpPr>
          <p:nvPr>
            <p:ph type="title"/>
          </p:nvPr>
        </p:nvSpPr>
        <p:spPr/>
        <p:txBody>
          <a:bodyPr/>
          <a:lstStyle/>
          <a:p>
            <a:r>
              <a:rPr lang="zh-CN" altLang="en-US" dirty="0"/>
              <a:t>编制依据</a:t>
            </a:r>
            <a:endParaRPr lang="zh-CN" altLang="en-US"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custDataLst>
              <p:tags r:id="rId1"/>
            </p:custDataLst>
          </p:nvPr>
        </p:nvGrpSpPr>
        <p:grpSpPr>
          <a:xfrm>
            <a:off x="5580918" y="1868216"/>
            <a:ext cx="5997089" cy="2428699"/>
            <a:chOff x="5493236" y="1343593"/>
            <a:chExt cx="5997089" cy="2428699"/>
          </a:xfrm>
        </p:grpSpPr>
        <p:grpSp>
          <p:nvGrpSpPr>
            <p:cNvPr id="11" name="组合 10"/>
            <p:cNvGrpSpPr/>
            <p:nvPr/>
          </p:nvGrpSpPr>
          <p:grpSpPr>
            <a:xfrm>
              <a:off x="5521289" y="1343593"/>
              <a:ext cx="5969036" cy="677375"/>
              <a:chOff x="5521289" y="1343593"/>
              <a:chExt cx="5969036" cy="677375"/>
            </a:xfrm>
          </p:grpSpPr>
          <p:sp>
            <p:nvSpPr>
              <p:cNvPr id="32" name="文本框 45"/>
              <p:cNvSpPr txBox="1"/>
              <p:nvPr>
                <p:custDataLst>
                  <p:tags r:id="rId2"/>
                </p:custDataLst>
              </p:nvPr>
            </p:nvSpPr>
            <p:spPr>
              <a:xfrm>
                <a:off x="5521289" y="1343593"/>
                <a:ext cx="699230"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01</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3" name="文本框 46"/>
              <p:cNvSpPr txBox="1"/>
              <p:nvPr>
                <p:custDataLst>
                  <p:tags r:id="rId3"/>
                </p:custDataLst>
              </p:nvPr>
            </p:nvSpPr>
            <p:spPr>
              <a:xfrm>
                <a:off x="6294811" y="1405148"/>
                <a:ext cx="14020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管理</a:t>
                </a:r>
                <a:r>
                  <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职责</a:t>
                </a:r>
                <a:endPar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6" name="组合 5"/>
              <p:cNvGrpSpPr/>
              <p:nvPr/>
            </p:nvGrpSpPr>
            <p:grpSpPr>
              <a:xfrm>
                <a:off x="5561719" y="1880568"/>
                <a:ext cx="5928606" cy="140400"/>
                <a:chOff x="5460119" y="1216948"/>
                <a:chExt cx="5928606" cy="140400"/>
              </a:xfrm>
            </p:grpSpPr>
            <p:cxnSp>
              <p:nvCxnSpPr>
                <p:cNvPr id="29" name="直接连接符 28"/>
                <p:cNvCxnSpPr/>
                <p:nvPr>
                  <p:custDataLst>
                    <p:tags r:id="rId4"/>
                  </p:custDataLst>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 name="矩形: 圆角 2"/>
                <p:cNvSpPr/>
                <p:nvPr>
                  <p:custDataLst>
                    <p:tags r:id="rId5"/>
                  </p:custDataLst>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nvGrpSpPr>
            <p:cNvPr id="21" name="组合 20"/>
            <p:cNvGrpSpPr/>
            <p:nvPr/>
          </p:nvGrpSpPr>
          <p:grpSpPr>
            <a:xfrm>
              <a:off x="5494840" y="2219255"/>
              <a:ext cx="5995485" cy="677375"/>
              <a:chOff x="5494840" y="1343593"/>
              <a:chExt cx="5995485" cy="677375"/>
            </a:xfrm>
          </p:grpSpPr>
          <p:sp>
            <p:nvSpPr>
              <p:cNvPr id="25" name="文本框 45"/>
              <p:cNvSpPr txBox="1"/>
              <p:nvPr>
                <p:custDataLst>
                  <p:tags r:id="rId6"/>
                </p:custDataLst>
              </p:nvPr>
            </p:nvSpPr>
            <p:spPr>
              <a:xfrm>
                <a:off x="5494840" y="1343593"/>
                <a:ext cx="752129"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02</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1" name="文本框 46"/>
              <p:cNvSpPr txBox="1"/>
              <p:nvPr>
                <p:custDataLst>
                  <p:tags r:id="rId7"/>
                </p:custDataLst>
              </p:nvPr>
            </p:nvSpPr>
            <p:spPr>
              <a:xfrm>
                <a:off x="6294811" y="1405148"/>
                <a:ext cx="14020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管理</a:t>
                </a:r>
                <a:r>
                  <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要求</a:t>
                </a:r>
                <a:endPar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34" name="组合 33"/>
              <p:cNvGrpSpPr/>
              <p:nvPr/>
            </p:nvGrpSpPr>
            <p:grpSpPr>
              <a:xfrm>
                <a:off x="5561719" y="1880568"/>
                <a:ext cx="5928606" cy="140400"/>
                <a:chOff x="5460119" y="1216948"/>
                <a:chExt cx="5928606" cy="140400"/>
              </a:xfrm>
            </p:grpSpPr>
            <p:cxnSp>
              <p:nvCxnSpPr>
                <p:cNvPr id="35" name="直接连接符 34"/>
                <p:cNvCxnSpPr/>
                <p:nvPr>
                  <p:custDataLst>
                    <p:tags r:id="rId8"/>
                  </p:custDataLst>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6" name="矩形: 圆角 35"/>
                <p:cNvSpPr/>
                <p:nvPr>
                  <p:custDataLst>
                    <p:tags r:id="rId9"/>
                  </p:custDataLst>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nvGrpSpPr>
            <p:cNvPr id="37" name="组合 36"/>
            <p:cNvGrpSpPr/>
            <p:nvPr/>
          </p:nvGrpSpPr>
          <p:grpSpPr>
            <a:xfrm>
              <a:off x="5493236" y="3094917"/>
              <a:ext cx="5997089" cy="677375"/>
              <a:chOff x="5493236" y="1343593"/>
              <a:chExt cx="5997089" cy="677375"/>
            </a:xfrm>
          </p:grpSpPr>
          <p:sp>
            <p:nvSpPr>
              <p:cNvPr id="38" name="文本框 45"/>
              <p:cNvSpPr txBox="1"/>
              <p:nvPr>
                <p:custDataLst>
                  <p:tags r:id="rId10"/>
                </p:custDataLst>
              </p:nvPr>
            </p:nvSpPr>
            <p:spPr>
              <a:xfrm>
                <a:off x="5493236" y="1343593"/>
                <a:ext cx="755336"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en-US" altLang="zh-CN" sz="32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03</a:t>
                </a:r>
                <a:endParaRPr lang="zh-CN" altLang="en-US" sz="3200" dirty="0">
                  <a:solidFill>
                    <a:schemeClr val="tx1">
                      <a:lumMod val="65000"/>
                      <a:lumOff val="35000"/>
                    </a:schemeClr>
                  </a:solidFill>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sp>
            <p:nvSpPr>
              <p:cNvPr id="39" name="文本框 46"/>
              <p:cNvSpPr txBox="1"/>
              <p:nvPr>
                <p:custDataLst>
                  <p:tags r:id="rId11"/>
                </p:custDataLst>
              </p:nvPr>
            </p:nvSpPr>
            <p:spPr>
              <a:xfrm>
                <a:off x="6294811" y="1405148"/>
                <a:ext cx="792480" cy="4603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rPr>
                  <a:t>附件</a:t>
                </a:r>
                <a:endParaRPr kumimoji="0" lang="zh-CN" altLang="en-US" sz="2400" b="0" i="0" u="none" strike="noStrike" kern="1200" cap="none" spc="0" normalizeH="0" baseline="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endParaRPr>
              </a:p>
            </p:txBody>
          </p:sp>
          <p:grpSp>
            <p:nvGrpSpPr>
              <p:cNvPr id="40" name="组合 39"/>
              <p:cNvGrpSpPr/>
              <p:nvPr/>
            </p:nvGrpSpPr>
            <p:grpSpPr>
              <a:xfrm>
                <a:off x="5561719" y="1880568"/>
                <a:ext cx="5928606" cy="140400"/>
                <a:chOff x="5460119" y="1216948"/>
                <a:chExt cx="5928606" cy="140400"/>
              </a:xfrm>
            </p:grpSpPr>
            <p:cxnSp>
              <p:nvCxnSpPr>
                <p:cNvPr id="41" name="直接连接符 40"/>
                <p:cNvCxnSpPr/>
                <p:nvPr>
                  <p:custDataLst>
                    <p:tags r:id="rId12"/>
                  </p:custDataLst>
                </p:nvPr>
              </p:nvCxnSpPr>
              <p:spPr>
                <a:xfrm>
                  <a:off x="5502852" y="1287148"/>
                  <a:ext cx="5885873" cy="0"/>
                </a:xfrm>
                <a:prstGeom prst="line">
                  <a:avLst/>
                </a:prstGeom>
                <a:ln w="12700">
                  <a:gradFill flip="none" rotWithShape="1">
                    <a:gsLst>
                      <a:gs pos="100000">
                        <a:srgbClr val="006EFF">
                          <a:alpha val="0"/>
                        </a:srgbClr>
                      </a:gs>
                      <a:gs pos="45000">
                        <a:srgbClr val="006E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2" name="矩形: 圆角 41"/>
                <p:cNvSpPr/>
                <p:nvPr>
                  <p:custDataLst>
                    <p:tags r:id="rId13"/>
                  </p:custDataLst>
                </p:nvPr>
              </p:nvSpPr>
              <p:spPr>
                <a:xfrm>
                  <a:off x="5460119" y="1216948"/>
                  <a:ext cx="658800" cy="140400"/>
                </a:xfrm>
                <a:prstGeom prst="roundRect">
                  <a:avLst>
                    <a:gd name="adj" fmla="val 50000"/>
                  </a:avLst>
                </a:prstGeom>
                <a:solidFill>
                  <a:srgbClr val="006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兰亭黑简体" panose="02000500000000000000" pitchFamily="2" charset="-122"/>
                    <a:ea typeface="方正兰亭粗黑简体" panose="02000500000000000000" pitchFamily="2" charset="-122"/>
                    <a:sym typeface="+mn-lt"/>
                  </a:endParaRPr>
                </a:p>
              </p:txBody>
            </p:sp>
          </p:grpSp>
        </p:grpSp>
      </p:gr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200329"/>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一</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409372" y="3018155"/>
            <a:ext cx="4180114" cy="768350"/>
          </a:xfrm>
          <a:prstGeom prst="rect">
            <a:avLst/>
          </a:prstGeom>
          <a:noFill/>
        </p:spPr>
        <p:txBody>
          <a:bodyPr wrap="square">
            <a:spAutoFit/>
          </a:bodyPr>
          <a:lstStyle/>
          <a:p>
            <a:pPr algn="l"/>
            <a:r>
              <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管理</a:t>
            </a:r>
            <a:r>
              <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职责</a:t>
            </a:r>
            <a:endPar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endParaRPr>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一、管理</a:t>
            </a:r>
            <a:r>
              <a:rPr lang="zh-CN" altLang="en-US" dirty="0"/>
              <a:t>职责</a:t>
            </a:r>
            <a:endParaRPr lang="zh-CN" altLang="en-US" dirty="0"/>
          </a:p>
        </p:txBody>
      </p:sp>
      <p:sp>
        <p:nvSpPr>
          <p:cNvPr id="80" name="矩形 79"/>
          <p:cNvSpPr/>
          <p:nvPr>
            <p:custDataLst>
              <p:tags r:id="rId1"/>
            </p:custDataLst>
          </p:nvPr>
        </p:nvSpPr>
        <p:spPr>
          <a:xfrm>
            <a:off x="810260" y="1716405"/>
            <a:ext cx="10206990" cy="406019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负责监督指导公司二级仓库管理，制定公司二级仓库管理制度，规范流程管理，明确管理要求。</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负责各中心（部门）新增、变更二级仓库子库存的审核和系统设置，并提供优化调整建议。</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负责公司物资管理系统（以下简称“SCM系统”）和仓储管理系统（以下简称“WMS系统”）操作权限变更的备案管理。</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负责定期组织二级仓库盘点工作，并不定时对二级仓库进行抽盘。</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5</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配合开展二级仓库废旧物资的回收处置。</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6</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负责公司二级仓库物资员的业务指导。</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7</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负责公司二级仓库监管及考核。</a:t>
            </a:r>
            <a:endParaRPr lang="zh-CN" alt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809943" y="1056005"/>
            <a:ext cx="2475230" cy="38960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（一）物资</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管理部</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一、管理</a:t>
            </a:r>
            <a:r>
              <a:rPr lang="zh-CN" altLang="en-US" dirty="0"/>
              <a:t>职责</a:t>
            </a:r>
            <a:endParaRPr lang="zh-CN" altLang="en-US" dirty="0"/>
          </a:p>
        </p:txBody>
      </p:sp>
      <p:sp>
        <p:nvSpPr>
          <p:cNvPr id="80" name="矩形 79"/>
          <p:cNvSpPr/>
          <p:nvPr>
            <p:custDataLst>
              <p:tags r:id="rId1"/>
            </p:custDataLst>
          </p:nvPr>
        </p:nvSpPr>
        <p:spPr>
          <a:xfrm>
            <a:off x="810260" y="1716405"/>
            <a:ext cx="10206990" cy="406019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负责规范中心（部门）二级仓库管理工作，细化所辖二级仓库日常管理措施。</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负责本中心（部门）二级仓库的房间、地点位置选定和系统设置。</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负责以二级仓库为单位从总库领料。</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负责本中心（部门）二级仓库的现场和安全管理，分类控制二级库物资库存和库龄。</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5</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负责二级仓库物资的发放和工班生产性物资领用消耗的管控。</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6</a:t>
            </a: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负责开展二级仓库库存盘点和盘点问题整改工作。</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7.</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负责本中心（部门）所属二级仓库待报废库存物资的管理。</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810260" y="1056005"/>
            <a:ext cx="3222625"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（二）各中心（</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部门）</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198880"/>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二</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409372" y="3018155"/>
            <a:ext cx="4180114" cy="768350"/>
          </a:xfrm>
          <a:prstGeom prst="rect">
            <a:avLst/>
          </a:prstGeom>
          <a:noFill/>
        </p:spPr>
        <p:txBody>
          <a:bodyPr wrap="square">
            <a:spAutoFit/>
          </a:bodyPr>
          <a:lstStyle/>
          <a:p>
            <a:pPr algn="l"/>
            <a:r>
              <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管理</a:t>
            </a:r>
            <a:r>
              <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要求</a:t>
            </a:r>
            <a:endPar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endParaRPr>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385" y="1656809"/>
            <a:ext cx="10610837" cy="422083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二级仓库物资管理应严格遵循本规定的相关要求。</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各二级仓库库存物资须集中存储，实物存放位置以房间、区域为单位在WMS系统中作为货位管理。</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各中心（部门）设立二级仓库需通过OA系统提交二级仓库子库存创建申请，生产中心的生产科室以科室+线路的原则设置二级仓库，</a:t>
            </a:r>
            <a:r>
              <a:rPr sz="1600" dirty="0">
                <a:solidFill>
                  <a:srgbClr val="FF0000"/>
                </a:solidFill>
                <a:latin typeface="方正兰亭黑简体" panose="02000500000000000000" pitchFamily="2" charset="-122"/>
                <a:ea typeface="方正兰亭黑简体" panose="02000500000000000000" pitchFamily="2" charset="-122"/>
                <a:cs typeface="方正兰亭黑简体" panose="02000500000000000000" pitchFamily="2" charset="-122"/>
              </a:rPr>
              <a:t>单线路、单科室二级仓库房间数量不超过4个</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物资管理系统中二级库分类代码设定规则为：XX（线路代码，两位）XXXX（科室拼音简写代码，四位）XX（子库存顺序编号，两位）XXX（货位顺序代码，三位），例：“01CLYS01001”表示1号线车辆一室第一个二级仓库第一个存储货位。</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二级仓库存放物资种类原则上为备品备件、生产性耗材，也可根据运营生产需要，存放抢险、演练、防汛、防寒等专项物资及本中心（部门）废旧物资，但须分开存储并有明显标识可辨识。</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5.</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为便于物资存储管理，二级仓库必须是独立房间、区域，不能与设备间、办公用房混用；同时按需配置存储货架、物料盒等存储设施。</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6.</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为确保物资存储安全，二级仓库需配备消防设施；二级仓库钥匙须由专人管理；外来仓库人员一律进行登记，及时做好库房钥匙交接登记管理，以便库区出入人员可追溯。</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694056" y="1056005"/>
            <a:ext cx="2573164" cy="405015"/>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（一）基本</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要求</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690" y="1637665"/>
            <a:ext cx="10610850" cy="45535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二级仓库库存物资须通过设备智能维修系统（简称“CIMS系统”）进行工作单领料申请后方能领用，二级仓库物资员负责依据领料申请配合发料。</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非维修类型的物资领料由物资员通过WMS系统填报领料申请单进行非工单领料，提交领料申请时需在备注中明确作业内容和作业时间；二级仓库物资员负责依据领料申请配合发料，并在执行发料时，核实领料申请单所对应作业内容和作业时间。</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库存物资须根据生产运营的实际情况进行消耗，发放的维修作业后余料需退回二级仓库的，由工班物资员负责通过系统退料平台，根据单号选择需要退库的物资，确认无误后提交审批；二级仓库物资员负责根据退库信息确认物资性能、规格型号及数量无误后完成退料。</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计划修作业需在作业前根据已报批的检修计划按要求提交领料申请单并完成领料，故障修原则上需在进行检修作业同时完成系统领料操作，最迟在作业后 2 个工作日内完成系统领料操作。</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5.</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各中心应对非工作单领料进行严格把控，提高领料计划准确性。</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694056" y="1056005"/>
            <a:ext cx="2573164" cy="405015"/>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二）物资发放</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管理</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690" y="1628140"/>
            <a:ext cx="10610850" cy="45535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公司二级仓库间借用应填报《物资借用申请表（二级仓库间）》（见附录A），填写相关借用信息，经审批后办理借用，借用单号为：JY+年月日+两位数流水号（例JY2023110101）。</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委外单位或供应商借用需填报“物资借用申请表（委外单位或供应商）”（见附录B），借用物资价值20000元以下的经物资所属中心（部门）负责人审批同意后方可借用；借用物资价值20000元以上的需经物资所属中心（部门）分管领导审批同意后方可借用。</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各中心（部门）须根据借用申请表建立电子版“库存物资借用台账”（见附录C），做好物资借用及归还登记管理，确保借用台账和借用单据的完整性、借用物资的可追溯性。</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各中心（部门）须做好借用物资的归还跟踪管理，同时制定相应管理制度，明确借用管理要求，确保借用物资的及时归还。</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694056" y="1056005"/>
            <a:ext cx="2573164" cy="405015"/>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（三）物资</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借用管理</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690" y="1628140"/>
            <a:ext cx="10610850" cy="45535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货位以WMS系统显示的存储房间、区域为准，系统货位须与实际位置保持一致；二级库货位须粘贴标签，二级库货位编码为物资管理系统货位号；货位标签粘贴于单扇门中轴线距地面1.6M处，有多个货位标签的，标签需间隔5cm，避免错误扫码。</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为了确保库存物资可辨识，须粘贴物料标签（见附录E）。存放于货架上的物资，物料标签粘贴在货架横梁上，货架横梁无法满足粘贴需求的，需粘贴在实物或外包装表面；存放在地面上的物资，物料标签可以粘贴在实物、外包装表面或其他明显位置；存储于存放柜的物资，物料标签粘贴于存放柜背板上；存放于二级库的短编码物资，因已粘贴资产标签，不再粘贴物料标签。</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3.</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库存物资摆放原则上应按物资类型和子专业划分存储区域、分类摆放，并在靠近人行通道一侧的货架需粘贴类别或子专业名称标识，通用类物资粘贴通用物资标识，标识需用过塑的A4纸打印；二级仓库可设立废旧物资暂存区，但须有明显标识便于区分。</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4.</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库存生产性化学品须按照公司《生产性化学品安全管理规定》相关要求存放，明确存放生产性化学品的种类、数量及存放禁忌，禁忌物料不得同点贮存；搬运时注意轻拿轻放，严防震动、摩擦、撞击和倒置。</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694056" y="1056005"/>
            <a:ext cx="2573164" cy="405015"/>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四）存储管理</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要求</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690" y="1628140"/>
            <a:ext cx="10610850" cy="45535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5.</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二级仓库货位涉及货位变更的，须在2个工作日内完成系统货位更新。</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6.</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各中心（部门）须按需做好库存物资的定期保养维护，自行建立相应台账并明确责任人以便追溯。</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二、管理</a:t>
            </a:r>
            <a:r>
              <a:rPr lang="zh-CN" altLang="en-US" dirty="0"/>
              <a:t>要求</a:t>
            </a:r>
            <a:endParaRPr lang="zh-CN" altLang="en-US" dirty="0"/>
          </a:p>
        </p:txBody>
      </p:sp>
      <p:sp>
        <p:nvSpPr>
          <p:cNvPr id="80" name="矩形 79"/>
          <p:cNvSpPr/>
          <p:nvPr>
            <p:custDataLst>
              <p:tags r:id="rId1"/>
            </p:custDataLst>
          </p:nvPr>
        </p:nvSpPr>
        <p:spPr>
          <a:xfrm>
            <a:off x="694690" y="1628140"/>
            <a:ext cx="10610850" cy="45535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1.</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公司每年将组织二级仓库进行双月盘点和年末盘点，盘点范围为全盘，物资管理部负责通过WMS系统下达盘点任务，各中心（部门）须在4个工作日内完成盘点，盘点结束后3个工作日内完成问题整改并以中心（部门）为单位上报加盖中心（部门）公章的盘点报告（见附录D）至物资管理部。</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a:p>
            <a:pPr algn="l">
              <a:lnSpc>
                <a:spcPct val="150000"/>
              </a:lnSpc>
              <a:spcBef>
                <a:spcPct val="0"/>
              </a:spcBef>
              <a:spcAft>
                <a:spcPct val="0"/>
              </a:spcAft>
            </a:pPr>
            <a:r>
              <a:rPr lang="en-US"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2.</a:t>
            </a:r>
            <a:r>
              <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rPr>
              <a:t>各中心（部门）可根据管理需要，自行组织所属二级仓库进行库存盘点，盘点记录需留存归档，以便备查。对盘点中发现的超过有效期或长期积压不用的库存物资要及时上报中心（部门），避免库存呆滞。</a:t>
            </a:r>
            <a:endParaRPr sz="1600" dirty="0">
              <a:solidFill>
                <a:srgbClr val="000000">
                  <a:lumMod val="85000"/>
                  <a:lumOff val="15000"/>
                </a:srgbClr>
              </a:solidFill>
              <a:latin typeface="方正兰亭黑简体" panose="02000500000000000000" pitchFamily="2" charset="-122"/>
              <a:ea typeface="方正兰亭黑简体" panose="02000500000000000000" pitchFamily="2" charset="-122"/>
              <a:cs typeface="方正兰亭黑简体" panose="02000500000000000000" pitchFamily="2" charset="-122"/>
            </a:endParaRPr>
          </a:p>
        </p:txBody>
      </p:sp>
      <p:sp>
        <p:nvSpPr>
          <p:cNvPr id="81" name="矩形 80"/>
          <p:cNvSpPr/>
          <p:nvPr>
            <p:custDataLst>
              <p:tags r:id="rId2"/>
            </p:custDataLst>
          </p:nvPr>
        </p:nvSpPr>
        <p:spPr>
          <a:xfrm>
            <a:off x="694056" y="1056005"/>
            <a:ext cx="2573164" cy="405015"/>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（五）库存盘点</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管理</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14481" y="2993836"/>
            <a:ext cx="1293944" cy="1198880"/>
          </a:xfrm>
          <a:prstGeom prst="rect">
            <a:avLst/>
          </a:prstGeom>
          <a:noFill/>
        </p:spPr>
        <p:txBody>
          <a:bodyPr wrap="square" rtlCol="0">
            <a:spAutoFit/>
          </a:bodyPr>
          <a:lstStyle/>
          <a:p>
            <a:pPr algn="ctr"/>
            <a:r>
              <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rPr>
              <a:t>三</a:t>
            </a:r>
            <a:endParaRPr lang="zh-CN" altLang="en-US" sz="7200" b="1" dirty="0">
              <a:solidFill>
                <a:srgbClr val="006CFF"/>
              </a:solidFill>
              <a:effectLst>
                <a:outerShdw blurRad="25400" dist="25400" dir="2700000" algn="tl">
                  <a:srgbClr val="000000">
                    <a:alpha val="25000"/>
                  </a:srgbClr>
                </a:outerShdw>
              </a:effectLst>
              <a:latin typeface="方正正中黑简体" panose="02000500000000000000" pitchFamily="2" charset="-122"/>
              <a:ea typeface="方正正中黑简体" panose="02000500000000000000" pitchFamily="2" charset="-122"/>
              <a:cs typeface="Aparajita" panose="020B0604020202020204" pitchFamily="34" charset="0"/>
            </a:endParaRPr>
          </a:p>
        </p:txBody>
      </p:sp>
      <p:sp>
        <p:nvSpPr>
          <p:cNvPr id="3" name="文本框 2"/>
          <p:cNvSpPr txBox="1"/>
          <p:nvPr/>
        </p:nvSpPr>
        <p:spPr>
          <a:xfrm>
            <a:off x="2409372" y="3018155"/>
            <a:ext cx="4180114" cy="768350"/>
          </a:xfrm>
          <a:prstGeom prst="rect">
            <a:avLst/>
          </a:prstGeom>
          <a:noFill/>
        </p:spPr>
        <p:txBody>
          <a:bodyPr wrap="square">
            <a:spAutoFit/>
          </a:bodyPr>
          <a:lstStyle/>
          <a:p>
            <a:pPr algn="l"/>
            <a:r>
              <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rPr>
              <a:t>附件</a:t>
            </a:r>
            <a:endParaRPr lang="zh-CN" altLang="en-US" sz="4400" noProof="0" dirty="0">
              <a:ln>
                <a:noFill/>
              </a:ln>
              <a:solidFill>
                <a:schemeClr val="tx1">
                  <a:lumMod val="65000"/>
                  <a:lumOff val="35000"/>
                </a:schemeClr>
              </a:solidFill>
              <a:effectLst/>
              <a:uLnTx/>
              <a:uFillTx/>
              <a:latin typeface="方正兰亭粗黑简体" panose="02000500000000000000" pitchFamily="2" charset="-122"/>
              <a:ea typeface="方正兰亭粗黑简体" panose="02000500000000000000" pitchFamily="2" charset="-122"/>
              <a:cs typeface="方正兰亭黑简体" panose="02000500000000000000" pitchFamily="2" charset="-122"/>
              <a:sym typeface="+mn-ea"/>
            </a:endParaRP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sym typeface="+mn-ea"/>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sym typeface="+mn-ea"/>
              </a:rPr>
              <a:t>A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物资借用申请表（二级仓库间）</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7" name="图片 6"/>
          <p:cNvPicPr>
            <a:picLocks noChangeAspect="1"/>
          </p:cNvPicPr>
          <p:nvPr/>
        </p:nvPicPr>
        <p:blipFill>
          <a:blip r:embed="rId2"/>
          <a:stretch>
            <a:fillRect/>
          </a:stretch>
        </p:blipFill>
        <p:spPr>
          <a:xfrm>
            <a:off x="1078230" y="1533525"/>
            <a:ext cx="10449560" cy="4434205"/>
          </a:xfrm>
          <a:prstGeom prst="rect">
            <a:avLst/>
          </a:prstGeom>
        </p:spPr>
      </p:pic>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sym typeface="+mn-ea"/>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sym typeface="+mn-ea"/>
              </a:rPr>
              <a:t>B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物资借用申请表（委外单位或供应商）</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8" name="图片 7"/>
          <p:cNvPicPr>
            <a:picLocks noChangeAspect="1"/>
          </p:cNvPicPr>
          <p:nvPr/>
        </p:nvPicPr>
        <p:blipFill>
          <a:blip r:embed="rId2"/>
          <a:stretch>
            <a:fillRect/>
          </a:stretch>
        </p:blipFill>
        <p:spPr>
          <a:xfrm>
            <a:off x="3404870" y="1548130"/>
            <a:ext cx="4927600" cy="4730750"/>
          </a:xfrm>
          <a:prstGeom prst="rect">
            <a:avLst/>
          </a:prstGeom>
        </p:spPr>
      </p:pic>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附录C</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库存物资借用台账</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3" name="图片 2"/>
          <p:cNvPicPr>
            <a:picLocks noChangeAspect="1"/>
          </p:cNvPicPr>
          <p:nvPr/>
        </p:nvPicPr>
        <p:blipFill>
          <a:blip r:embed="rId2"/>
          <a:stretch>
            <a:fillRect/>
          </a:stretch>
        </p:blipFill>
        <p:spPr>
          <a:xfrm>
            <a:off x="1586230" y="1699260"/>
            <a:ext cx="8929370" cy="3425190"/>
          </a:xfrm>
          <a:prstGeom prst="rect">
            <a:avLst/>
          </a:prstGeom>
        </p:spPr>
      </p:pic>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D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盘点</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报告</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6" name="图片 5"/>
          <p:cNvPicPr>
            <a:picLocks noChangeAspect="1"/>
          </p:cNvPicPr>
          <p:nvPr/>
        </p:nvPicPr>
        <p:blipFill>
          <a:blip r:embed="rId2"/>
          <a:stretch>
            <a:fillRect/>
          </a:stretch>
        </p:blipFill>
        <p:spPr>
          <a:xfrm>
            <a:off x="810260" y="1527175"/>
            <a:ext cx="5056505" cy="4765675"/>
          </a:xfrm>
          <a:prstGeom prst="rect">
            <a:avLst/>
          </a:prstGeom>
        </p:spPr>
      </p:pic>
      <p:pic>
        <p:nvPicPr>
          <p:cNvPr id="7" name="图片 6"/>
          <p:cNvPicPr>
            <a:picLocks noChangeAspect="1"/>
          </p:cNvPicPr>
          <p:nvPr/>
        </p:nvPicPr>
        <p:blipFill>
          <a:blip r:embed="rId3"/>
          <a:stretch>
            <a:fillRect/>
          </a:stretch>
        </p:blipFill>
        <p:spPr>
          <a:xfrm>
            <a:off x="6276975" y="1527175"/>
            <a:ext cx="5051425" cy="4766310"/>
          </a:xfrm>
          <a:prstGeom prst="rect">
            <a:avLst/>
          </a:prstGeom>
        </p:spPr>
      </p:pic>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D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盘点</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报告</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3" name="图片 2"/>
          <p:cNvPicPr>
            <a:picLocks noChangeAspect="1"/>
          </p:cNvPicPr>
          <p:nvPr/>
        </p:nvPicPr>
        <p:blipFill>
          <a:blip r:embed="rId2"/>
          <a:stretch>
            <a:fillRect/>
          </a:stretch>
        </p:blipFill>
        <p:spPr>
          <a:xfrm>
            <a:off x="810895" y="1517650"/>
            <a:ext cx="10688955" cy="4805680"/>
          </a:xfrm>
          <a:prstGeom prst="rect">
            <a:avLst/>
          </a:prstGeom>
        </p:spPr>
      </p:pic>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D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盘点</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报告</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4" name="图片 3"/>
          <p:cNvPicPr>
            <a:picLocks noChangeAspect="1"/>
          </p:cNvPicPr>
          <p:nvPr/>
        </p:nvPicPr>
        <p:blipFill>
          <a:blip r:embed="rId2"/>
          <a:stretch>
            <a:fillRect/>
          </a:stretch>
        </p:blipFill>
        <p:spPr>
          <a:xfrm>
            <a:off x="897890" y="1578610"/>
            <a:ext cx="10456545" cy="4507865"/>
          </a:xfrm>
          <a:prstGeom prst="rect">
            <a:avLst/>
          </a:prstGeom>
        </p:spPr>
      </p:pic>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D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盘点</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报告</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pic>
        <p:nvPicPr>
          <p:cNvPr id="3" name="图片 2"/>
          <p:cNvPicPr>
            <a:picLocks noChangeAspect="1"/>
          </p:cNvPicPr>
          <p:nvPr/>
        </p:nvPicPr>
        <p:blipFill>
          <a:blip r:embed="rId2"/>
          <a:stretch>
            <a:fillRect/>
          </a:stretch>
        </p:blipFill>
        <p:spPr>
          <a:xfrm>
            <a:off x="810895" y="1504950"/>
            <a:ext cx="10765790" cy="4656455"/>
          </a:xfrm>
          <a:prstGeom prst="rect">
            <a:avLst/>
          </a:prstGeom>
        </p:spPr>
      </p:pic>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418" y="263615"/>
            <a:ext cx="6852731" cy="521970"/>
          </a:xfrm>
        </p:spPr>
        <p:txBody>
          <a:bodyPr/>
          <a:lstStyle/>
          <a:p>
            <a:r>
              <a:rPr lang="zh-CN" altLang="en-US" dirty="0"/>
              <a:t>三、</a:t>
            </a:r>
            <a:r>
              <a:rPr lang="zh-CN" altLang="en-US" dirty="0"/>
              <a:t>附件</a:t>
            </a:r>
            <a:endParaRPr lang="zh-CN" altLang="en-US" dirty="0"/>
          </a:p>
        </p:txBody>
      </p:sp>
      <p:sp>
        <p:nvSpPr>
          <p:cNvPr id="81" name="矩形 80"/>
          <p:cNvSpPr/>
          <p:nvPr>
            <p:custDataLst>
              <p:tags r:id="rId1"/>
            </p:custDataLst>
          </p:nvPr>
        </p:nvSpPr>
        <p:spPr>
          <a:xfrm>
            <a:off x="810260" y="1056005"/>
            <a:ext cx="5370830" cy="389890"/>
          </a:xfrm>
          <a:prstGeom prst="rect">
            <a:avLst/>
          </a:prstGeom>
          <a:noFill/>
        </p:spPr>
        <p:txBody>
          <a:bodyPr wrap="square" lIns="0" tIns="0" rIns="0" bIns="0" rtlCol="0" anchor="b">
            <a:noAutofit/>
          </a:bodyPr>
          <a:lstStyle/>
          <a:p>
            <a:pPr algn="l">
              <a:spcBef>
                <a:spcPct val="0"/>
              </a:spcBef>
              <a:spcAft>
                <a:spcPct val="0"/>
              </a:spcAft>
            </a:pP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附录</a:t>
            </a:r>
            <a:r>
              <a:rPr lang="en-US" altLang="zh-CN"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E </a:t>
            </a:r>
            <a:r>
              <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rPr>
              <a:t>物料标签</a:t>
            </a:r>
            <a:endParaRPr lang="zh-CN" altLang="en-US" sz="2200" dirty="0">
              <a:solidFill>
                <a:srgbClr val="0B5AA7"/>
              </a:solidFill>
              <a:latin typeface="方正兰亭黑简体" panose="02000500000000000000" pitchFamily="2" charset="-122"/>
              <a:ea typeface="方正兰亭粗黑简体" panose="02000500000000000000" pitchFamily="2" charset="-122"/>
              <a:cs typeface="方正兰亭黑简体" panose="02000500000000000000" pitchFamily="2" charset="-122"/>
            </a:endParaRPr>
          </a:p>
        </p:txBody>
      </p:sp>
      <p:graphicFrame>
        <p:nvGraphicFramePr>
          <p:cNvPr id="4" name="表格 3"/>
          <p:cNvGraphicFramePr/>
          <p:nvPr>
            <p:custDataLst>
              <p:tags r:id="rId2"/>
            </p:custDataLst>
          </p:nvPr>
        </p:nvGraphicFramePr>
        <p:xfrm>
          <a:off x="2930525" y="1819910"/>
          <a:ext cx="5814695" cy="3269615"/>
        </p:xfrm>
        <a:graphic>
          <a:graphicData uri="http://schemas.openxmlformats.org/drawingml/2006/table">
            <a:tbl>
              <a:tblPr/>
              <a:tblGrid>
                <a:gridCol w="1428115"/>
                <a:gridCol w="1367790"/>
                <a:gridCol w="1366520"/>
                <a:gridCol w="1652270"/>
              </a:tblGrid>
              <a:tr h="563880">
                <a:tc gridSpan="4">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物资信息标签</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69900">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库存组织：</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物资编码：</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0215">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物资名称：</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51485">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采购单号：</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4">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（二维码）</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1485">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来源类型：</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469900">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品牌型号：</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412750">
                <a:tc>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初验时间：</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p>
                      <a:pPr indent="0" algn="ctr">
                        <a:buNone/>
                      </a:pPr>
                      <a:r>
                        <a:rPr lang="en-US" sz="1000" b="1">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10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bl>
          </a:graphicData>
        </a:graphic>
      </p:graphicFrame>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总结与回顾</a:t>
            </a:r>
            <a:endParaRPr lang="zh-CN" altLang="en-US" dirty="0"/>
          </a:p>
        </p:txBody>
      </p:sp>
      <p:grpSp>
        <p:nvGrpSpPr>
          <p:cNvPr id="15" name="组合 14"/>
          <p:cNvGrpSpPr/>
          <p:nvPr/>
        </p:nvGrpSpPr>
        <p:grpSpPr>
          <a:xfrm>
            <a:off x="1781696" y="1973007"/>
            <a:ext cx="8444874" cy="2946809"/>
            <a:chOff x="2073796" y="1973007"/>
            <a:chExt cx="8444874" cy="2946809"/>
          </a:xfrm>
        </p:grpSpPr>
        <p:grpSp>
          <p:nvGrpSpPr>
            <p:cNvPr id="2" name="组合 1"/>
            <p:cNvGrpSpPr/>
            <p:nvPr/>
          </p:nvGrpSpPr>
          <p:grpSpPr>
            <a:xfrm>
              <a:off x="2073796" y="1973007"/>
              <a:ext cx="7583710" cy="962696"/>
              <a:chOff x="2111896" y="1857409"/>
              <a:chExt cx="7583710" cy="962696"/>
            </a:xfrm>
          </p:grpSpPr>
          <p:grpSp>
            <p:nvGrpSpPr>
              <p:cNvPr id="3" name="组合 2"/>
              <p:cNvGrpSpPr/>
              <p:nvPr/>
            </p:nvGrpSpPr>
            <p:grpSpPr>
              <a:xfrm>
                <a:off x="2150254" y="1857409"/>
                <a:ext cx="2808312" cy="492713"/>
                <a:chOff x="2150254" y="1857409"/>
                <a:chExt cx="2808312" cy="492713"/>
              </a:xfrm>
            </p:grpSpPr>
            <p:sp>
              <p:nvSpPr>
                <p:cNvPr id="6" name="矩形 5"/>
                <p:cNvSpPr/>
                <p:nvPr/>
              </p:nvSpPr>
              <p:spPr>
                <a:xfrm>
                  <a:off x="2150254" y="1857409"/>
                  <a:ext cx="2808312" cy="492713"/>
                </a:xfrm>
                <a:prstGeom prst="rect">
                  <a:avLst/>
                </a:prstGeom>
                <a:gradFill>
                  <a:gsLst>
                    <a:gs pos="24000">
                      <a:srgbClr val="2553E7"/>
                    </a:gs>
                    <a:gs pos="100000">
                      <a:srgbClr val="2152E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206774" y="1903710"/>
                  <a:ext cx="2216760" cy="400110"/>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defRPr/>
                  </a:pPr>
                  <a:r>
                    <a:rPr lang="zh-CN" altLang="en-US" sz="2000" dirty="0">
                      <a:solidFill>
                        <a:schemeClr val="bg1"/>
                      </a:solidFill>
                      <a:latin typeface="+mj-ea"/>
                      <a:ea typeface="+mj-ea"/>
                      <a:cs typeface="阿里巴巴普惠体" panose="00020600040101010101" pitchFamily="18" charset="-122"/>
                    </a:rPr>
                    <a:t>培训总结</a:t>
                  </a:r>
                  <a:endParaRPr kumimoji="0" lang="en-US" altLang="zh-CN"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endParaRPr>
                </a:p>
              </p:txBody>
            </p:sp>
          </p:grpSp>
          <p:sp>
            <p:nvSpPr>
              <p:cNvPr id="5" name="文本框 4"/>
              <p:cNvSpPr txBox="1"/>
              <p:nvPr/>
            </p:nvSpPr>
            <p:spPr>
              <a:xfrm>
                <a:off x="2111896" y="2451805"/>
                <a:ext cx="7583710" cy="368300"/>
              </a:xfrm>
              <a:prstGeom prst="rect">
                <a:avLst/>
              </a:prstGeom>
              <a:noFill/>
            </p:spPr>
            <p:txBody>
              <a:bodyPr wrap="square">
                <a:spAutoFit/>
              </a:bodyPr>
              <a:lstStyle/>
              <a:p>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本次培训主要对修订后</a:t>
                </a:r>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的二级仓库管理</a:t>
                </a:r>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规定进行了</a:t>
                </a:r>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讲解。</a:t>
                </a:r>
                <a:endPar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endParaRPr>
              </a:p>
            </p:txBody>
          </p:sp>
        </p:grpSp>
        <p:grpSp>
          <p:nvGrpSpPr>
            <p:cNvPr id="8" name="组合 7"/>
            <p:cNvGrpSpPr/>
            <p:nvPr/>
          </p:nvGrpSpPr>
          <p:grpSpPr>
            <a:xfrm>
              <a:off x="2111895" y="3602153"/>
              <a:ext cx="8406775" cy="1317663"/>
              <a:chOff x="2149995" y="1482122"/>
              <a:chExt cx="8406775" cy="1317663"/>
            </a:xfrm>
          </p:grpSpPr>
          <p:grpSp>
            <p:nvGrpSpPr>
              <p:cNvPr id="9" name="组合 8"/>
              <p:cNvGrpSpPr/>
              <p:nvPr/>
            </p:nvGrpSpPr>
            <p:grpSpPr>
              <a:xfrm>
                <a:off x="2150254" y="1482122"/>
                <a:ext cx="2808312" cy="492713"/>
                <a:chOff x="2150254" y="1482122"/>
                <a:chExt cx="2808312" cy="492713"/>
              </a:xfrm>
            </p:grpSpPr>
            <p:sp>
              <p:nvSpPr>
                <p:cNvPr id="11" name="矩形 10"/>
                <p:cNvSpPr/>
                <p:nvPr/>
              </p:nvSpPr>
              <p:spPr>
                <a:xfrm>
                  <a:off x="2150254" y="1482122"/>
                  <a:ext cx="2808312" cy="492713"/>
                </a:xfrm>
                <a:prstGeom prst="rect">
                  <a:avLst/>
                </a:prstGeom>
                <a:gradFill>
                  <a:gsLst>
                    <a:gs pos="24000">
                      <a:srgbClr val="2553E7"/>
                    </a:gs>
                    <a:gs pos="100000">
                      <a:srgbClr val="2152E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206774" y="1536697"/>
                  <a:ext cx="2216760" cy="400110"/>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rPr>
                    <a:t>培训回顾</a:t>
                  </a:r>
                  <a:endParaRPr kumimoji="0" lang="zh-CN" altLang="en-US" sz="2000" i="0" u="none" strike="noStrike" kern="1200" cap="none" spc="0" normalizeH="0" baseline="0" noProof="0" dirty="0">
                    <a:ln>
                      <a:noFill/>
                    </a:ln>
                    <a:solidFill>
                      <a:schemeClr val="bg1"/>
                    </a:solidFill>
                    <a:effectLst/>
                    <a:uLnTx/>
                    <a:uFillTx/>
                    <a:latin typeface="+mj-ea"/>
                    <a:ea typeface="+mj-ea"/>
                    <a:cs typeface="阿里巴巴普惠体" panose="00020600040101010101" pitchFamily="18" charset="-122"/>
                  </a:endParaRPr>
                </a:p>
              </p:txBody>
            </p:sp>
          </p:grpSp>
          <p:sp>
            <p:nvSpPr>
              <p:cNvPr id="10" name="文本框 9"/>
              <p:cNvSpPr txBox="1"/>
              <p:nvPr/>
            </p:nvSpPr>
            <p:spPr>
              <a:xfrm>
                <a:off x="2149995" y="2154625"/>
                <a:ext cx="8406775" cy="645160"/>
              </a:xfrm>
              <a:prstGeom prst="rect">
                <a:avLst/>
              </a:prstGeom>
              <a:noFill/>
            </p:spPr>
            <p:txBody>
              <a:bodyPr wrap="square">
                <a:spAutoFit/>
              </a:bodyPr>
              <a:lstStyle/>
              <a:p>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二级仓库管理主要从基本要求、物资发放、物资借用、物资存储和库存盘点</a:t>
                </a:r>
                <a:r>
                  <a:rPr lang="en-US" altLang="zh-CN"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5</a:t>
                </a:r>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个方面列明了各项管理</a:t>
                </a:r>
                <a:r>
                  <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rPr>
                  <a:t>要求。</a:t>
                </a:r>
                <a:endParaRPr lang="zh-CN" altLang="en-US" sz="1800" dirty="0">
                  <a:solidFill>
                    <a:schemeClr val="tx1">
                      <a:lumMod val="50000"/>
                    </a:schemeClr>
                  </a:solidFill>
                  <a:latin typeface="方正兰亭黑简体" panose="02000500000000000000" pitchFamily="2" charset="-122"/>
                  <a:ea typeface="方正兰亭黑简体" panose="02000500000000000000" pitchFamily="2" charset="-122"/>
                  <a:cs typeface="Times New Roman" panose="02020603050405020304" pitchFamily="18" charset="0"/>
                </a:endParaRPr>
              </a:p>
            </p:txBody>
          </p:sp>
        </p:grpSp>
      </p:gr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advClick="0"/>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4.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5.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6.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7.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8.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9.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0.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1.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2.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3.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4.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5.xml><?xml version="1.0" encoding="utf-8"?>
<p:tagLst xmlns:p="http://schemas.openxmlformats.org/presentationml/2006/main">
  <p:tag name="KSO_WM_DIAGRAM_VIRTUALLY_FRAME" val="{&quot;height&quot;:329.13566929133856,&quot;left&quot;:439.25307086614174,&quot;top&quot;:108.75362204724408,&quot;width&quot;:472.40102362204726}"/>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3.50111083984376,&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3.50111083984376,&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2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2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
  <p:tag name="KSO_WM_UNIT_TEXT_FILL_FORE_SCHEMECOLOR_INDEX" val="1"/>
  <p:tag name="KSO_WM_UNIT_TEXT_FILL_TYPE" val="1"/>
  <p:tag name="KSO_WM_DIAGRAM_USE_COLOR_VALUE" val="{&quot;color_scheme&quot;:1,&quot;color_type&quot;:1,&quot;theme_color_indexes&quot;:[]}"/>
</p:tagLst>
</file>

<file path=ppt/tags/tag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16.53216959315023,&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54.525039370078744,&quot;top&quot;:79.21783040684977,&quot;width&quot;:851.10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此处添加标题"/>
  <p:tag name="KSO_WM_UNIT_TEXT_FILL_FORE_SCHEMECOLOR_INDEX" val="1"/>
  <p:tag name="KSO_WM_UNIT_TEXT_FILL_TYPE" val="1"/>
  <p:tag name="KSO_WM_DIAGRAM_USE_COLOR_VALUE" val="{&quot;color_scheme&quot;:1,&quot;color_type&quot;:1,&quot;theme_color_indexes&quot;:[]}"/>
</p:tagLst>
</file>

<file path=ppt/tags/tag39.xml><?xml version="1.0" encoding="utf-8"?>
<p:tagLst xmlns:p="http://schemas.openxmlformats.org/presentationml/2006/main">
  <p:tag name="TABLE_ENDDRAG_ORIGIN_RECT" val="457*257"/>
  <p:tag name="TABLE_ENDDRAG_RECT" val="230*143*457*257"/>
</p:tagLst>
</file>

<file path=ppt/tags/tag40.xml><?xml version="1.0" encoding="utf-8"?>
<p:tagLst xmlns:p="http://schemas.openxmlformats.org/presentationml/2006/main">
  <p:tag name="FULLTEXTBEAUTIFYED" val="1"/>
  <p:tag name="KSO_WPP_MARK_KEY" val="88e2e37e-da8c-44ac-92c1-d636f49f1e1f"/>
  <p:tag name="RESOURCE_RECORD_KEY" val="{&quot;13&quot;:[19971666],&quot;70&quot;:[3318471],&quot;71&quot;:[76235679916]}"/>
  <p:tag name="COMMONDATA" val="eyJoZGlkIjoiOWFkZDEwNzA5YTEyZDA5MzBkODZkZDk3ZGZhYjQ0NjgifQ=="/>
  <p:tag name="commondata" val="eyJoZGlkIjoiYzQyNjdhYjdmZmZjZWVkYjdmZDY0YTUxMWVkYTQ2ZjEifQ=="/>
</p:tagLst>
</file>

<file path=ppt/theme/theme1.xml><?xml version="1.0" encoding="utf-8"?>
<a:theme xmlns:a="http://schemas.openxmlformats.org/drawingml/2006/main" name="Office 主题">
  <a:themeElements>
    <a:clrScheme name="">
      <a:dk1>
        <a:srgbClr val="000000"/>
      </a:dk1>
      <a:lt1>
        <a:srgbClr val="FFFFFF"/>
      </a:lt1>
      <a:dk2>
        <a:srgbClr val="102538"/>
      </a:dk2>
      <a:lt2>
        <a:srgbClr val="EDF3F9"/>
      </a:lt2>
      <a:accent1>
        <a:srgbClr val="25517D"/>
      </a:accent1>
      <a:accent2>
        <a:srgbClr val="43759B"/>
      </a:accent2>
      <a:accent3>
        <a:srgbClr val="85B4CF"/>
      </a:accent3>
      <a:accent4>
        <a:srgbClr val="ED8945"/>
      </a:accent4>
      <a:accent5>
        <a:srgbClr val="DE9391"/>
      </a:accent5>
      <a:accent6>
        <a:srgbClr val="735977"/>
      </a:accent6>
      <a:hlink>
        <a:srgbClr val="5FCBFB"/>
      </a:hlink>
      <a:folHlink>
        <a:srgbClr val="B759BC"/>
      </a:folHlink>
    </a:clrScheme>
    <a:fontScheme name="Temp">
      <a:majorFont>
        <a:latin typeface="方正兰亭黑简体"/>
        <a:ea typeface="方正兰亭粗黑简体"/>
        <a:cs typeface=""/>
      </a:majorFont>
      <a:minorFont>
        <a:latin typeface="方正兰亭黑简体"/>
        <a:ea typeface="方正兰亭粗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87738" tIns="43868" rIns="87738" bIns="43868" rtlCol="0">
        <a:spAutoFit/>
      </a:bodyPr>
      <a:lstStyle>
        <a:defPPr algn="ctr" defTabSz="1218565">
          <a:lnSpc>
            <a:spcPct val="150000"/>
          </a:lnSpc>
          <a:spcBef>
            <a:spcPct val="0"/>
          </a:spcBef>
          <a:defRPr lang="zh-CN" altLang="en-US" sz="2400" b="1" dirty="0">
            <a:solidFill>
              <a:srgbClr val="FF0000"/>
            </a:solidFill>
            <a:latin typeface="微软雅黑" panose="020B0503020204020204" charset="-122"/>
            <a:ea typeface="微软雅黑" panose="020B0503020204020204" charset="-122"/>
            <a:sym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兰亭黑简体"/>
        <a:font script="Hebr" typeface="方正兰亭黑简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兰亭黑简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兰亭黑简体"/>
        <a:font script="Hebr" typeface="方正兰亭黑简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兰亭黑简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3066</Words>
  <Application>WPS 演示</Application>
  <PresentationFormat>宽屏</PresentationFormat>
  <Paragraphs>237</Paragraphs>
  <Slides>25</Slides>
  <Notes>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宋体</vt:lpstr>
      <vt:lpstr>Wingdings</vt:lpstr>
      <vt:lpstr>微软雅黑</vt:lpstr>
      <vt:lpstr>方正兰亭黑简体</vt:lpstr>
      <vt:lpstr>方正兰亭粗黑简体</vt:lpstr>
      <vt:lpstr>方正正粗黑简体</vt:lpstr>
      <vt:lpstr>黑体</vt:lpstr>
      <vt:lpstr>方正正中黑简体</vt:lpstr>
      <vt:lpstr>方正字迹-吕建德行楷简体</vt:lpstr>
      <vt:lpstr>Aparajita</vt:lpstr>
      <vt:lpstr>Arial Unicode MS</vt:lpstr>
      <vt:lpstr>阿里巴巴普惠体</vt:lpstr>
      <vt:lpstr>Times New Roman</vt:lpstr>
      <vt:lpstr>Nirmala UI</vt:lpstr>
      <vt:lpstr>Office 主题</vt:lpstr>
      <vt:lpstr>PowerPoint 演示文稿</vt:lpstr>
      <vt:lpstr>教学目标</vt:lpstr>
      <vt:lpstr>编制依据</vt:lpstr>
      <vt:lpstr>PowerPoint 演示文稿</vt:lpstr>
      <vt:lpstr>PowerPoint 演示文稿</vt:lpstr>
      <vt:lpstr>一、管理职责</vt:lpstr>
      <vt:lpstr>一、管理职责</vt:lpstr>
      <vt:lpstr>PowerPoint 演示文稿</vt:lpstr>
      <vt:lpstr>二、管理要求</vt:lpstr>
      <vt:lpstr>二、管理要求</vt:lpstr>
      <vt:lpstr>二、管理要求</vt:lpstr>
      <vt:lpstr>二、管理要求</vt:lpstr>
      <vt:lpstr>二、管理要求</vt:lpstr>
      <vt:lpstr>二、管理要求</vt:lpstr>
      <vt:lpstr>PowerPoint 演示文稿</vt:lpstr>
      <vt:lpstr>三、附件</vt:lpstr>
      <vt:lpstr>三、附件</vt:lpstr>
      <vt:lpstr>三、附件</vt:lpstr>
      <vt:lpstr>三、附件</vt:lpstr>
      <vt:lpstr>三、附件</vt:lpstr>
      <vt:lpstr>三、附件</vt:lpstr>
      <vt:lpstr>三、附件</vt:lpstr>
      <vt:lpstr>三、附件</vt:lpstr>
      <vt:lpstr>总结与回顾</vt:lpstr>
      <vt:lpstr>PowerPoint 演示文稿</vt:lpstr>
    </vt:vector>
  </TitlesOfParts>
  <Company>郑州地铁</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教育培训部</dc:creator>
  <dc:description>运营分公司教育培训部PPT课程开发模板（蓝色系）</dc:description>
  <cp:lastModifiedBy>王红义</cp:lastModifiedBy>
  <cp:revision>154</cp:revision>
  <dcterms:created xsi:type="dcterms:W3CDTF">2017-04-24T11:29:00Z</dcterms:created>
  <dcterms:modified xsi:type="dcterms:W3CDTF">2026-06-09T01:40:12Z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8377477BF9BD4FE2A8892C7D50EFE5C8_12</vt:lpwstr>
  </property>
  <property fmtid="{D5CDD505-2E9C-101B-9397-08002B2CF9AE}" pid="3" name="KSOProductBuildVer">
    <vt:lpwstr>2052-12.1.0.16729</vt:lpwstr>
  </property>
</Properties>
</file>