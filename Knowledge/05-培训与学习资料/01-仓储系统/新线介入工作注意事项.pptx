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58" r:id="rId4"/>
    <p:sldMasterId id="2147483661" r:id="rId5"/>
    <p:sldMasterId id="2147483664" r:id="rId6"/>
    <p:sldMasterId id="2147483667" r:id="rId7"/>
    <p:sldMasterId id="2147483670" r:id="rId8"/>
    <p:sldMasterId id="2147483672" r:id="rId9"/>
    <p:sldMasterId id="2147483674" r:id="rId10"/>
    <p:sldMasterId id="2147483677" r:id="rId11"/>
    <p:sldMasterId id="2147483679" r:id="rId12"/>
    <p:sldMasterId id="2147483681" r:id="rId13"/>
    <p:sldMasterId id="2147483684" r:id="rId14"/>
    <p:sldMasterId id="2147483687" r:id="rId15"/>
    <p:sldMasterId id="2147483690" r:id="rId16"/>
    <p:sldMasterId id="2147483693" r:id="rId17"/>
    <p:sldMasterId id="2147483696" r:id="rId18"/>
    <p:sldMasterId id="2147483699" r:id="rId19"/>
    <p:sldMasterId id="2147483702" r:id="rId20"/>
    <p:sldMasterId id="2147483705" r:id="rId21"/>
    <p:sldMasterId id="2147483708" r:id="rId22"/>
    <p:sldMasterId id="2147483710" r:id="rId23"/>
    <p:sldMasterId id="2147483712" r:id="rId24"/>
  </p:sldMasterIdLst>
  <p:notesMasterIdLst>
    <p:notesMasterId r:id="rId26"/>
  </p:notesMasterIdLst>
  <p:handoutMasterIdLst>
    <p:handoutMasterId r:id="rId40"/>
  </p:handoutMasterIdLst>
  <p:sldIdLst>
    <p:sldId id="258" r:id="rId25"/>
    <p:sldId id="667" r:id="rId27"/>
    <p:sldId id="725" r:id="rId28"/>
    <p:sldId id="1019" r:id="rId29"/>
    <p:sldId id="994" r:id="rId30"/>
    <p:sldId id="1011" r:id="rId31"/>
    <p:sldId id="1016" r:id="rId32"/>
    <p:sldId id="1012" r:id="rId33"/>
    <p:sldId id="1018" r:id="rId34"/>
    <p:sldId id="1020" r:id="rId35"/>
    <p:sldId id="1021" r:id="rId36"/>
    <p:sldId id="1022" r:id="rId37"/>
    <p:sldId id="1023" r:id="rId38"/>
    <p:sldId id="257" r:id="rId39"/>
  </p:sldIdLst>
  <p:sldSz cx="12190095" cy="6859270"/>
  <p:notesSz cx="6805295" cy="9939020"/>
  <p:custDataLst>
    <p:tags r:id="rId44"/>
  </p:custDataLst>
  <p:defaultTextStyle>
    <a:defPPr>
      <a:defRPr lang="zh-CN"/>
    </a:defPPr>
    <a:lvl1pPr marL="0" algn="l" defTabSz="1087755" rtl="0" eaLnBrk="1" latinLnBrk="0" hangingPunct="1">
      <a:defRPr sz="2100" kern="1200">
        <a:solidFill>
          <a:schemeClr val="tx1"/>
        </a:solidFill>
        <a:latin typeface="+mn-lt"/>
        <a:ea typeface="+mn-ea"/>
        <a:cs typeface="+mn-cs"/>
      </a:defRPr>
    </a:lvl1pPr>
    <a:lvl2pPr marL="543560" algn="l" defTabSz="1087755" rtl="0" eaLnBrk="1" latinLnBrk="0" hangingPunct="1">
      <a:defRPr sz="2100" kern="1200">
        <a:solidFill>
          <a:schemeClr val="tx1"/>
        </a:solidFill>
        <a:latin typeface="+mn-lt"/>
        <a:ea typeface="+mn-ea"/>
        <a:cs typeface="+mn-cs"/>
      </a:defRPr>
    </a:lvl2pPr>
    <a:lvl3pPr marL="1087755" algn="l" defTabSz="1087755" rtl="0" eaLnBrk="1" latinLnBrk="0" hangingPunct="1">
      <a:defRPr sz="2100" kern="1200">
        <a:solidFill>
          <a:schemeClr val="tx1"/>
        </a:solidFill>
        <a:latin typeface="+mn-lt"/>
        <a:ea typeface="+mn-ea"/>
        <a:cs typeface="+mn-cs"/>
      </a:defRPr>
    </a:lvl3pPr>
    <a:lvl4pPr marL="1631315" algn="l" defTabSz="1087755" rtl="0" eaLnBrk="1" latinLnBrk="0" hangingPunct="1">
      <a:defRPr sz="2100" kern="1200">
        <a:solidFill>
          <a:schemeClr val="tx1"/>
        </a:solidFill>
        <a:latin typeface="+mn-lt"/>
        <a:ea typeface="+mn-ea"/>
        <a:cs typeface="+mn-cs"/>
      </a:defRPr>
    </a:lvl4pPr>
    <a:lvl5pPr marL="2174875" algn="l" defTabSz="1087755" rtl="0" eaLnBrk="1" latinLnBrk="0" hangingPunct="1">
      <a:defRPr sz="2100" kern="1200">
        <a:solidFill>
          <a:schemeClr val="tx1"/>
        </a:solidFill>
        <a:latin typeface="+mn-lt"/>
        <a:ea typeface="+mn-ea"/>
        <a:cs typeface="+mn-cs"/>
      </a:defRPr>
    </a:lvl5pPr>
    <a:lvl6pPr marL="2719070" algn="l" defTabSz="1087755" rtl="0" eaLnBrk="1" latinLnBrk="0" hangingPunct="1">
      <a:defRPr sz="2100" kern="1200">
        <a:solidFill>
          <a:schemeClr val="tx1"/>
        </a:solidFill>
        <a:latin typeface="+mn-lt"/>
        <a:ea typeface="+mn-ea"/>
        <a:cs typeface="+mn-cs"/>
      </a:defRPr>
    </a:lvl6pPr>
    <a:lvl7pPr marL="3262630" algn="l" defTabSz="1087755" rtl="0" eaLnBrk="1" latinLnBrk="0" hangingPunct="1">
      <a:defRPr sz="2100" kern="1200">
        <a:solidFill>
          <a:schemeClr val="tx1"/>
        </a:solidFill>
        <a:latin typeface="+mn-lt"/>
        <a:ea typeface="+mn-ea"/>
        <a:cs typeface="+mn-cs"/>
      </a:defRPr>
    </a:lvl7pPr>
    <a:lvl8pPr marL="3806190" algn="l" defTabSz="1087755" rtl="0" eaLnBrk="1" latinLnBrk="0" hangingPunct="1">
      <a:defRPr sz="2100" kern="1200">
        <a:solidFill>
          <a:schemeClr val="tx1"/>
        </a:solidFill>
        <a:latin typeface="+mn-lt"/>
        <a:ea typeface="+mn-ea"/>
        <a:cs typeface="+mn-cs"/>
      </a:defRPr>
    </a:lvl8pPr>
    <a:lvl9pPr marL="4350385" algn="l" defTabSz="1087755"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0A8D8"/>
    <a:srgbClr val="DDF0F7"/>
    <a:srgbClr val="D9F2FB"/>
    <a:srgbClr val="E0EFF4"/>
    <a:srgbClr val="006EB4"/>
    <a:srgbClr val="2962A7"/>
    <a:srgbClr val="075497"/>
    <a:srgbClr val="558ED5"/>
    <a:srgbClr val="255172"/>
    <a:srgbClr val="348CC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74" autoAdjust="0"/>
    <p:restoredTop sz="88801" autoAdjust="0"/>
  </p:normalViewPr>
  <p:slideViewPr>
    <p:cSldViewPr showGuides="1">
      <p:cViewPr varScale="1">
        <p:scale>
          <a:sx n="73" d="100"/>
          <a:sy n="73" d="100"/>
        </p:scale>
        <p:origin x="1152" y="72"/>
      </p:cViewPr>
      <p:guideLst>
        <p:guide orient="horz" pos="2160"/>
        <p:guide pos="3839"/>
      </p:guideLst>
    </p:cSldViewPr>
  </p:slideViewPr>
  <p:outlineViewPr>
    <p:cViewPr>
      <p:scale>
        <a:sx n="33" d="100"/>
        <a:sy n="33" d="100"/>
      </p:scale>
      <p:origin x="0" y="-2070"/>
    </p:cViewPr>
  </p:outlineViewPr>
  <p:notesTextViewPr>
    <p:cViewPr>
      <p:scale>
        <a:sx n="100" d="100"/>
        <a:sy n="100" d="100"/>
      </p:scale>
      <p:origin x="0" y="0"/>
    </p:cViewPr>
  </p:notesTextViewPr>
  <p:sorterViewPr>
    <p:cViewPr>
      <p:scale>
        <a:sx n="150" d="100"/>
        <a:sy n="150" d="100"/>
      </p:scale>
      <p:origin x="0" y="-4686"/>
    </p:cViewPr>
  </p:sorterViewPr>
  <p:notesViewPr>
    <p:cSldViewPr>
      <p:cViewPr varScale="1">
        <p:scale>
          <a:sx n="59" d="100"/>
          <a:sy n="59" d="100"/>
        </p:scale>
        <p:origin x="2556" y="96"/>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4" Type="http://schemas.openxmlformats.org/officeDocument/2006/relationships/tags" Target="tags/tag10.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handoutMaster" Target="handoutMasters/handoutMaster1.xml"/><Relationship Id="rId4" Type="http://schemas.openxmlformats.org/officeDocument/2006/relationships/slideMaster" Target="slideMasters/slideMaster3.xml"/><Relationship Id="rId39" Type="http://schemas.openxmlformats.org/officeDocument/2006/relationships/slide" Target="slides/slide14.xml"/><Relationship Id="rId38" Type="http://schemas.openxmlformats.org/officeDocument/2006/relationships/slide" Target="slides/slide13.xml"/><Relationship Id="rId37" Type="http://schemas.openxmlformats.org/officeDocument/2006/relationships/slide" Target="slides/slide12.xml"/><Relationship Id="rId36" Type="http://schemas.openxmlformats.org/officeDocument/2006/relationships/slide" Target="slides/slide11.xml"/><Relationship Id="rId35" Type="http://schemas.openxmlformats.org/officeDocument/2006/relationships/slide" Target="slides/slide10.xml"/><Relationship Id="rId34" Type="http://schemas.openxmlformats.org/officeDocument/2006/relationships/slide" Target="slides/slide9.xml"/><Relationship Id="rId33" Type="http://schemas.openxmlformats.org/officeDocument/2006/relationships/slide" Target="slides/slide8.xml"/><Relationship Id="rId32" Type="http://schemas.openxmlformats.org/officeDocument/2006/relationships/slide" Target="slides/slide7.xml"/><Relationship Id="rId31" Type="http://schemas.openxmlformats.org/officeDocument/2006/relationships/slide" Target="slides/slide6.xml"/><Relationship Id="rId30" Type="http://schemas.openxmlformats.org/officeDocument/2006/relationships/slide" Target="slides/slide5.xml"/><Relationship Id="rId3" Type="http://schemas.openxmlformats.org/officeDocument/2006/relationships/slideMaster" Target="slideMasters/slideMaster2.xml"/><Relationship Id="rId29" Type="http://schemas.openxmlformats.org/officeDocument/2006/relationships/slide" Target="slides/slide4.xml"/><Relationship Id="rId28" Type="http://schemas.openxmlformats.org/officeDocument/2006/relationships/slide" Target="slides/slide3.xml"/><Relationship Id="rId27" Type="http://schemas.openxmlformats.org/officeDocument/2006/relationships/slide" Target="slides/slide2.xml"/><Relationship Id="rId26" Type="http://schemas.openxmlformats.org/officeDocument/2006/relationships/notesMaster" Target="notesMasters/notesMaster1.xml"/><Relationship Id="rId25" Type="http://schemas.openxmlformats.org/officeDocument/2006/relationships/slide" Target="slides/slide1.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2" y="1"/>
            <a:ext cx="2949099" cy="496967"/>
          </a:xfrm>
          <a:prstGeom prst="rect">
            <a:avLst/>
          </a:prstGeom>
        </p:spPr>
        <p:txBody>
          <a:bodyPr vert="horz" lIns="91431" tIns="45716" rIns="91431" bIns="45716" rtlCol="0"/>
          <a:lstStyle>
            <a:lvl1pPr algn="l">
              <a:defRPr sz="1200"/>
            </a:lvl1pPr>
          </a:lstStyle>
          <a:p>
            <a:endParaRPr lang="zh-CN" altLang="en-US"/>
          </a:p>
        </p:txBody>
      </p:sp>
      <p:sp>
        <p:nvSpPr>
          <p:cNvPr id="3" name="日期占位符 2"/>
          <p:cNvSpPr>
            <a:spLocks noGrp="1"/>
          </p:cNvSpPr>
          <p:nvPr>
            <p:ph type="dt" sz="quarter" idx="1"/>
          </p:nvPr>
        </p:nvSpPr>
        <p:spPr>
          <a:xfrm>
            <a:off x="3854941" y="1"/>
            <a:ext cx="2949099" cy="496967"/>
          </a:xfrm>
          <a:prstGeom prst="rect">
            <a:avLst/>
          </a:prstGeom>
        </p:spPr>
        <p:txBody>
          <a:bodyPr vert="horz" lIns="91431" tIns="45716" rIns="91431" bIns="45716" rtlCol="0"/>
          <a:lstStyle>
            <a:lvl1pPr algn="r">
              <a:defRPr sz="1200"/>
            </a:lvl1pPr>
          </a:lstStyle>
          <a:p>
            <a:fld id="{DAD75BEB-8599-4C2C-B167-7789A2FAC2A5}" type="datetimeFigureOut">
              <a:rPr lang="zh-CN" altLang="en-US" smtClean="0"/>
            </a:fld>
            <a:endParaRPr lang="zh-CN" altLang="en-US"/>
          </a:p>
        </p:txBody>
      </p:sp>
      <p:sp>
        <p:nvSpPr>
          <p:cNvPr id="4" name="页脚占位符 3"/>
          <p:cNvSpPr>
            <a:spLocks noGrp="1"/>
          </p:cNvSpPr>
          <p:nvPr>
            <p:ph type="ftr" sz="quarter" idx="2"/>
          </p:nvPr>
        </p:nvSpPr>
        <p:spPr>
          <a:xfrm>
            <a:off x="2" y="9440648"/>
            <a:ext cx="2949099" cy="496967"/>
          </a:xfrm>
          <a:prstGeom prst="rect">
            <a:avLst/>
          </a:prstGeom>
        </p:spPr>
        <p:txBody>
          <a:bodyPr vert="horz" lIns="91431" tIns="45716" rIns="91431" bIns="45716"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4941" y="9440648"/>
            <a:ext cx="2949099" cy="496967"/>
          </a:xfrm>
          <a:prstGeom prst="rect">
            <a:avLst/>
          </a:prstGeom>
        </p:spPr>
        <p:txBody>
          <a:bodyPr vert="horz" lIns="91431" tIns="45716" rIns="91431" bIns="45716" rtlCol="0" anchor="b"/>
          <a:lstStyle>
            <a:lvl1pPr algn="r">
              <a:defRPr sz="1200"/>
            </a:lvl1pPr>
          </a:lstStyle>
          <a:p>
            <a:fld id="{FFC2EF47-4B59-4F0F-A3BB-55FB17CADB54}"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2" y="1"/>
            <a:ext cx="2949099" cy="496967"/>
          </a:xfrm>
          <a:prstGeom prst="rect">
            <a:avLst/>
          </a:prstGeom>
        </p:spPr>
        <p:txBody>
          <a:bodyPr vert="horz" lIns="91431" tIns="45716" rIns="91431" bIns="45716" rtlCol="0"/>
          <a:lstStyle>
            <a:lvl1pPr algn="l">
              <a:defRPr sz="1200"/>
            </a:lvl1pPr>
          </a:lstStyle>
          <a:p>
            <a:endParaRPr lang="zh-CN" altLang="en-US"/>
          </a:p>
        </p:txBody>
      </p:sp>
      <p:sp>
        <p:nvSpPr>
          <p:cNvPr id="3" name="日期占位符 2"/>
          <p:cNvSpPr>
            <a:spLocks noGrp="1"/>
          </p:cNvSpPr>
          <p:nvPr>
            <p:ph type="dt" idx="1"/>
          </p:nvPr>
        </p:nvSpPr>
        <p:spPr>
          <a:xfrm>
            <a:off x="3854941" y="1"/>
            <a:ext cx="2949099" cy="496967"/>
          </a:xfrm>
          <a:prstGeom prst="rect">
            <a:avLst/>
          </a:prstGeom>
        </p:spPr>
        <p:txBody>
          <a:bodyPr vert="horz" lIns="91431" tIns="45716" rIns="91431" bIns="45716" rtlCol="0"/>
          <a:lstStyle>
            <a:lvl1pPr algn="r">
              <a:defRPr sz="1200"/>
            </a:lvl1pPr>
          </a:lstStyle>
          <a:p>
            <a:fld id="{B0532E5F-2076-4530-B5DC-439A8C7D9B8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92075" y="746125"/>
            <a:ext cx="6621463" cy="3725863"/>
          </a:xfrm>
          <a:prstGeom prst="rect">
            <a:avLst/>
          </a:prstGeom>
          <a:noFill/>
          <a:ln w="12700">
            <a:solidFill>
              <a:prstClr val="black"/>
            </a:solidFill>
          </a:ln>
        </p:spPr>
        <p:txBody>
          <a:bodyPr vert="horz" lIns="91431" tIns="45716" rIns="91431" bIns="45716" rtlCol="0" anchor="ctr"/>
          <a:lstStyle/>
          <a:p>
            <a:endParaRPr lang="zh-CN" altLang="en-US"/>
          </a:p>
        </p:txBody>
      </p:sp>
      <p:sp>
        <p:nvSpPr>
          <p:cNvPr id="5" name="备注占位符 4"/>
          <p:cNvSpPr>
            <a:spLocks noGrp="1"/>
          </p:cNvSpPr>
          <p:nvPr>
            <p:ph type="body" sz="quarter" idx="3"/>
          </p:nvPr>
        </p:nvSpPr>
        <p:spPr>
          <a:xfrm>
            <a:off x="680562" y="4721186"/>
            <a:ext cx="5444490" cy="4472702"/>
          </a:xfrm>
          <a:prstGeom prst="rect">
            <a:avLst/>
          </a:prstGeom>
        </p:spPr>
        <p:txBody>
          <a:bodyPr vert="horz" lIns="91431" tIns="45716" rIns="91431" bIns="45716"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2" y="9440648"/>
            <a:ext cx="2949099" cy="496967"/>
          </a:xfrm>
          <a:prstGeom prst="rect">
            <a:avLst/>
          </a:prstGeom>
        </p:spPr>
        <p:txBody>
          <a:bodyPr vert="horz" lIns="91431" tIns="45716" rIns="91431" bIns="45716"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4941" y="9440648"/>
            <a:ext cx="2949099" cy="496967"/>
          </a:xfrm>
          <a:prstGeom prst="rect">
            <a:avLst/>
          </a:prstGeom>
        </p:spPr>
        <p:txBody>
          <a:bodyPr vert="horz" lIns="91431" tIns="45716" rIns="91431" bIns="45716" rtlCol="0" anchor="b"/>
          <a:lstStyle>
            <a:lvl1pPr algn="r">
              <a:defRPr sz="1200"/>
            </a:lvl1pPr>
          </a:lstStyle>
          <a:p>
            <a:fld id="{DF6883C7-C05D-4157-967A-96602B7DD26F}"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3765" rtl="0" eaLnBrk="1" latinLnBrk="0" hangingPunct="1">
      <a:defRPr sz="1200" kern="1200">
        <a:solidFill>
          <a:schemeClr val="tx1"/>
        </a:solidFill>
        <a:latin typeface="+mn-lt"/>
        <a:ea typeface="+mn-ea"/>
        <a:cs typeface="+mn-cs"/>
      </a:defRPr>
    </a:lvl1pPr>
    <a:lvl2pPr marL="456565" algn="l" defTabSz="913765" rtl="0" eaLnBrk="1" latinLnBrk="0" hangingPunct="1">
      <a:defRPr sz="1200" kern="1200">
        <a:solidFill>
          <a:schemeClr val="tx1"/>
        </a:solidFill>
        <a:latin typeface="+mn-lt"/>
        <a:ea typeface="+mn-ea"/>
        <a:cs typeface="+mn-cs"/>
      </a:defRPr>
    </a:lvl2pPr>
    <a:lvl3pPr marL="913765" algn="l" defTabSz="913765" rtl="0" eaLnBrk="1" latinLnBrk="0" hangingPunct="1">
      <a:defRPr sz="1200" kern="1200">
        <a:solidFill>
          <a:schemeClr val="tx1"/>
        </a:solidFill>
        <a:latin typeface="+mn-lt"/>
        <a:ea typeface="+mn-ea"/>
        <a:cs typeface="+mn-cs"/>
      </a:defRPr>
    </a:lvl3pPr>
    <a:lvl4pPr marL="1370330" algn="l" defTabSz="913765" rtl="0" eaLnBrk="1" latinLnBrk="0" hangingPunct="1">
      <a:defRPr sz="1200" kern="1200">
        <a:solidFill>
          <a:schemeClr val="tx1"/>
        </a:solidFill>
        <a:latin typeface="+mn-lt"/>
        <a:ea typeface="+mn-ea"/>
        <a:cs typeface="+mn-cs"/>
      </a:defRPr>
    </a:lvl4pPr>
    <a:lvl5pPr marL="1826895" algn="l" defTabSz="913765" rtl="0" eaLnBrk="1" latinLnBrk="0" hangingPunct="1">
      <a:defRPr sz="1200" kern="1200">
        <a:solidFill>
          <a:schemeClr val="tx1"/>
        </a:solidFill>
        <a:latin typeface="+mn-lt"/>
        <a:ea typeface="+mn-ea"/>
        <a:cs typeface="+mn-cs"/>
      </a:defRPr>
    </a:lvl5pPr>
    <a:lvl6pPr marL="2284095" algn="l" defTabSz="913765" rtl="0" eaLnBrk="1" latinLnBrk="0" hangingPunct="1">
      <a:defRPr sz="1200" kern="1200">
        <a:solidFill>
          <a:schemeClr val="tx1"/>
        </a:solidFill>
        <a:latin typeface="+mn-lt"/>
        <a:ea typeface="+mn-ea"/>
        <a:cs typeface="+mn-cs"/>
      </a:defRPr>
    </a:lvl6pPr>
    <a:lvl7pPr marL="2740660" algn="l" defTabSz="913765" rtl="0" eaLnBrk="1" latinLnBrk="0" hangingPunct="1">
      <a:defRPr sz="1200" kern="1200">
        <a:solidFill>
          <a:schemeClr val="tx1"/>
        </a:solidFill>
        <a:latin typeface="+mn-lt"/>
        <a:ea typeface="+mn-ea"/>
        <a:cs typeface="+mn-cs"/>
      </a:defRPr>
    </a:lvl7pPr>
    <a:lvl8pPr marL="3197860" algn="l" defTabSz="913765" rtl="0" eaLnBrk="1" latinLnBrk="0" hangingPunct="1">
      <a:defRPr sz="1200" kern="1200">
        <a:solidFill>
          <a:schemeClr val="tx1"/>
        </a:solidFill>
        <a:latin typeface="+mn-lt"/>
        <a:ea typeface="+mn-ea"/>
        <a:cs typeface="+mn-cs"/>
      </a:defRPr>
    </a:lvl8pPr>
    <a:lvl9pPr marL="3654425" algn="l" defTabSz="91376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3663" y="746125"/>
            <a:ext cx="6618287" cy="3725863"/>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F6883C7-C05D-4157-967A-96602B7DD26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F6883C7-C05D-4157-967A-96602B7DD26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F6883C7-C05D-4157-967A-96602B7DD26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F6883C7-C05D-4157-967A-96602B7DD26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F6883C7-C05D-4157-967A-96602B7DD26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F6883C7-C05D-4157-967A-96602B7DD26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F6883C7-C05D-4157-967A-96602B7DD26F}"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F6883C7-C05D-4157-967A-96602B7DD26F}"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F6883C7-C05D-4157-967A-96602B7DD26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4013"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灯片编号占位符 3"/>
          <p:cNvSpPr>
            <a:spLocks noGrp="1"/>
          </p:cNvSpPr>
          <p:nvPr>
            <p:ph type="sldNum" sz="quarter" idx="4"/>
          </p:nvPr>
        </p:nvSpPr>
        <p:spPr>
          <a:xfrm>
            <a:off x="3538438" y="6382122"/>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D61F12-508A-4E65-945B-B73586D84A5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2" name="灯片编号占位符 3"/>
          <p:cNvSpPr>
            <a:spLocks noGrp="1"/>
          </p:cNvSpPr>
          <p:nvPr>
            <p:ph type="sldNum" sz="quarter" idx="4"/>
          </p:nvPr>
        </p:nvSpPr>
        <p:spPr>
          <a:xfrm>
            <a:off x="3538438" y="6382122"/>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D61F12-508A-4E65-945B-B73586D84A5D}" type="slidenum">
              <a:rPr lang="zh-CN" altLang="en-US" smtClean="0"/>
            </a:fld>
            <a:endParaRPr lang="zh-CN" altLang="en-US"/>
          </a:p>
        </p:txBody>
      </p:sp>
    </p:spTree>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1295298" y="836906"/>
            <a:ext cx="10361851" cy="1362390"/>
          </a:xfrm>
          <a:prstGeom prst="rect">
            <a:avLst/>
          </a:prstGeom>
        </p:spPr>
        <p:txBody>
          <a:bodyPr lIns="121629" tIns="60812" rIns="121629" bIns="60812" anchor="t"/>
          <a:lstStyle>
            <a:lvl1pPr algn="l">
              <a:defRPr sz="5400" b="1" cap="all"/>
            </a:lvl1pPr>
          </a:lstStyle>
          <a:p>
            <a:r>
              <a:rPr lang="zh-CN" altLang="en-US" dirty="0"/>
              <a:t>单击此处编辑母版标题样式</a:t>
            </a:r>
            <a:endParaRPr lang="zh-CN" altLang="en-US" dirty="0"/>
          </a:p>
        </p:txBody>
      </p:sp>
      <p:sp>
        <p:nvSpPr>
          <p:cNvPr id="8" name="图表占位符 7"/>
          <p:cNvSpPr>
            <a:spLocks noGrp="1"/>
          </p:cNvSpPr>
          <p:nvPr>
            <p:ph type="chart" sz="quarter" idx="13"/>
          </p:nvPr>
        </p:nvSpPr>
        <p:spPr>
          <a:xfrm>
            <a:off x="1007441" y="2661319"/>
            <a:ext cx="3360829" cy="2688789"/>
          </a:xfrm>
          <a:prstGeom prst="rect">
            <a:avLst/>
          </a:prstGeom>
        </p:spPr>
        <p:txBody>
          <a:bodyPr lIns="121629" tIns="60812" rIns="121629" bIns="60812"/>
          <a:lstStyle/>
          <a:p>
            <a:endParaRPr lang="zh-CN" altLang="en-US"/>
          </a:p>
        </p:txBody>
      </p:sp>
      <p:sp>
        <p:nvSpPr>
          <p:cNvPr id="10" name="表格占位符 9"/>
          <p:cNvSpPr>
            <a:spLocks noGrp="1"/>
          </p:cNvSpPr>
          <p:nvPr>
            <p:ph type="tbl" sz="quarter" idx="14"/>
          </p:nvPr>
        </p:nvSpPr>
        <p:spPr>
          <a:xfrm>
            <a:off x="5712179" y="2661268"/>
            <a:ext cx="3358712" cy="2593516"/>
          </a:xfrm>
          <a:prstGeom prst="rect">
            <a:avLst/>
          </a:prstGeom>
        </p:spPr>
        <p:txBody>
          <a:bodyPr lIns="121629" tIns="60812" rIns="121629" bIns="60812"/>
          <a:lstStyle/>
          <a:p>
            <a:endParaRPr lang="zh-CN" altLang="en-US"/>
          </a:p>
        </p:txBody>
      </p:sp>
      <p:sp>
        <p:nvSpPr>
          <p:cNvPr id="9" name="灯片编号占位符 3"/>
          <p:cNvSpPr txBox="1"/>
          <p:nvPr userDrawn="1"/>
        </p:nvSpPr>
        <p:spPr>
          <a:xfrm>
            <a:off x="3538438" y="6382122"/>
            <a:ext cx="2844800" cy="365125"/>
          </a:xfrm>
          <a:prstGeom prst="rect">
            <a:avLst/>
          </a:prstGeom>
        </p:spPr>
        <p:txBody>
          <a:bodyPr vert="horz" lIns="91440" tIns="45720" rIns="91440" bIns="45720" rtlCol="0" anchor="ctr"/>
          <a:lstStyle>
            <a:defPPr>
              <a:defRPr lang="zh-CN"/>
            </a:defPPr>
            <a:lvl1pPr marL="0" algn="r" defTabSz="1087755" rtl="0" eaLnBrk="1" latinLnBrk="0" hangingPunct="1">
              <a:defRPr sz="1200" kern="1200">
                <a:solidFill>
                  <a:schemeClr val="tx1">
                    <a:tint val="75000"/>
                  </a:schemeClr>
                </a:solidFill>
                <a:latin typeface="+mn-lt"/>
                <a:ea typeface="+mn-ea"/>
                <a:cs typeface="+mn-cs"/>
              </a:defRPr>
            </a:lvl1pPr>
            <a:lvl2pPr marL="543560" algn="l" defTabSz="1087755" rtl="0" eaLnBrk="1" latinLnBrk="0" hangingPunct="1">
              <a:defRPr sz="2100" kern="1200">
                <a:solidFill>
                  <a:schemeClr val="tx1"/>
                </a:solidFill>
                <a:latin typeface="+mn-lt"/>
                <a:ea typeface="+mn-ea"/>
                <a:cs typeface="+mn-cs"/>
              </a:defRPr>
            </a:lvl2pPr>
            <a:lvl3pPr marL="1087755" algn="l" defTabSz="1087755" rtl="0" eaLnBrk="1" latinLnBrk="0" hangingPunct="1">
              <a:defRPr sz="2100" kern="1200">
                <a:solidFill>
                  <a:schemeClr val="tx1"/>
                </a:solidFill>
                <a:latin typeface="+mn-lt"/>
                <a:ea typeface="+mn-ea"/>
                <a:cs typeface="+mn-cs"/>
              </a:defRPr>
            </a:lvl3pPr>
            <a:lvl4pPr marL="1631315" algn="l" defTabSz="1087755" rtl="0" eaLnBrk="1" latinLnBrk="0" hangingPunct="1">
              <a:defRPr sz="2100" kern="1200">
                <a:solidFill>
                  <a:schemeClr val="tx1"/>
                </a:solidFill>
                <a:latin typeface="+mn-lt"/>
                <a:ea typeface="+mn-ea"/>
                <a:cs typeface="+mn-cs"/>
              </a:defRPr>
            </a:lvl4pPr>
            <a:lvl5pPr marL="2175510" algn="l" defTabSz="1087755" rtl="0" eaLnBrk="1" latinLnBrk="0" hangingPunct="1">
              <a:defRPr sz="2100" kern="1200">
                <a:solidFill>
                  <a:schemeClr val="tx1"/>
                </a:solidFill>
                <a:latin typeface="+mn-lt"/>
                <a:ea typeface="+mn-ea"/>
                <a:cs typeface="+mn-cs"/>
              </a:defRPr>
            </a:lvl5pPr>
            <a:lvl6pPr marL="2719070" algn="l" defTabSz="1087755" rtl="0" eaLnBrk="1" latinLnBrk="0" hangingPunct="1">
              <a:defRPr sz="2100" kern="1200">
                <a:solidFill>
                  <a:schemeClr val="tx1"/>
                </a:solidFill>
                <a:latin typeface="+mn-lt"/>
                <a:ea typeface="+mn-ea"/>
                <a:cs typeface="+mn-cs"/>
              </a:defRPr>
            </a:lvl6pPr>
            <a:lvl7pPr marL="3262630" algn="l" defTabSz="1087755" rtl="0" eaLnBrk="1" latinLnBrk="0" hangingPunct="1">
              <a:defRPr sz="2100" kern="1200">
                <a:solidFill>
                  <a:schemeClr val="tx1"/>
                </a:solidFill>
                <a:latin typeface="+mn-lt"/>
                <a:ea typeface="+mn-ea"/>
                <a:cs typeface="+mn-cs"/>
              </a:defRPr>
            </a:lvl7pPr>
            <a:lvl8pPr marL="3806825" algn="l" defTabSz="1087755" rtl="0" eaLnBrk="1" latinLnBrk="0" hangingPunct="1">
              <a:defRPr sz="2100" kern="1200">
                <a:solidFill>
                  <a:schemeClr val="tx1"/>
                </a:solidFill>
                <a:latin typeface="+mn-lt"/>
                <a:ea typeface="+mn-ea"/>
                <a:cs typeface="+mn-cs"/>
              </a:defRPr>
            </a:lvl8pPr>
            <a:lvl9pPr marL="4350385" algn="l" defTabSz="1087755" rtl="0" eaLnBrk="1" latinLnBrk="0" hangingPunct="1">
              <a:defRPr sz="2100" kern="1200">
                <a:solidFill>
                  <a:schemeClr val="tx1"/>
                </a:solidFill>
                <a:latin typeface="+mn-lt"/>
                <a:ea typeface="+mn-ea"/>
                <a:cs typeface="+mn-cs"/>
              </a:defRPr>
            </a:lvl9pPr>
          </a:lstStyle>
          <a:p>
            <a:fld id="{3BD61F12-508A-4E65-945B-B73586D84A5D}" type="slidenum">
              <a:rPr lang="zh-CN" altLang="en-US" sz="1200" smtClean="0"/>
            </a:fld>
            <a:endParaRPr lang="zh-CN" altLang="en-US" sz="1200"/>
          </a:p>
        </p:txBody>
      </p:sp>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节标题">
    <p:spTree>
      <p:nvGrpSpPr>
        <p:cNvPr id="1" name=""/>
        <p:cNvGrpSpPr/>
        <p:nvPr/>
      </p:nvGrpSpPr>
      <p:grpSpPr>
        <a:xfrm>
          <a:off x="0" y="0"/>
          <a:ext cx="0" cy="0"/>
          <a:chOff x="0" y="0"/>
          <a:chExt cx="0" cy="0"/>
        </a:xfrm>
      </p:grpSpPr>
      <p:sp>
        <p:nvSpPr>
          <p:cNvPr id="2" name="标题 1"/>
          <p:cNvSpPr>
            <a:spLocks noGrp="1"/>
          </p:cNvSpPr>
          <p:nvPr>
            <p:ph type="title"/>
          </p:nvPr>
        </p:nvSpPr>
        <p:spPr>
          <a:xfrm>
            <a:off x="1295298" y="836907"/>
            <a:ext cx="10361851" cy="1362390"/>
          </a:xfrm>
          <a:prstGeom prst="rect">
            <a:avLst/>
          </a:prstGeom>
        </p:spPr>
        <p:txBody>
          <a:bodyPr lIns="91222" tIns="45610" rIns="91222" bIns="45610" anchor="t"/>
          <a:lstStyle>
            <a:lvl1pPr algn="l">
              <a:defRPr sz="5400" b="1" cap="all"/>
            </a:lvl1pPr>
          </a:lstStyle>
          <a:p>
            <a:r>
              <a:rPr lang="zh-CN" altLang="en-US" dirty="0"/>
              <a:t>单击此处编辑母版标题样式</a:t>
            </a:r>
            <a:endParaRPr lang="zh-CN" altLang="en-US" dirty="0"/>
          </a:p>
        </p:txBody>
      </p:sp>
      <p:sp>
        <p:nvSpPr>
          <p:cNvPr id="8" name="图表占位符 7"/>
          <p:cNvSpPr>
            <a:spLocks noGrp="1"/>
          </p:cNvSpPr>
          <p:nvPr>
            <p:ph type="chart" sz="quarter" idx="13"/>
          </p:nvPr>
        </p:nvSpPr>
        <p:spPr>
          <a:xfrm>
            <a:off x="1007441" y="2661321"/>
            <a:ext cx="3360829" cy="2688789"/>
          </a:xfrm>
          <a:prstGeom prst="rect">
            <a:avLst/>
          </a:prstGeom>
        </p:spPr>
        <p:txBody>
          <a:bodyPr lIns="91222" tIns="45610" rIns="91222" bIns="45610"/>
          <a:lstStyle/>
          <a:p>
            <a:endParaRPr lang="zh-CN" altLang="en-US"/>
          </a:p>
        </p:txBody>
      </p:sp>
      <p:sp>
        <p:nvSpPr>
          <p:cNvPr id="10" name="表格占位符 9"/>
          <p:cNvSpPr>
            <a:spLocks noGrp="1"/>
          </p:cNvSpPr>
          <p:nvPr>
            <p:ph type="tbl" sz="quarter" idx="14"/>
          </p:nvPr>
        </p:nvSpPr>
        <p:spPr>
          <a:xfrm>
            <a:off x="5712179" y="2661268"/>
            <a:ext cx="3358712" cy="2593516"/>
          </a:xfrm>
          <a:prstGeom prst="rect">
            <a:avLst/>
          </a:prstGeom>
        </p:spPr>
        <p:txBody>
          <a:bodyPr lIns="91222" tIns="45610" rIns="91222" bIns="45610"/>
          <a:lstStyle/>
          <a:p>
            <a:endParaRPr lang="zh-CN" altLang="en-US"/>
          </a:p>
        </p:txBody>
      </p:sp>
      <p:sp>
        <p:nvSpPr>
          <p:cNvPr id="9" name="灯片编号占位符 3"/>
          <p:cNvSpPr txBox="1"/>
          <p:nvPr userDrawn="1"/>
        </p:nvSpPr>
        <p:spPr>
          <a:xfrm>
            <a:off x="3538438" y="6382122"/>
            <a:ext cx="2844800" cy="365125"/>
          </a:xfrm>
          <a:prstGeom prst="rect">
            <a:avLst/>
          </a:prstGeom>
        </p:spPr>
        <p:txBody>
          <a:bodyPr vert="horz" lIns="91440" tIns="45720" rIns="91440" bIns="45720" rtlCol="0" anchor="ctr"/>
          <a:lstStyle>
            <a:defPPr>
              <a:defRPr lang="zh-CN"/>
            </a:defPPr>
            <a:lvl1pPr marL="0" algn="r" defTabSz="1087755" rtl="0" eaLnBrk="1" latinLnBrk="0" hangingPunct="1">
              <a:defRPr sz="1200" kern="1200">
                <a:solidFill>
                  <a:schemeClr val="tx1">
                    <a:tint val="75000"/>
                  </a:schemeClr>
                </a:solidFill>
                <a:latin typeface="+mn-lt"/>
                <a:ea typeface="+mn-ea"/>
                <a:cs typeface="+mn-cs"/>
              </a:defRPr>
            </a:lvl1pPr>
            <a:lvl2pPr marL="543560" algn="l" defTabSz="1087755" rtl="0" eaLnBrk="1" latinLnBrk="0" hangingPunct="1">
              <a:defRPr sz="2100" kern="1200">
                <a:solidFill>
                  <a:schemeClr val="tx1"/>
                </a:solidFill>
                <a:latin typeface="+mn-lt"/>
                <a:ea typeface="+mn-ea"/>
                <a:cs typeface="+mn-cs"/>
              </a:defRPr>
            </a:lvl2pPr>
            <a:lvl3pPr marL="1087755" algn="l" defTabSz="1087755" rtl="0" eaLnBrk="1" latinLnBrk="0" hangingPunct="1">
              <a:defRPr sz="2100" kern="1200">
                <a:solidFill>
                  <a:schemeClr val="tx1"/>
                </a:solidFill>
                <a:latin typeface="+mn-lt"/>
                <a:ea typeface="+mn-ea"/>
                <a:cs typeface="+mn-cs"/>
              </a:defRPr>
            </a:lvl3pPr>
            <a:lvl4pPr marL="1631315" algn="l" defTabSz="1087755" rtl="0" eaLnBrk="1" latinLnBrk="0" hangingPunct="1">
              <a:defRPr sz="2100" kern="1200">
                <a:solidFill>
                  <a:schemeClr val="tx1"/>
                </a:solidFill>
                <a:latin typeface="+mn-lt"/>
                <a:ea typeface="+mn-ea"/>
                <a:cs typeface="+mn-cs"/>
              </a:defRPr>
            </a:lvl4pPr>
            <a:lvl5pPr marL="2175510" algn="l" defTabSz="1087755" rtl="0" eaLnBrk="1" latinLnBrk="0" hangingPunct="1">
              <a:defRPr sz="2100" kern="1200">
                <a:solidFill>
                  <a:schemeClr val="tx1"/>
                </a:solidFill>
                <a:latin typeface="+mn-lt"/>
                <a:ea typeface="+mn-ea"/>
                <a:cs typeface="+mn-cs"/>
              </a:defRPr>
            </a:lvl5pPr>
            <a:lvl6pPr marL="2719070" algn="l" defTabSz="1087755" rtl="0" eaLnBrk="1" latinLnBrk="0" hangingPunct="1">
              <a:defRPr sz="2100" kern="1200">
                <a:solidFill>
                  <a:schemeClr val="tx1"/>
                </a:solidFill>
                <a:latin typeface="+mn-lt"/>
                <a:ea typeface="+mn-ea"/>
                <a:cs typeface="+mn-cs"/>
              </a:defRPr>
            </a:lvl6pPr>
            <a:lvl7pPr marL="3262630" algn="l" defTabSz="1087755" rtl="0" eaLnBrk="1" latinLnBrk="0" hangingPunct="1">
              <a:defRPr sz="2100" kern="1200">
                <a:solidFill>
                  <a:schemeClr val="tx1"/>
                </a:solidFill>
                <a:latin typeface="+mn-lt"/>
                <a:ea typeface="+mn-ea"/>
                <a:cs typeface="+mn-cs"/>
              </a:defRPr>
            </a:lvl7pPr>
            <a:lvl8pPr marL="3806825" algn="l" defTabSz="1087755" rtl="0" eaLnBrk="1" latinLnBrk="0" hangingPunct="1">
              <a:defRPr sz="2100" kern="1200">
                <a:solidFill>
                  <a:schemeClr val="tx1"/>
                </a:solidFill>
                <a:latin typeface="+mn-lt"/>
                <a:ea typeface="+mn-ea"/>
                <a:cs typeface="+mn-cs"/>
              </a:defRPr>
            </a:lvl8pPr>
            <a:lvl9pPr marL="4350385" algn="l" defTabSz="1087755" rtl="0" eaLnBrk="1" latinLnBrk="0" hangingPunct="1">
              <a:defRPr sz="2100" kern="1200">
                <a:solidFill>
                  <a:schemeClr val="tx1"/>
                </a:solidFill>
                <a:latin typeface="+mn-lt"/>
                <a:ea typeface="+mn-ea"/>
                <a:cs typeface="+mn-cs"/>
              </a:defRPr>
            </a:lvl9pPr>
          </a:lstStyle>
          <a:p>
            <a:fld id="{3BD61F12-508A-4E65-945B-B73586D84A5D}" type="slidenum">
              <a:rPr lang="zh-CN" altLang="en-US" sz="1200" smtClean="0"/>
            </a:fld>
            <a:endParaRPr lang="zh-CN" altLang="en-US" sz="1200"/>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节标题">
    <p:spTree>
      <p:nvGrpSpPr>
        <p:cNvPr id="1" name=""/>
        <p:cNvGrpSpPr/>
        <p:nvPr/>
      </p:nvGrpSpPr>
      <p:grpSpPr>
        <a:xfrm>
          <a:off x="0" y="0"/>
          <a:ext cx="0" cy="0"/>
          <a:chOff x="0" y="0"/>
          <a:chExt cx="0" cy="0"/>
        </a:xfrm>
      </p:grpSpPr>
      <p:sp>
        <p:nvSpPr>
          <p:cNvPr id="2" name="灯片编号占位符 3"/>
          <p:cNvSpPr>
            <a:spLocks noGrp="1"/>
          </p:cNvSpPr>
          <p:nvPr>
            <p:ph type="sldNum" sz="quarter" idx="4"/>
          </p:nvPr>
        </p:nvSpPr>
        <p:spPr>
          <a:xfrm>
            <a:off x="3538438" y="6382122"/>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D61F12-508A-4E65-945B-B73586D84A5D}" type="slidenum">
              <a:rPr lang="zh-CN" altLang="en-US" smtClean="0"/>
            </a:fld>
            <a:endParaRPr lang="zh-CN" altLang="en-US"/>
          </a:p>
        </p:txBody>
      </p:sp>
    </p:spTree>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4013" cy="1325563"/>
          </a:xfrm>
          <a:prstGeom prst="rect">
            <a:avLst/>
          </a:prstGeom>
        </p:spPr>
        <p:txBody>
          <a:bodyPr/>
          <a:lstStyle/>
          <a:p>
            <a:r>
              <a:rPr lang="zh-CN" altLang="en-US"/>
              <a:t>单击此处编辑母版标题样式</a:t>
            </a:r>
            <a:endParaRPr lang="zh-CN" altLang="en-US"/>
          </a:p>
        </p:txBody>
      </p:sp>
      <p:sp>
        <p:nvSpPr>
          <p:cNvPr id="3" name="灯片编号占位符 2"/>
          <p:cNvSpPr>
            <a:spLocks noGrp="1"/>
          </p:cNvSpPr>
          <p:nvPr>
            <p:ph type="sldNum" sz="quarter" idx="10"/>
          </p:nvPr>
        </p:nvSpPr>
        <p:spPr/>
        <p:txBody>
          <a:bodyPr/>
          <a:lstStyle/>
          <a:p>
            <a:fld id="{98D67F71-DDF4-46AD-98E2-765F1A062C5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4013"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4013"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4013"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4013"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4013"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4013"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4013"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4013"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4013"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4013"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4013"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4013"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4013"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4013"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3.png"/><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image" Target="../media/image3.png"/><Relationship Id="rId7" Type="http://schemas.openxmlformats.org/officeDocument/2006/relationships/image" Target="../media/image4.png"/><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6" Type="http://schemas.openxmlformats.org/officeDocument/2006/relationships/theme" Target="../theme/theme3.xml"/><Relationship Id="rId5" Type="http://schemas.openxmlformats.org/officeDocument/2006/relationships/image" Target="../media/image1.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slideLayout" Target="../slideLayouts/slideLayout10.xml"/><Relationship Id="rId1" Type="http://schemas.openxmlformats.org/officeDocument/2006/relationships/slideLayout" Target="../slideLayouts/slideLayout9.xml"/></Relationships>
</file>

<file path=ppt/slideMasters/_rels/slideMaster4.xml.rels><?xml version="1.0" encoding="UTF-8" standalone="yes"?>
<Relationships xmlns="http://schemas.openxmlformats.org/package/2006/relationships"><Relationship Id="rId6" Type="http://schemas.openxmlformats.org/officeDocument/2006/relationships/theme" Target="../theme/theme4.xml"/><Relationship Id="rId5" Type="http://schemas.openxmlformats.org/officeDocument/2006/relationships/image" Target="../media/image1.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slideLayout" Target="../slideLayouts/slideLayout12.xml"/><Relationship Id="rId1" Type="http://schemas.openxmlformats.org/officeDocument/2006/relationships/slideLayout" Target="../slideLayouts/slideLayout11.xml"/></Relationships>
</file>

<file path=ppt/slideMasters/_rels/slideMaster5.xml.rels><?xml version="1.0" encoding="UTF-8" standalone="yes"?>
<Relationships xmlns="http://schemas.openxmlformats.org/package/2006/relationships"><Relationship Id="rId6" Type="http://schemas.openxmlformats.org/officeDocument/2006/relationships/theme" Target="../theme/theme5.xml"/><Relationship Id="rId5" Type="http://schemas.openxmlformats.org/officeDocument/2006/relationships/image" Target="../media/image1.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_rels/slideMaster6.xml.rels><?xml version="1.0" encoding="UTF-8" standalone="yes"?>
<Relationships xmlns="http://schemas.openxmlformats.org/package/2006/relationships"><Relationship Id="rId6" Type="http://schemas.openxmlformats.org/officeDocument/2006/relationships/theme" Target="../theme/theme6.xml"/><Relationship Id="rId5" Type="http://schemas.openxmlformats.org/officeDocument/2006/relationships/image" Target="../media/image1.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_rels/slideMaster7.xml.rels><?xml version="1.0" encoding="UTF-8" standalone="yes"?>
<Relationships xmlns="http://schemas.openxmlformats.org/package/2006/relationships"><Relationship Id="rId5" Type="http://schemas.openxmlformats.org/officeDocument/2006/relationships/theme" Target="../theme/theme7.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7.xml"/></Relationships>
</file>

<file path=ppt/slideMasters/_rels/slideMaster8.xml.rels><?xml version="1.0" encoding="UTF-8" standalone="yes"?>
<Relationships xmlns="http://schemas.openxmlformats.org/package/2006/relationships"><Relationship Id="rId5" Type="http://schemas.openxmlformats.org/officeDocument/2006/relationships/theme" Target="../theme/theme8.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8.xml"/></Relationships>
</file>

<file path=ppt/slideMasters/_rels/slideMaster9.xml.rels><?xml version="1.0" encoding="UTF-8" standalone="yes"?>
<Relationships xmlns="http://schemas.openxmlformats.org/package/2006/relationships"><Relationship Id="rId6" Type="http://schemas.openxmlformats.org/officeDocument/2006/relationships/theme" Target="../theme/theme9.xml"/><Relationship Id="rId5" Type="http://schemas.openxmlformats.org/officeDocument/2006/relationships/image" Target="../media/image1.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slideLayout" Target="../slideLayouts/slideLayout20.xml"/><Relationship Id="rId1" Type="http://schemas.openxmlformats.org/officeDocument/2006/relationships/slideLayout" Target="../slideLayouts/slideLayout19.xml"/></Relationships>
</file>

<file path=ppt/slideMasters/_rels/slideMaster10.xml.rels><?xml version="1.0" encoding="UTF-8" standalone="yes"?>
<Relationships xmlns="http://schemas.openxmlformats.org/package/2006/relationships"><Relationship Id="rId5" Type="http://schemas.openxmlformats.org/officeDocument/2006/relationships/theme" Target="../theme/theme10.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1.xml"/></Relationships>
</file>

<file path=ppt/slideMasters/_rels/slideMaster11.xml.rels><?xml version="1.0" encoding="UTF-8" standalone="yes"?>
<Relationships xmlns="http://schemas.openxmlformats.org/package/2006/relationships"><Relationship Id="rId5" Type="http://schemas.openxmlformats.org/officeDocument/2006/relationships/theme" Target="../theme/theme11.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2.xml"/></Relationships>
</file>

<file path=ppt/slideMasters/_rels/slideMaster12.xml.rels><?xml version="1.0" encoding="UTF-8" standalone="yes"?>
<Relationships xmlns="http://schemas.openxmlformats.org/package/2006/relationships"><Relationship Id="rId6" Type="http://schemas.openxmlformats.org/officeDocument/2006/relationships/theme" Target="../theme/theme12.xml"/><Relationship Id="rId5" Type="http://schemas.openxmlformats.org/officeDocument/2006/relationships/image" Target="../media/image1.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_rels/slideMaster13.xml.rels><?xml version="1.0" encoding="UTF-8" standalone="yes"?>
<Relationships xmlns="http://schemas.openxmlformats.org/package/2006/relationships"><Relationship Id="rId6" Type="http://schemas.openxmlformats.org/officeDocument/2006/relationships/theme" Target="../theme/theme13.xml"/><Relationship Id="rId5" Type="http://schemas.openxmlformats.org/officeDocument/2006/relationships/image" Target="../media/image1.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_rels/slideMaster14.xml.rels><?xml version="1.0" encoding="UTF-8" standalone="yes"?>
<Relationships xmlns="http://schemas.openxmlformats.org/package/2006/relationships"><Relationship Id="rId6" Type="http://schemas.openxmlformats.org/officeDocument/2006/relationships/theme" Target="../theme/theme14.xml"/><Relationship Id="rId5" Type="http://schemas.openxmlformats.org/officeDocument/2006/relationships/image" Target="../media/image1.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slideLayout" Target="../slideLayouts/slideLayout28.xml"/><Relationship Id="rId1" Type="http://schemas.openxmlformats.org/officeDocument/2006/relationships/slideLayout" Target="../slideLayouts/slideLayout27.xml"/></Relationships>
</file>

<file path=ppt/slideMasters/_rels/slideMaster15.xml.rels><?xml version="1.0" encoding="UTF-8" standalone="yes"?>
<Relationships xmlns="http://schemas.openxmlformats.org/package/2006/relationships"><Relationship Id="rId6" Type="http://schemas.openxmlformats.org/officeDocument/2006/relationships/theme" Target="../theme/theme15.xml"/><Relationship Id="rId5" Type="http://schemas.openxmlformats.org/officeDocument/2006/relationships/image" Target="../media/image1.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slideLayout" Target="../slideLayouts/slideLayout30.xml"/><Relationship Id="rId1" Type="http://schemas.openxmlformats.org/officeDocument/2006/relationships/slideLayout" Target="../slideLayouts/slideLayout29.xml"/></Relationships>
</file>

<file path=ppt/slideMasters/_rels/slideMaster16.xml.rels><?xml version="1.0" encoding="UTF-8" standalone="yes"?>
<Relationships xmlns="http://schemas.openxmlformats.org/package/2006/relationships"><Relationship Id="rId6" Type="http://schemas.openxmlformats.org/officeDocument/2006/relationships/theme" Target="../theme/theme16.xml"/><Relationship Id="rId5" Type="http://schemas.openxmlformats.org/officeDocument/2006/relationships/image" Target="../media/image1.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_rels/slideMaster17.xml.rels><?xml version="1.0" encoding="UTF-8" standalone="yes"?>
<Relationships xmlns="http://schemas.openxmlformats.org/package/2006/relationships"><Relationship Id="rId6" Type="http://schemas.openxmlformats.org/officeDocument/2006/relationships/theme" Target="../theme/theme17.xml"/><Relationship Id="rId5" Type="http://schemas.openxmlformats.org/officeDocument/2006/relationships/image" Target="../media/image1.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slideLayout" Target="../slideLayouts/slideLayout34.xml"/><Relationship Id="rId1" Type="http://schemas.openxmlformats.org/officeDocument/2006/relationships/slideLayout" Target="../slideLayouts/slideLayout33.xml"/></Relationships>
</file>

<file path=ppt/slideMasters/_rels/slideMaster18.xml.rels><?xml version="1.0" encoding="UTF-8" standalone="yes"?>
<Relationships xmlns="http://schemas.openxmlformats.org/package/2006/relationships"><Relationship Id="rId6" Type="http://schemas.openxmlformats.org/officeDocument/2006/relationships/theme" Target="../theme/theme18.xml"/><Relationship Id="rId5" Type="http://schemas.openxmlformats.org/officeDocument/2006/relationships/image" Target="../media/image1.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slideLayout" Target="../slideLayouts/slideLayout36.xml"/><Relationship Id="rId1" Type="http://schemas.openxmlformats.org/officeDocument/2006/relationships/slideLayout" Target="../slideLayouts/slideLayout35.xml"/></Relationships>
</file>

<file path=ppt/slideMasters/_rels/slideMaster19.xml.rels><?xml version="1.0" encoding="UTF-8" standalone="yes"?>
<Relationships xmlns="http://schemas.openxmlformats.org/package/2006/relationships"><Relationship Id="rId6" Type="http://schemas.openxmlformats.org/officeDocument/2006/relationships/theme" Target="../theme/theme19.xml"/><Relationship Id="rId5" Type="http://schemas.openxmlformats.org/officeDocument/2006/relationships/image" Target="../media/image1.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slideLayout" Target="../slideLayouts/slideLayout38.xml"/><Relationship Id="rId1" Type="http://schemas.openxmlformats.org/officeDocument/2006/relationships/slideLayout" Target="../slideLayouts/slideLayout37.xml"/></Relationships>
</file>

<file path=ppt/slideMasters/_rels/slideMaster20.xml.rels><?xml version="1.0" encoding="UTF-8" standalone="yes"?>
<Relationships xmlns="http://schemas.openxmlformats.org/package/2006/relationships"><Relationship Id="rId6" Type="http://schemas.openxmlformats.org/officeDocument/2006/relationships/theme" Target="../theme/theme20.xml"/><Relationship Id="rId5" Type="http://schemas.openxmlformats.org/officeDocument/2006/relationships/image" Target="../media/image1.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slideLayout" Target="../slideLayouts/slideLayout40.xml"/><Relationship Id="rId1" Type="http://schemas.openxmlformats.org/officeDocument/2006/relationships/slideLayout" Target="../slideLayouts/slideLayout39.xml"/></Relationships>
</file>

<file path=ppt/slideMasters/_rels/slideMaster21.xml.rels><?xml version="1.0" encoding="UTF-8" standalone="yes"?>
<Relationships xmlns="http://schemas.openxmlformats.org/package/2006/relationships"><Relationship Id="rId5" Type="http://schemas.openxmlformats.org/officeDocument/2006/relationships/theme" Target="../theme/theme21.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1.xml"/></Relationships>
</file>

<file path=ppt/slideMasters/_rels/slideMaster22.xml.rels><?xml version="1.0" encoding="UTF-8" standalone="yes"?>
<Relationships xmlns="http://schemas.openxmlformats.org/package/2006/relationships"><Relationship Id="rId5" Type="http://schemas.openxmlformats.org/officeDocument/2006/relationships/theme" Target="../theme/theme22.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2.xml"/></Relationships>
</file>

<file path=ppt/slideMasters/_rels/slideMaster23.xml.rels><?xml version="1.0" encoding="UTF-8" standalone="yes"?>
<Relationships xmlns="http://schemas.openxmlformats.org/package/2006/relationships"><Relationship Id="rId5" Type="http://schemas.openxmlformats.org/officeDocument/2006/relationships/theme" Target="../theme/theme23.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1"/>
          <p:cNvPicPr>
            <a:picLocks noChangeAspect="1"/>
          </p:cNvPicPr>
          <p:nvPr userDrawn="1"/>
        </p:nvPicPr>
        <p:blipFill>
          <a:blip r:embed="rId3" cstate="print"/>
          <a:stretch>
            <a:fillRect/>
          </a:stretch>
        </p:blipFill>
        <p:spPr>
          <a:xfrm>
            <a:off x="38" y="-26538"/>
            <a:ext cx="12190413" cy="1005677"/>
          </a:xfrm>
          <a:prstGeom prst="rect">
            <a:avLst/>
          </a:prstGeom>
          <a:noFill/>
          <a:ln w="9525">
            <a:noFill/>
          </a:ln>
        </p:spPr>
      </p:pic>
      <p:cxnSp>
        <p:nvCxnSpPr>
          <p:cNvPr id="3" name="直接连接符 2"/>
          <p:cNvCxnSpPr/>
          <p:nvPr userDrawn="1"/>
        </p:nvCxnSpPr>
        <p:spPr>
          <a:xfrm>
            <a:off x="982679" y="6382122"/>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2" name="Picture 2"/>
          <p:cNvPicPr>
            <a:picLocks noChangeAspect="1" noChangeArrowheads="1"/>
          </p:cNvPicPr>
          <p:nvPr userDrawn="1"/>
        </p:nvPicPr>
        <p:blipFill rotWithShape="1">
          <a:blip r:embed="rId4" cstate="print">
            <a:extLst>
              <a:ext uri="{28A0092B-C50C-407E-A947-70E740481C1C}">
                <a14:useLocalDpi xmlns:a14="http://schemas.microsoft.com/office/drawing/2010/main" val="0"/>
              </a:ext>
            </a:extLst>
          </a:blip>
          <a:srcRect r="35332"/>
          <a:stretch>
            <a:fillRect/>
          </a:stretch>
        </p:blipFill>
        <p:spPr bwMode="auto">
          <a:xfrm>
            <a:off x="9646103" y="6382122"/>
            <a:ext cx="2281751" cy="398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图片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34604" y="5950074"/>
            <a:ext cx="576064" cy="46551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356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775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131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487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7670" indent="-407670"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3920" indent="-339725"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59535" indent="-271780"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3095" indent="-27178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7290" indent="-27178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0850"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4410"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78605"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2165"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7755" rtl="0" eaLnBrk="1" latinLnBrk="0" hangingPunct="1">
        <a:defRPr sz="2100" kern="1200">
          <a:solidFill>
            <a:schemeClr val="tx1"/>
          </a:solidFill>
          <a:latin typeface="+mn-lt"/>
          <a:ea typeface="+mn-ea"/>
          <a:cs typeface="+mn-cs"/>
        </a:defRPr>
      </a:lvl1pPr>
      <a:lvl2pPr marL="543560" algn="l" defTabSz="1087755" rtl="0" eaLnBrk="1" latinLnBrk="0" hangingPunct="1">
        <a:defRPr sz="2100" kern="1200">
          <a:solidFill>
            <a:schemeClr val="tx1"/>
          </a:solidFill>
          <a:latin typeface="+mn-lt"/>
          <a:ea typeface="+mn-ea"/>
          <a:cs typeface="+mn-cs"/>
        </a:defRPr>
      </a:lvl2pPr>
      <a:lvl3pPr marL="1087755" algn="l" defTabSz="1087755" rtl="0" eaLnBrk="1" latinLnBrk="0" hangingPunct="1">
        <a:defRPr sz="2100" kern="1200">
          <a:solidFill>
            <a:schemeClr val="tx1"/>
          </a:solidFill>
          <a:latin typeface="+mn-lt"/>
          <a:ea typeface="+mn-ea"/>
          <a:cs typeface="+mn-cs"/>
        </a:defRPr>
      </a:lvl3pPr>
      <a:lvl4pPr marL="1631315" algn="l" defTabSz="1087755" rtl="0" eaLnBrk="1" latinLnBrk="0" hangingPunct="1">
        <a:defRPr sz="2100" kern="1200">
          <a:solidFill>
            <a:schemeClr val="tx1"/>
          </a:solidFill>
          <a:latin typeface="+mn-lt"/>
          <a:ea typeface="+mn-ea"/>
          <a:cs typeface="+mn-cs"/>
        </a:defRPr>
      </a:lvl4pPr>
      <a:lvl5pPr marL="2174875" algn="l" defTabSz="1087755" rtl="0" eaLnBrk="1" latinLnBrk="0" hangingPunct="1">
        <a:defRPr sz="2100" kern="1200">
          <a:solidFill>
            <a:schemeClr val="tx1"/>
          </a:solidFill>
          <a:latin typeface="+mn-lt"/>
          <a:ea typeface="+mn-ea"/>
          <a:cs typeface="+mn-cs"/>
        </a:defRPr>
      </a:lvl5pPr>
      <a:lvl6pPr marL="2719070" algn="l" defTabSz="1087755" rtl="0" eaLnBrk="1" latinLnBrk="0" hangingPunct="1">
        <a:defRPr sz="2100" kern="1200">
          <a:solidFill>
            <a:schemeClr val="tx1"/>
          </a:solidFill>
          <a:latin typeface="+mn-lt"/>
          <a:ea typeface="+mn-ea"/>
          <a:cs typeface="+mn-cs"/>
        </a:defRPr>
      </a:lvl6pPr>
      <a:lvl7pPr marL="3262630" algn="l" defTabSz="1087755" rtl="0" eaLnBrk="1" latinLnBrk="0" hangingPunct="1">
        <a:defRPr sz="2100" kern="1200">
          <a:solidFill>
            <a:schemeClr val="tx1"/>
          </a:solidFill>
          <a:latin typeface="+mn-lt"/>
          <a:ea typeface="+mn-ea"/>
          <a:cs typeface="+mn-cs"/>
        </a:defRPr>
      </a:lvl7pPr>
      <a:lvl8pPr marL="3806825" algn="l" defTabSz="1087755" rtl="0" eaLnBrk="1" latinLnBrk="0" hangingPunct="1">
        <a:defRPr sz="2100" kern="1200">
          <a:solidFill>
            <a:schemeClr val="tx1"/>
          </a:solidFill>
          <a:latin typeface="+mn-lt"/>
          <a:ea typeface="+mn-ea"/>
          <a:cs typeface="+mn-cs"/>
        </a:defRPr>
      </a:lvl8pPr>
      <a:lvl9pPr marL="4350385" algn="l" defTabSz="1087755" rtl="0" eaLnBrk="1" latinLnBrk="0" hangingPunct="1">
        <a:defRPr sz="21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074" name="Picture 2"/>
          <p:cNvPicPr>
            <a:picLocks noChangeAspect="1" noChangeArrowheads="1"/>
          </p:cNvPicPr>
          <p:nvPr userDrawn="1"/>
        </p:nvPicPr>
        <p:blipFill rotWithShape="1">
          <a:blip r:embed="rId7" cstate="print">
            <a:extLst>
              <a:ext uri="{28A0092B-C50C-407E-A947-70E740481C1C}">
                <a14:useLocalDpi xmlns:a14="http://schemas.microsoft.com/office/drawing/2010/main" val="0"/>
              </a:ext>
            </a:extLst>
          </a:blip>
          <a:srcRect r="36468"/>
          <a:stretch>
            <a:fillRect/>
          </a:stretch>
        </p:blipFill>
        <p:spPr bwMode="auto">
          <a:xfrm>
            <a:off x="118544" y="6492195"/>
            <a:ext cx="2808313" cy="31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图片 3"/>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1214989" y="189486"/>
            <a:ext cx="712865" cy="576064"/>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Lst>
  <p:hf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356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775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131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487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7670" indent="-407670"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3920" indent="-339725"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59535" indent="-271780"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3095" indent="-27178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7290" indent="-27178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0850"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4410"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78605"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2165"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7755" rtl="0" eaLnBrk="1" latinLnBrk="0" hangingPunct="1">
        <a:defRPr sz="2100" kern="1200">
          <a:solidFill>
            <a:schemeClr val="tx1"/>
          </a:solidFill>
          <a:latin typeface="+mn-lt"/>
          <a:ea typeface="+mn-ea"/>
          <a:cs typeface="+mn-cs"/>
        </a:defRPr>
      </a:lvl1pPr>
      <a:lvl2pPr marL="543560" algn="l" defTabSz="1087755" rtl="0" eaLnBrk="1" latinLnBrk="0" hangingPunct="1">
        <a:defRPr sz="2100" kern="1200">
          <a:solidFill>
            <a:schemeClr val="tx1"/>
          </a:solidFill>
          <a:latin typeface="+mn-lt"/>
          <a:ea typeface="+mn-ea"/>
          <a:cs typeface="+mn-cs"/>
        </a:defRPr>
      </a:lvl2pPr>
      <a:lvl3pPr marL="1087755" algn="l" defTabSz="1087755" rtl="0" eaLnBrk="1" latinLnBrk="0" hangingPunct="1">
        <a:defRPr sz="2100" kern="1200">
          <a:solidFill>
            <a:schemeClr val="tx1"/>
          </a:solidFill>
          <a:latin typeface="+mn-lt"/>
          <a:ea typeface="+mn-ea"/>
          <a:cs typeface="+mn-cs"/>
        </a:defRPr>
      </a:lvl3pPr>
      <a:lvl4pPr marL="1631315" algn="l" defTabSz="1087755" rtl="0" eaLnBrk="1" latinLnBrk="0" hangingPunct="1">
        <a:defRPr sz="2100" kern="1200">
          <a:solidFill>
            <a:schemeClr val="tx1"/>
          </a:solidFill>
          <a:latin typeface="+mn-lt"/>
          <a:ea typeface="+mn-ea"/>
          <a:cs typeface="+mn-cs"/>
        </a:defRPr>
      </a:lvl4pPr>
      <a:lvl5pPr marL="2174875" algn="l" defTabSz="1087755" rtl="0" eaLnBrk="1" latinLnBrk="0" hangingPunct="1">
        <a:defRPr sz="2100" kern="1200">
          <a:solidFill>
            <a:schemeClr val="tx1"/>
          </a:solidFill>
          <a:latin typeface="+mn-lt"/>
          <a:ea typeface="+mn-ea"/>
          <a:cs typeface="+mn-cs"/>
        </a:defRPr>
      </a:lvl5pPr>
      <a:lvl6pPr marL="2719070" algn="l" defTabSz="1087755" rtl="0" eaLnBrk="1" latinLnBrk="0" hangingPunct="1">
        <a:defRPr sz="2100" kern="1200">
          <a:solidFill>
            <a:schemeClr val="tx1"/>
          </a:solidFill>
          <a:latin typeface="+mn-lt"/>
          <a:ea typeface="+mn-ea"/>
          <a:cs typeface="+mn-cs"/>
        </a:defRPr>
      </a:lvl6pPr>
      <a:lvl7pPr marL="3262630" algn="l" defTabSz="1087755" rtl="0" eaLnBrk="1" latinLnBrk="0" hangingPunct="1">
        <a:defRPr sz="2100" kern="1200">
          <a:solidFill>
            <a:schemeClr val="tx1"/>
          </a:solidFill>
          <a:latin typeface="+mn-lt"/>
          <a:ea typeface="+mn-ea"/>
          <a:cs typeface="+mn-cs"/>
        </a:defRPr>
      </a:lvl7pPr>
      <a:lvl8pPr marL="3806825" algn="l" defTabSz="1087755" rtl="0" eaLnBrk="1" latinLnBrk="0" hangingPunct="1">
        <a:defRPr sz="2100" kern="1200">
          <a:solidFill>
            <a:schemeClr val="tx1"/>
          </a:solidFill>
          <a:latin typeface="+mn-lt"/>
          <a:ea typeface="+mn-ea"/>
          <a:cs typeface="+mn-cs"/>
        </a:defRPr>
      </a:lvl8pPr>
      <a:lvl9pPr marL="4350385" algn="l" defTabSz="1087755" rtl="0" eaLnBrk="1" latinLnBrk="0" hangingPunct="1">
        <a:defRPr sz="21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511030" y="6494659"/>
            <a:ext cx="2743200" cy="331932"/>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1088390"/>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pic>
        <p:nvPicPr>
          <p:cNvPr id="7" name="Picture 3" descr="C:\Users\Administrator\Desktop\ad96503d452ac644c039a4e9ef6caad.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8542" y="6022082"/>
            <a:ext cx="854911" cy="67819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Users\Administrator\Desktop\0880a78ea5debcbb49d60dde819045e.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255446" y="6310114"/>
            <a:ext cx="3895725" cy="49530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p:cNvCxnSpPr/>
          <p:nvPr userDrawn="1"/>
        </p:nvCxnSpPr>
        <p:spPr>
          <a:xfrm>
            <a:off x="1054646" y="6310114"/>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11" name="图片 11"/>
          <p:cNvPicPr>
            <a:picLocks noChangeAspect="1"/>
          </p:cNvPicPr>
          <p:nvPr userDrawn="1"/>
        </p:nvPicPr>
        <p:blipFill>
          <a:blip r:embed="rId5" cstate="print"/>
          <a:stretch>
            <a:fillRect/>
          </a:stretch>
        </p:blipFill>
        <p:spPr>
          <a:xfrm>
            <a:off x="0" y="-26590"/>
            <a:ext cx="12190413" cy="100567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59" r:id="rId1"/>
    <p:sldLayoutId id="2147483660" r:id="rId2"/>
  </p:sldLayoutIdLst>
  <p:hf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419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839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258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678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8305" indent="-408305"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4555" indent="-340360"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60805" indent="-272415"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5000"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9195"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339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758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178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597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511030" y="6494659"/>
            <a:ext cx="2743200" cy="331932"/>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1088390"/>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pic>
        <p:nvPicPr>
          <p:cNvPr id="7" name="Picture 3" descr="C:\Users\Administrator\Desktop\ad96503d452ac644c039a4e9ef6caad.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8542" y="6022082"/>
            <a:ext cx="854911" cy="67819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Users\Administrator\Desktop\0880a78ea5debcbb49d60dde819045e.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255446" y="6310114"/>
            <a:ext cx="3895725" cy="49530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p:cNvCxnSpPr/>
          <p:nvPr userDrawn="1"/>
        </p:nvCxnSpPr>
        <p:spPr>
          <a:xfrm>
            <a:off x="1054646" y="6310114"/>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11" name="图片 11"/>
          <p:cNvPicPr>
            <a:picLocks noChangeAspect="1"/>
          </p:cNvPicPr>
          <p:nvPr userDrawn="1"/>
        </p:nvPicPr>
        <p:blipFill>
          <a:blip r:embed="rId5" cstate="print"/>
          <a:stretch>
            <a:fillRect/>
          </a:stretch>
        </p:blipFill>
        <p:spPr>
          <a:xfrm>
            <a:off x="0" y="-26590"/>
            <a:ext cx="12190413" cy="100567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2" r:id="rId1"/>
    <p:sldLayoutId id="2147483663" r:id="rId2"/>
  </p:sldLayoutIdLst>
  <p:hf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419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839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258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678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8305" indent="-408305"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4555" indent="-340360"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60805" indent="-272415"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5000"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9195"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339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758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178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597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511030" y="6494659"/>
            <a:ext cx="2743200" cy="331932"/>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1088390"/>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pic>
        <p:nvPicPr>
          <p:cNvPr id="7" name="Picture 3" descr="C:\Users\Administrator\Desktop\ad96503d452ac644c039a4e9ef6caad.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8542" y="6022082"/>
            <a:ext cx="854911" cy="67819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Users\Administrator\Desktop\0880a78ea5debcbb49d60dde819045e.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255446" y="6310114"/>
            <a:ext cx="3895725" cy="49530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p:cNvCxnSpPr/>
          <p:nvPr userDrawn="1"/>
        </p:nvCxnSpPr>
        <p:spPr>
          <a:xfrm>
            <a:off x="1054646" y="6310114"/>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11" name="图片 11"/>
          <p:cNvPicPr>
            <a:picLocks noChangeAspect="1"/>
          </p:cNvPicPr>
          <p:nvPr userDrawn="1"/>
        </p:nvPicPr>
        <p:blipFill>
          <a:blip r:embed="rId5" cstate="print"/>
          <a:stretch>
            <a:fillRect/>
          </a:stretch>
        </p:blipFill>
        <p:spPr>
          <a:xfrm>
            <a:off x="0" y="-26590"/>
            <a:ext cx="12190413" cy="100567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5" r:id="rId1"/>
    <p:sldLayoutId id="2147483666" r:id="rId2"/>
  </p:sldLayoutIdLst>
  <p:hf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419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839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258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678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8305" indent="-408305"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4555" indent="-340360"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60805" indent="-272415"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5000"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9195"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339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758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178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597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511030" y="6494659"/>
            <a:ext cx="2743200" cy="331932"/>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1088390"/>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pic>
        <p:nvPicPr>
          <p:cNvPr id="7" name="Picture 3" descr="C:\Users\Administrator\Desktop\ad96503d452ac644c039a4e9ef6caad.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8542" y="6022082"/>
            <a:ext cx="854911" cy="67819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Users\Administrator\Desktop\0880a78ea5debcbb49d60dde819045e.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255446" y="6310114"/>
            <a:ext cx="3895725" cy="49530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p:cNvCxnSpPr/>
          <p:nvPr userDrawn="1"/>
        </p:nvCxnSpPr>
        <p:spPr>
          <a:xfrm>
            <a:off x="1054646" y="6310114"/>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11" name="图片 11"/>
          <p:cNvPicPr>
            <a:picLocks noChangeAspect="1"/>
          </p:cNvPicPr>
          <p:nvPr userDrawn="1"/>
        </p:nvPicPr>
        <p:blipFill>
          <a:blip r:embed="rId5" cstate="print"/>
          <a:stretch>
            <a:fillRect/>
          </a:stretch>
        </p:blipFill>
        <p:spPr>
          <a:xfrm>
            <a:off x="0" y="-26590"/>
            <a:ext cx="12190413" cy="100567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8" r:id="rId1"/>
    <p:sldLayoutId id="2147483669" r:id="rId2"/>
  </p:sldLayoutIdLst>
  <p:hf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419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839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258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678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8305" indent="-408305"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4555" indent="-340360"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60805" indent="-272415"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5000"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9195"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339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758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178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597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1"/>
          <p:cNvPicPr>
            <a:picLocks noChangeAspect="1"/>
          </p:cNvPicPr>
          <p:nvPr userDrawn="1"/>
        </p:nvPicPr>
        <p:blipFill>
          <a:blip r:embed="rId2" cstate="print"/>
          <a:stretch>
            <a:fillRect/>
          </a:stretch>
        </p:blipFill>
        <p:spPr>
          <a:xfrm>
            <a:off x="38" y="-26538"/>
            <a:ext cx="12190413" cy="1005677"/>
          </a:xfrm>
          <a:prstGeom prst="rect">
            <a:avLst/>
          </a:prstGeom>
          <a:noFill/>
          <a:ln w="9525">
            <a:noFill/>
          </a:ln>
        </p:spPr>
      </p:pic>
      <p:cxnSp>
        <p:nvCxnSpPr>
          <p:cNvPr id="3" name="直接连接符 2"/>
          <p:cNvCxnSpPr/>
          <p:nvPr userDrawn="1"/>
        </p:nvCxnSpPr>
        <p:spPr>
          <a:xfrm>
            <a:off x="982679" y="6382122"/>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2" name="Picture 2"/>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r="35332"/>
          <a:stretch>
            <a:fillRect/>
          </a:stretch>
        </p:blipFill>
        <p:spPr bwMode="auto">
          <a:xfrm>
            <a:off x="9646103" y="6382122"/>
            <a:ext cx="2281751" cy="398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图片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34604" y="5950074"/>
            <a:ext cx="576064" cy="465516"/>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Lst>
  <p:hf hd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356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775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131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487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7670" indent="-407670"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3920" indent="-339725"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59535" indent="-271780"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3095" indent="-27178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7290" indent="-27178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0850"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4410"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78605"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2165"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7755" rtl="0" eaLnBrk="1" latinLnBrk="0" hangingPunct="1">
        <a:defRPr sz="2100" kern="1200">
          <a:solidFill>
            <a:schemeClr val="tx1"/>
          </a:solidFill>
          <a:latin typeface="+mn-lt"/>
          <a:ea typeface="+mn-ea"/>
          <a:cs typeface="+mn-cs"/>
        </a:defRPr>
      </a:lvl1pPr>
      <a:lvl2pPr marL="543560" algn="l" defTabSz="1087755" rtl="0" eaLnBrk="1" latinLnBrk="0" hangingPunct="1">
        <a:defRPr sz="2100" kern="1200">
          <a:solidFill>
            <a:schemeClr val="tx1"/>
          </a:solidFill>
          <a:latin typeface="+mn-lt"/>
          <a:ea typeface="+mn-ea"/>
          <a:cs typeface="+mn-cs"/>
        </a:defRPr>
      </a:lvl2pPr>
      <a:lvl3pPr marL="1087755" algn="l" defTabSz="1087755" rtl="0" eaLnBrk="1" latinLnBrk="0" hangingPunct="1">
        <a:defRPr sz="2100" kern="1200">
          <a:solidFill>
            <a:schemeClr val="tx1"/>
          </a:solidFill>
          <a:latin typeface="+mn-lt"/>
          <a:ea typeface="+mn-ea"/>
          <a:cs typeface="+mn-cs"/>
        </a:defRPr>
      </a:lvl3pPr>
      <a:lvl4pPr marL="1631315" algn="l" defTabSz="1087755" rtl="0" eaLnBrk="1" latinLnBrk="0" hangingPunct="1">
        <a:defRPr sz="2100" kern="1200">
          <a:solidFill>
            <a:schemeClr val="tx1"/>
          </a:solidFill>
          <a:latin typeface="+mn-lt"/>
          <a:ea typeface="+mn-ea"/>
          <a:cs typeface="+mn-cs"/>
        </a:defRPr>
      </a:lvl4pPr>
      <a:lvl5pPr marL="2174875" algn="l" defTabSz="1087755" rtl="0" eaLnBrk="1" latinLnBrk="0" hangingPunct="1">
        <a:defRPr sz="2100" kern="1200">
          <a:solidFill>
            <a:schemeClr val="tx1"/>
          </a:solidFill>
          <a:latin typeface="+mn-lt"/>
          <a:ea typeface="+mn-ea"/>
          <a:cs typeface="+mn-cs"/>
        </a:defRPr>
      </a:lvl5pPr>
      <a:lvl6pPr marL="2719070" algn="l" defTabSz="1087755" rtl="0" eaLnBrk="1" latinLnBrk="0" hangingPunct="1">
        <a:defRPr sz="2100" kern="1200">
          <a:solidFill>
            <a:schemeClr val="tx1"/>
          </a:solidFill>
          <a:latin typeface="+mn-lt"/>
          <a:ea typeface="+mn-ea"/>
          <a:cs typeface="+mn-cs"/>
        </a:defRPr>
      </a:lvl6pPr>
      <a:lvl7pPr marL="3262630" algn="l" defTabSz="1087755" rtl="0" eaLnBrk="1" latinLnBrk="0" hangingPunct="1">
        <a:defRPr sz="2100" kern="1200">
          <a:solidFill>
            <a:schemeClr val="tx1"/>
          </a:solidFill>
          <a:latin typeface="+mn-lt"/>
          <a:ea typeface="+mn-ea"/>
          <a:cs typeface="+mn-cs"/>
        </a:defRPr>
      </a:lvl7pPr>
      <a:lvl8pPr marL="3806825" algn="l" defTabSz="1087755" rtl="0" eaLnBrk="1" latinLnBrk="0" hangingPunct="1">
        <a:defRPr sz="2100" kern="1200">
          <a:solidFill>
            <a:schemeClr val="tx1"/>
          </a:solidFill>
          <a:latin typeface="+mn-lt"/>
          <a:ea typeface="+mn-ea"/>
          <a:cs typeface="+mn-cs"/>
        </a:defRPr>
      </a:lvl8pPr>
      <a:lvl9pPr marL="4350385" algn="l" defTabSz="1087755" rtl="0" eaLnBrk="1" latinLnBrk="0" hangingPunct="1">
        <a:defRPr sz="21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1"/>
          <p:cNvPicPr>
            <a:picLocks noChangeAspect="1"/>
          </p:cNvPicPr>
          <p:nvPr userDrawn="1"/>
        </p:nvPicPr>
        <p:blipFill>
          <a:blip r:embed="rId2" cstate="print"/>
          <a:stretch>
            <a:fillRect/>
          </a:stretch>
        </p:blipFill>
        <p:spPr>
          <a:xfrm>
            <a:off x="38" y="-26538"/>
            <a:ext cx="12190413" cy="1005677"/>
          </a:xfrm>
          <a:prstGeom prst="rect">
            <a:avLst/>
          </a:prstGeom>
          <a:noFill/>
          <a:ln w="9525">
            <a:noFill/>
          </a:ln>
        </p:spPr>
      </p:pic>
      <p:cxnSp>
        <p:nvCxnSpPr>
          <p:cNvPr id="3" name="直接连接符 2"/>
          <p:cNvCxnSpPr/>
          <p:nvPr userDrawn="1"/>
        </p:nvCxnSpPr>
        <p:spPr>
          <a:xfrm>
            <a:off x="982679" y="6382122"/>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2" name="Picture 2"/>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r="35332"/>
          <a:stretch>
            <a:fillRect/>
          </a:stretch>
        </p:blipFill>
        <p:spPr bwMode="auto">
          <a:xfrm>
            <a:off x="9646103" y="6382122"/>
            <a:ext cx="2281751" cy="398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图片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34604" y="5950074"/>
            <a:ext cx="576064" cy="465516"/>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Lst>
  <p:hf hd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356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775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131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487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7670" indent="-407670"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3920" indent="-339725"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59535" indent="-271780"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3095" indent="-27178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7290" indent="-27178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0850"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4410"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78605"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2165"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7755" rtl="0" eaLnBrk="1" latinLnBrk="0" hangingPunct="1">
        <a:defRPr sz="2100" kern="1200">
          <a:solidFill>
            <a:schemeClr val="tx1"/>
          </a:solidFill>
          <a:latin typeface="+mn-lt"/>
          <a:ea typeface="+mn-ea"/>
          <a:cs typeface="+mn-cs"/>
        </a:defRPr>
      </a:lvl1pPr>
      <a:lvl2pPr marL="543560" algn="l" defTabSz="1087755" rtl="0" eaLnBrk="1" latinLnBrk="0" hangingPunct="1">
        <a:defRPr sz="2100" kern="1200">
          <a:solidFill>
            <a:schemeClr val="tx1"/>
          </a:solidFill>
          <a:latin typeface="+mn-lt"/>
          <a:ea typeface="+mn-ea"/>
          <a:cs typeface="+mn-cs"/>
        </a:defRPr>
      </a:lvl2pPr>
      <a:lvl3pPr marL="1087755" algn="l" defTabSz="1087755" rtl="0" eaLnBrk="1" latinLnBrk="0" hangingPunct="1">
        <a:defRPr sz="2100" kern="1200">
          <a:solidFill>
            <a:schemeClr val="tx1"/>
          </a:solidFill>
          <a:latin typeface="+mn-lt"/>
          <a:ea typeface="+mn-ea"/>
          <a:cs typeface="+mn-cs"/>
        </a:defRPr>
      </a:lvl3pPr>
      <a:lvl4pPr marL="1631315" algn="l" defTabSz="1087755" rtl="0" eaLnBrk="1" latinLnBrk="0" hangingPunct="1">
        <a:defRPr sz="2100" kern="1200">
          <a:solidFill>
            <a:schemeClr val="tx1"/>
          </a:solidFill>
          <a:latin typeface="+mn-lt"/>
          <a:ea typeface="+mn-ea"/>
          <a:cs typeface="+mn-cs"/>
        </a:defRPr>
      </a:lvl4pPr>
      <a:lvl5pPr marL="2174875" algn="l" defTabSz="1087755" rtl="0" eaLnBrk="1" latinLnBrk="0" hangingPunct="1">
        <a:defRPr sz="2100" kern="1200">
          <a:solidFill>
            <a:schemeClr val="tx1"/>
          </a:solidFill>
          <a:latin typeface="+mn-lt"/>
          <a:ea typeface="+mn-ea"/>
          <a:cs typeface="+mn-cs"/>
        </a:defRPr>
      </a:lvl5pPr>
      <a:lvl6pPr marL="2719070" algn="l" defTabSz="1087755" rtl="0" eaLnBrk="1" latinLnBrk="0" hangingPunct="1">
        <a:defRPr sz="2100" kern="1200">
          <a:solidFill>
            <a:schemeClr val="tx1"/>
          </a:solidFill>
          <a:latin typeface="+mn-lt"/>
          <a:ea typeface="+mn-ea"/>
          <a:cs typeface="+mn-cs"/>
        </a:defRPr>
      </a:lvl6pPr>
      <a:lvl7pPr marL="3262630" algn="l" defTabSz="1087755" rtl="0" eaLnBrk="1" latinLnBrk="0" hangingPunct="1">
        <a:defRPr sz="2100" kern="1200">
          <a:solidFill>
            <a:schemeClr val="tx1"/>
          </a:solidFill>
          <a:latin typeface="+mn-lt"/>
          <a:ea typeface="+mn-ea"/>
          <a:cs typeface="+mn-cs"/>
        </a:defRPr>
      </a:lvl7pPr>
      <a:lvl8pPr marL="3806825" algn="l" defTabSz="1087755" rtl="0" eaLnBrk="1" latinLnBrk="0" hangingPunct="1">
        <a:defRPr sz="2100" kern="1200">
          <a:solidFill>
            <a:schemeClr val="tx1"/>
          </a:solidFill>
          <a:latin typeface="+mn-lt"/>
          <a:ea typeface="+mn-ea"/>
          <a:cs typeface="+mn-cs"/>
        </a:defRPr>
      </a:lvl8pPr>
      <a:lvl9pPr marL="4350385" algn="l" defTabSz="1087755" rtl="0" eaLnBrk="1" latinLnBrk="0" hangingPunct="1">
        <a:defRPr sz="21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511030" y="6494659"/>
            <a:ext cx="2743200" cy="331932"/>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1088390"/>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pic>
        <p:nvPicPr>
          <p:cNvPr id="7" name="Picture 3" descr="C:\Users\Administrator\Desktop\ad96503d452ac644c039a4e9ef6caad.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8542" y="6022082"/>
            <a:ext cx="854911" cy="67819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Users\Administrator\Desktop\0880a78ea5debcbb49d60dde819045e.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255446" y="6310114"/>
            <a:ext cx="3895725" cy="49530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p:cNvCxnSpPr/>
          <p:nvPr userDrawn="1"/>
        </p:nvCxnSpPr>
        <p:spPr>
          <a:xfrm>
            <a:off x="1054646" y="6310114"/>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11" name="图片 11"/>
          <p:cNvPicPr>
            <a:picLocks noChangeAspect="1"/>
          </p:cNvPicPr>
          <p:nvPr userDrawn="1"/>
        </p:nvPicPr>
        <p:blipFill>
          <a:blip r:embed="rId5" cstate="print"/>
          <a:stretch>
            <a:fillRect/>
          </a:stretch>
        </p:blipFill>
        <p:spPr>
          <a:xfrm>
            <a:off x="0" y="-26590"/>
            <a:ext cx="12190413" cy="100567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5" r:id="rId1"/>
    <p:sldLayoutId id="2147483676" r:id="rId2"/>
  </p:sldLayoutIdLst>
  <p:hf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419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839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258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678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8305" indent="-408305"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4555" indent="-340360"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60805" indent="-272415"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5000"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9195"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339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758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178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597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1"/>
          <p:cNvPicPr>
            <a:picLocks noChangeAspect="1"/>
          </p:cNvPicPr>
          <p:nvPr userDrawn="1"/>
        </p:nvPicPr>
        <p:blipFill>
          <a:blip r:embed="rId2" cstate="print"/>
          <a:stretch>
            <a:fillRect/>
          </a:stretch>
        </p:blipFill>
        <p:spPr>
          <a:xfrm>
            <a:off x="38" y="-26538"/>
            <a:ext cx="12190413" cy="1005677"/>
          </a:xfrm>
          <a:prstGeom prst="rect">
            <a:avLst/>
          </a:prstGeom>
          <a:noFill/>
          <a:ln w="9525">
            <a:noFill/>
          </a:ln>
        </p:spPr>
      </p:pic>
      <p:cxnSp>
        <p:nvCxnSpPr>
          <p:cNvPr id="3" name="直接连接符 2"/>
          <p:cNvCxnSpPr/>
          <p:nvPr userDrawn="1"/>
        </p:nvCxnSpPr>
        <p:spPr>
          <a:xfrm>
            <a:off x="982679" y="6382122"/>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2" name="Picture 2"/>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r="35332"/>
          <a:stretch>
            <a:fillRect/>
          </a:stretch>
        </p:blipFill>
        <p:spPr bwMode="auto">
          <a:xfrm>
            <a:off x="9646103" y="6382122"/>
            <a:ext cx="2281751" cy="398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图片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34604" y="5950074"/>
            <a:ext cx="576064" cy="465516"/>
          </a:xfrm>
          <a:prstGeom prst="rect">
            <a:avLst/>
          </a:prstGeom>
        </p:spPr>
      </p:pic>
    </p:spTree>
  </p:cSld>
  <p:clrMap bg1="lt1" tx1="dk1" bg2="lt2" tx2="dk2" accent1="accent1" accent2="accent2" accent3="accent3" accent4="accent4" accent5="accent5" accent6="accent6" hlink="hlink" folHlink="folHlink"/>
  <p:sldLayoutIdLst>
    <p:sldLayoutId id="2147483678" r:id="rId1"/>
  </p:sldLayoutIdLst>
  <p:hf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356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775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131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487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7670" indent="-407670"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3920" indent="-339725"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59535" indent="-271780"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3095" indent="-27178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7290" indent="-27178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0850"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4410"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78605"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2165"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7755" rtl="0" eaLnBrk="1" latinLnBrk="0" hangingPunct="1">
        <a:defRPr sz="2100" kern="1200">
          <a:solidFill>
            <a:schemeClr val="tx1"/>
          </a:solidFill>
          <a:latin typeface="+mn-lt"/>
          <a:ea typeface="+mn-ea"/>
          <a:cs typeface="+mn-cs"/>
        </a:defRPr>
      </a:lvl1pPr>
      <a:lvl2pPr marL="543560" algn="l" defTabSz="1087755" rtl="0" eaLnBrk="1" latinLnBrk="0" hangingPunct="1">
        <a:defRPr sz="2100" kern="1200">
          <a:solidFill>
            <a:schemeClr val="tx1"/>
          </a:solidFill>
          <a:latin typeface="+mn-lt"/>
          <a:ea typeface="+mn-ea"/>
          <a:cs typeface="+mn-cs"/>
        </a:defRPr>
      </a:lvl2pPr>
      <a:lvl3pPr marL="1087755" algn="l" defTabSz="1087755" rtl="0" eaLnBrk="1" latinLnBrk="0" hangingPunct="1">
        <a:defRPr sz="2100" kern="1200">
          <a:solidFill>
            <a:schemeClr val="tx1"/>
          </a:solidFill>
          <a:latin typeface="+mn-lt"/>
          <a:ea typeface="+mn-ea"/>
          <a:cs typeface="+mn-cs"/>
        </a:defRPr>
      </a:lvl3pPr>
      <a:lvl4pPr marL="1631315" algn="l" defTabSz="1087755" rtl="0" eaLnBrk="1" latinLnBrk="0" hangingPunct="1">
        <a:defRPr sz="2100" kern="1200">
          <a:solidFill>
            <a:schemeClr val="tx1"/>
          </a:solidFill>
          <a:latin typeface="+mn-lt"/>
          <a:ea typeface="+mn-ea"/>
          <a:cs typeface="+mn-cs"/>
        </a:defRPr>
      </a:lvl4pPr>
      <a:lvl5pPr marL="2174875" algn="l" defTabSz="1087755" rtl="0" eaLnBrk="1" latinLnBrk="0" hangingPunct="1">
        <a:defRPr sz="2100" kern="1200">
          <a:solidFill>
            <a:schemeClr val="tx1"/>
          </a:solidFill>
          <a:latin typeface="+mn-lt"/>
          <a:ea typeface="+mn-ea"/>
          <a:cs typeface="+mn-cs"/>
        </a:defRPr>
      </a:lvl5pPr>
      <a:lvl6pPr marL="2719070" algn="l" defTabSz="1087755" rtl="0" eaLnBrk="1" latinLnBrk="0" hangingPunct="1">
        <a:defRPr sz="2100" kern="1200">
          <a:solidFill>
            <a:schemeClr val="tx1"/>
          </a:solidFill>
          <a:latin typeface="+mn-lt"/>
          <a:ea typeface="+mn-ea"/>
          <a:cs typeface="+mn-cs"/>
        </a:defRPr>
      </a:lvl6pPr>
      <a:lvl7pPr marL="3262630" algn="l" defTabSz="1087755" rtl="0" eaLnBrk="1" latinLnBrk="0" hangingPunct="1">
        <a:defRPr sz="2100" kern="1200">
          <a:solidFill>
            <a:schemeClr val="tx1"/>
          </a:solidFill>
          <a:latin typeface="+mn-lt"/>
          <a:ea typeface="+mn-ea"/>
          <a:cs typeface="+mn-cs"/>
        </a:defRPr>
      </a:lvl7pPr>
      <a:lvl8pPr marL="3806825" algn="l" defTabSz="1087755" rtl="0" eaLnBrk="1" latinLnBrk="0" hangingPunct="1">
        <a:defRPr sz="2100" kern="1200">
          <a:solidFill>
            <a:schemeClr val="tx1"/>
          </a:solidFill>
          <a:latin typeface="+mn-lt"/>
          <a:ea typeface="+mn-ea"/>
          <a:cs typeface="+mn-cs"/>
        </a:defRPr>
      </a:lvl8pPr>
      <a:lvl9pPr marL="4350385" algn="l" defTabSz="1087755" rtl="0" eaLnBrk="1" latinLnBrk="0" hangingPunct="1">
        <a:defRPr sz="21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1"/>
          <p:cNvPicPr>
            <a:picLocks noChangeAspect="1"/>
          </p:cNvPicPr>
          <p:nvPr userDrawn="1"/>
        </p:nvPicPr>
        <p:blipFill>
          <a:blip r:embed="rId2" cstate="print"/>
          <a:stretch>
            <a:fillRect/>
          </a:stretch>
        </p:blipFill>
        <p:spPr>
          <a:xfrm>
            <a:off x="38" y="-26538"/>
            <a:ext cx="12190413" cy="1005677"/>
          </a:xfrm>
          <a:prstGeom prst="rect">
            <a:avLst/>
          </a:prstGeom>
          <a:noFill/>
          <a:ln w="9525">
            <a:noFill/>
          </a:ln>
        </p:spPr>
      </p:pic>
      <p:cxnSp>
        <p:nvCxnSpPr>
          <p:cNvPr id="3" name="直接连接符 2"/>
          <p:cNvCxnSpPr/>
          <p:nvPr userDrawn="1"/>
        </p:nvCxnSpPr>
        <p:spPr>
          <a:xfrm>
            <a:off x="982679" y="6382122"/>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2" name="Picture 2"/>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r="35332"/>
          <a:stretch>
            <a:fillRect/>
          </a:stretch>
        </p:blipFill>
        <p:spPr bwMode="auto">
          <a:xfrm>
            <a:off x="9646103" y="6382122"/>
            <a:ext cx="2281751" cy="398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图片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34604" y="5950074"/>
            <a:ext cx="576064" cy="465516"/>
          </a:xfrm>
          <a:prstGeom prst="rect">
            <a:avLst/>
          </a:prstGeom>
        </p:spPr>
      </p:pic>
    </p:spTree>
  </p:cSld>
  <p:clrMap bg1="lt1" tx1="dk1" bg2="lt2" tx2="dk2" accent1="accent1" accent2="accent2" accent3="accent3" accent4="accent4" accent5="accent5" accent6="accent6" hlink="hlink" folHlink="folHlink"/>
  <p:sldLayoutIdLst>
    <p:sldLayoutId id="2147483680" r:id="rId1"/>
  </p:sldLayoutIdLst>
  <p:hf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356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775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131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487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7670" indent="-407670"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3920" indent="-339725"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59535" indent="-271780"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3095" indent="-27178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7290" indent="-27178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0850"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4410"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78605"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2165"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7755" rtl="0" eaLnBrk="1" latinLnBrk="0" hangingPunct="1">
        <a:defRPr sz="2100" kern="1200">
          <a:solidFill>
            <a:schemeClr val="tx1"/>
          </a:solidFill>
          <a:latin typeface="+mn-lt"/>
          <a:ea typeface="+mn-ea"/>
          <a:cs typeface="+mn-cs"/>
        </a:defRPr>
      </a:lvl1pPr>
      <a:lvl2pPr marL="543560" algn="l" defTabSz="1087755" rtl="0" eaLnBrk="1" latinLnBrk="0" hangingPunct="1">
        <a:defRPr sz="2100" kern="1200">
          <a:solidFill>
            <a:schemeClr val="tx1"/>
          </a:solidFill>
          <a:latin typeface="+mn-lt"/>
          <a:ea typeface="+mn-ea"/>
          <a:cs typeface="+mn-cs"/>
        </a:defRPr>
      </a:lvl2pPr>
      <a:lvl3pPr marL="1087755" algn="l" defTabSz="1087755" rtl="0" eaLnBrk="1" latinLnBrk="0" hangingPunct="1">
        <a:defRPr sz="2100" kern="1200">
          <a:solidFill>
            <a:schemeClr val="tx1"/>
          </a:solidFill>
          <a:latin typeface="+mn-lt"/>
          <a:ea typeface="+mn-ea"/>
          <a:cs typeface="+mn-cs"/>
        </a:defRPr>
      </a:lvl3pPr>
      <a:lvl4pPr marL="1631315" algn="l" defTabSz="1087755" rtl="0" eaLnBrk="1" latinLnBrk="0" hangingPunct="1">
        <a:defRPr sz="2100" kern="1200">
          <a:solidFill>
            <a:schemeClr val="tx1"/>
          </a:solidFill>
          <a:latin typeface="+mn-lt"/>
          <a:ea typeface="+mn-ea"/>
          <a:cs typeface="+mn-cs"/>
        </a:defRPr>
      </a:lvl4pPr>
      <a:lvl5pPr marL="2174875" algn="l" defTabSz="1087755" rtl="0" eaLnBrk="1" latinLnBrk="0" hangingPunct="1">
        <a:defRPr sz="2100" kern="1200">
          <a:solidFill>
            <a:schemeClr val="tx1"/>
          </a:solidFill>
          <a:latin typeface="+mn-lt"/>
          <a:ea typeface="+mn-ea"/>
          <a:cs typeface="+mn-cs"/>
        </a:defRPr>
      </a:lvl5pPr>
      <a:lvl6pPr marL="2719070" algn="l" defTabSz="1087755" rtl="0" eaLnBrk="1" latinLnBrk="0" hangingPunct="1">
        <a:defRPr sz="2100" kern="1200">
          <a:solidFill>
            <a:schemeClr val="tx1"/>
          </a:solidFill>
          <a:latin typeface="+mn-lt"/>
          <a:ea typeface="+mn-ea"/>
          <a:cs typeface="+mn-cs"/>
        </a:defRPr>
      </a:lvl6pPr>
      <a:lvl7pPr marL="3262630" algn="l" defTabSz="1087755" rtl="0" eaLnBrk="1" latinLnBrk="0" hangingPunct="1">
        <a:defRPr sz="2100" kern="1200">
          <a:solidFill>
            <a:schemeClr val="tx1"/>
          </a:solidFill>
          <a:latin typeface="+mn-lt"/>
          <a:ea typeface="+mn-ea"/>
          <a:cs typeface="+mn-cs"/>
        </a:defRPr>
      </a:lvl7pPr>
      <a:lvl8pPr marL="3806825" algn="l" defTabSz="1087755" rtl="0" eaLnBrk="1" latinLnBrk="0" hangingPunct="1">
        <a:defRPr sz="2100" kern="1200">
          <a:solidFill>
            <a:schemeClr val="tx1"/>
          </a:solidFill>
          <a:latin typeface="+mn-lt"/>
          <a:ea typeface="+mn-ea"/>
          <a:cs typeface="+mn-cs"/>
        </a:defRPr>
      </a:lvl8pPr>
      <a:lvl9pPr marL="4350385" algn="l" defTabSz="1087755" rtl="0" eaLnBrk="1" latinLnBrk="0" hangingPunct="1">
        <a:defRPr sz="21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511030" y="6494659"/>
            <a:ext cx="2743200" cy="331932"/>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1088390"/>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pic>
        <p:nvPicPr>
          <p:cNvPr id="7" name="Picture 3" descr="C:\Users\Administrator\Desktop\ad96503d452ac644c039a4e9ef6caad.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8542" y="6022082"/>
            <a:ext cx="854911" cy="67819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Users\Administrator\Desktop\0880a78ea5debcbb49d60dde819045e.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255446" y="6310114"/>
            <a:ext cx="3895725" cy="49530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p:cNvCxnSpPr/>
          <p:nvPr userDrawn="1"/>
        </p:nvCxnSpPr>
        <p:spPr>
          <a:xfrm>
            <a:off x="1054646" y="6310114"/>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11" name="图片 11"/>
          <p:cNvPicPr>
            <a:picLocks noChangeAspect="1"/>
          </p:cNvPicPr>
          <p:nvPr userDrawn="1"/>
        </p:nvPicPr>
        <p:blipFill>
          <a:blip r:embed="rId5" cstate="print"/>
          <a:stretch>
            <a:fillRect/>
          </a:stretch>
        </p:blipFill>
        <p:spPr>
          <a:xfrm>
            <a:off x="0" y="-26590"/>
            <a:ext cx="12190413" cy="100567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2" r:id="rId1"/>
    <p:sldLayoutId id="2147483683" r:id="rId2"/>
  </p:sldLayoutIdLst>
  <p:hf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419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839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258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678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8305" indent="-408305"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4555" indent="-340360"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60805" indent="-272415"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5000"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9195"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339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758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178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597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511030" y="6494659"/>
            <a:ext cx="2743200" cy="331932"/>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1088390"/>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pic>
        <p:nvPicPr>
          <p:cNvPr id="7" name="Picture 3" descr="C:\Users\Administrator\Desktop\ad96503d452ac644c039a4e9ef6caad.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8542" y="6022082"/>
            <a:ext cx="854911" cy="67819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Users\Administrator\Desktop\0880a78ea5debcbb49d60dde819045e.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255446" y="6310114"/>
            <a:ext cx="3895725" cy="49530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p:cNvCxnSpPr/>
          <p:nvPr userDrawn="1"/>
        </p:nvCxnSpPr>
        <p:spPr>
          <a:xfrm>
            <a:off x="1054646" y="6310114"/>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11" name="图片 11"/>
          <p:cNvPicPr>
            <a:picLocks noChangeAspect="1"/>
          </p:cNvPicPr>
          <p:nvPr userDrawn="1"/>
        </p:nvPicPr>
        <p:blipFill>
          <a:blip r:embed="rId5" cstate="print"/>
          <a:stretch>
            <a:fillRect/>
          </a:stretch>
        </p:blipFill>
        <p:spPr>
          <a:xfrm>
            <a:off x="0" y="-26590"/>
            <a:ext cx="12190413" cy="100567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5" r:id="rId1"/>
    <p:sldLayoutId id="2147483686" r:id="rId2"/>
  </p:sldLayoutIdLst>
  <p:hf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419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839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258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678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8305" indent="-408305"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4555" indent="-340360"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60805" indent="-272415"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5000"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9195"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339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758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178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597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511030" y="6494659"/>
            <a:ext cx="2743200" cy="331932"/>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1088390"/>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pic>
        <p:nvPicPr>
          <p:cNvPr id="7" name="Picture 3" descr="C:\Users\Administrator\Desktop\ad96503d452ac644c039a4e9ef6caad.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8542" y="6022082"/>
            <a:ext cx="854911" cy="67819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Users\Administrator\Desktop\0880a78ea5debcbb49d60dde819045e.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255446" y="6310114"/>
            <a:ext cx="3895725" cy="49530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p:cNvCxnSpPr/>
          <p:nvPr userDrawn="1"/>
        </p:nvCxnSpPr>
        <p:spPr>
          <a:xfrm>
            <a:off x="1054646" y="6310114"/>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11" name="图片 11"/>
          <p:cNvPicPr>
            <a:picLocks noChangeAspect="1"/>
          </p:cNvPicPr>
          <p:nvPr userDrawn="1"/>
        </p:nvPicPr>
        <p:blipFill>
          <a:blip r:embed="rId5" cstate="print"/>
          <a:stretch>
            <a:fillRect/>
          </a:stretch>
        </p:blipFill>
        <p:spPr>
          <a:xfrm>
            <a:off x="0" y="-26590"/>
            <a:ext cx="12190413" cy="100567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88" r:id="rId1"/>
    <p:sldLayoutId id="2147483689" r:id="rId2"/>
  </p:sldLayoutIdLst>
  <p:hf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419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839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258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678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8305" indent="-408305"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4555" indent="-340360"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60805" indent="-272415"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5000"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9195"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339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758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178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597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511030" y="6494659"/>
            <a:ext cx="2743200" cy="331932"/>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1088390"/>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pic>
        <p:nvPicPr>
          <p:cNvPr id="7" name="Picture 3" descr="C:\Users\Administrator\Desktop\ad96503d452ac644c039a4e9ef6caad.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8542" y="6022082"/>
            <a:ext cx="854911" cy="67819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Users\Administrator\Desktop\0880a78ea5debcbb49d60dde819045e.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255446" y="6310114"/>
            <a:ext cx="3895725" cy="49530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p:cNvCxnSpPr/>
          <p:nvPr userDrawn="1"/>
        </p:nvCxnSpPr>
        <p:spPr>
          <a:xfrm>
            <a:off x="1054646" y="6310114"/>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11" name="图片 11"/>
          <p:cNvPicPr>
            <a:picLocks noChangeAspect="1"/>
          </p:cNvPicPr>
          <p:nvPr userDrawn="1"/>
        </p:nvPicPr>
        <p:blipFill>
          <a:blip r:embed="rId5" cstate="print"/>
          <a:stretch>
            <a:fillRect/>
          </a:stretch>
        </p:blipFill>
        <p:spPr>
          <a:xfrm>
            <a:off x="0" y="-26590"/>
            <a:ext cx="12190413" cy="100567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91" r:id="rId1"/>
    <p:sldLayoutId id="2147483692" r:id="rId2"/>
  </p:sldLayoutIdLst>
  <p:hf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419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839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258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678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8305" indent="-408305"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4555" indent="-340360"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60805" indent="-272415"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5000"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9195"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339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758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178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597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511030" y="6494659"/>
            <a:ext cx="2743200" cy="331932"/>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1088390"/>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pic>
        <p:nvPicPr>
          <p:cNvPr id="7" name="Picture 3" descr="C:\Users\Administrator\Desktop\ad96503d452ac644c039a4e9ef6caad.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8542" y="6022082"/>
            <a:ext cx="854911" cy="67819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Users\Administrator\Desktop\0880a78ea5debcbb49d60dde819045e.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255446" y="6310114"/>
            <a:ext cx="3895725" cy="49530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p:cNvCxnSpPr/>
          <p:nvPr userDrawn="1"/>
        </p:nvCxnSpPr>
        <p:spPr>
          <a:xfrm>
            <a:off x="1054646" y="6310114"/>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11" name="图片 11"/>
          <p:cNvPicPr>
            <a:picLocks noChangeAspect="1"/>
          </p:cNvPicPr>
          <p:nvPr userDrawn="1"/>
        </p:nvPicPr>
        <p:blipFill>
          <a:blip r:embed="rId5" cstate="print"/>
          <a:stretch>
            <a:fillRect/>
          </a:stretch>
        </p:blipFill>
        <p:spPr>
          <a:xfrm>
            <a:off x="0" y="-26590"/>
            <a:ext cx="12190413" cy="100567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94" r:id="rId1"/>
    <p:sldLayoutId id="2147483695" r:id="rId2"/>
  </p:sldLayoutIdLst>
  <p:hf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419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839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258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678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8305" indent="-408305"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4555" indent="-340360"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60805" indent="-272415"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5000"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9195"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339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758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178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597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511030" y="6494659"/>
            <a:ext cx="2743200" cy="331932"/>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1088390"/>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pic>
        <p:nvPicPr>
          <p:cNvPr id="7" name="Picture 3" descr="C:\Users\Administrator\Desktop\ad96503d452ac644c039a4e9ef6caad.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8542" y="6022082"/>
            <a:ext cx="854911" cy="67819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Users\Administrator\Desktop\0880a78ea5debcbb49d60dde819045e.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255446" y="6310114"/>
            <a:ext cx="3895725" cy="49530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p:cNvCxnSpPr/>
          <p:nvPr userDrawn="1"/>
        </p:nvCxnSpPr>
        <p:spPr>
          <a:xfrm>
            <a:off x="1054646" y="6310114"/>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11" name="图片 11"/>
          <p:cNvPicPr>
            <a:picLocks noChangeAspect="1"/>
          </p:cNvPicPr>
          <p:nvPr userDrawn="1"/>
        </p:nvPicPr>
        <p:blipFill>
          <a:blip r:embed="rId5" cstate="print"/>
          <a:stretch>
            <a:fillRect/>
          </a:stretch>
        </p:blipFill>
        <p:spPr>
          <a:xfrm>
            <a:off x="0" y="-26590"/>
            <a:ext cx="12190413" cy="100567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97" r:id="rId1"/>
    <p:sldLayoutId id="2147483698" r:id="rId2"/>
  </p:sldLayoutIdLst>
  <p:hf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419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839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258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678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8305" indent="-408305"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4555" indent="-340360"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60805" indent="-272415"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5000"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9195"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339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758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178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597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511030" y="6494659"/>
            <a:ext cx="2743200" cy="331932"/>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1088390"/>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pic>
        <p:nvPicPr>
          <p:cNvPr id="7" name="Picture 3" descr="C:\Users\Administrator\Desktop\ad96503d452ac644c039a4e9ef6caad.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8542" y="6022082"/>
            <a:ext cx="854911" cy="67819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Users\Administrator\Desktop\0880a78ea5debcbb49d60dde819045e.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255446" y="6310114"/>
            <a:ext cx="3895725" cy="49530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p:cNvCxnSpPr/>
          <p:nvPr userDrawn="1"/>
        </p:nvCxnSpPr>
        <p:spPr>
          <a:xfrm>
            <a:off x="1054646" y="6310114"/>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11" name="图片 11"/>
          <p:cNvPicPr>
            <a:picLocks noChangeAspect="1"/>
          </p:cNvPicPr>
          <p:nvPr userDrawn="1"/>
        </p:nvPicPr>
        <p:blipFill>
          <a:blip r:embed="rId5" cstate="print"/>
          <a:stretch>
            <a:fillRect/>
          </a:stretch>
        </p:blipFill>
        <p:spPr>
          <a:xfrm>
            <a:off x="0" y="-26590"/>
            <a:ext cx="12190413" cy="100567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00" r:id="rId1"/>
    <p:sldLayoutId id="2147483701" r:id="rId2"/>
  </p:sldLayoutIdLst>
  <p:hf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419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839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258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678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8305" indent="-408305"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4555" indent="-340360"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60805" indent="-272415"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5000"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9195"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339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758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178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597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511030" y="6494659"/>
            <a:ext cx="2743200" cy="331932"/>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1088390"/>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pic>
        <p:nvPicPr>
          <p:cNvPr id="7" name="Picture 3" descr="C:\Users\Administrator\Desktop\ad96503d452ac644c039a4e9ef6caad.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8542" y="6022082"/>
            <a:ext cx="854911" cy="67819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Users\Administrator\Desktop\0880a78ea5debcbb49d60dde819045e.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255446" y="6310114"/>
            <a:ext cx="3895725" cy="49530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p:cNvCxnSpPr/>
          <p:nvPr userDrawn="1"/>
        </p:nvCxnSpPr>
        <p:spPr>
          <a:xfrm>
            <a:off x="1054646" y="6310114"/>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11" name="图片 11"/>
          <p:cNvPicPr>
            <a:picLocks noChangeAspect="1"/>
          </p:cNvPicPr>
          <p:nvPr userDrawn="1"/>
        </p:nvPicPr>
        <p:blipFill>
          <a:blip r:embed="rId5" cstate="print"/>
          <a:stretch>
            <a:fillRect/>
          </a:stretch>
        </p:blipFill>
        <p:spPr>
          <a:xfrm>
            <a:off x="0" y="-26590"/>
            <a:ext cx="12190413" cy="100567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03" r:id="rId1"/>
    <p:sldLayoutId id="2147483704" r:id="rId2"/>
  </p:sldLayoutIdLst>
  <p:hf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419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839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258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678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8305" indent="-408305"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4555" indent="-340360"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60805" indent="-272415"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5000"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9195"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339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758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178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597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a:xfrm>
            <a:off x="4511030" y="6494659"/>
            <a:ext cx="2743200" cy="331932"/>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1088390"/>
            <a:fld id="{4D80E0F7-D099-4A3E-8292-3FCE04E14D55}" type="slidenum">
              <a:rPr lang="zh-CN" altLang="en-US" smtClean="0">
                <a:solidFill>
                  <a:prstClr val="black">
                    <a:tint val="75000"/>
                  </a:prstClr>
                </a:solidFill>
              </a:rPr>
            </a:fld>
            <a:endParaRPr lang="zh-CN" altLang="en-US" dirty="0">
              <a:solidFill>
                <a:prstClr val="black">
                  <a:tint val="75000"/>
                </a:prstClr>
              </a:solidFill>
            </a:endParaRPr>
          </a:p>
        </p:txBody>
      </p:sp>
      <p:pic>
        <p:nvPicPr>
          <p:cNvPr id="7" name="Picture 3" descr="C:\Users\Administrator\Desktop\ad96503d452ac644c039a4e9ef6caad.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18542" y="6022082"/>
            <a:ext cx="854911" cy="678198"/>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C:\Users\Administrator\Desktop\0880a78ea5debcbb49d60dde819045e.png"/>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8255446" y="6310114"/>
            <a:ext cx="3895725" cy="495300"/>
          </a:xfrm>
          <a:prstGeom prst="rect">
            <a:avLst/>
          </a:prstGeom>
          <a:noFill/>
          <a:extLst>
            <a:ext uri="{909E8E84-426E-40DD-AFC4-6F175D3DCCD1}">
              <a14:hiddenFill xmlns:a14="http://schemas.microsoft.com/office/drawing/2010/main">
                <a:solidFill>
                  <a:srgbClr val="FFFFFF"/>
                </a:solidFill>
              </a14:hiddenFill>
            </a:ext>
          </a:extLst>
        </p:spPr>
      </p:pic>
      <p:cxnSp>
        <p:nvCxnSpPr>
          <p:cNvPr id="3" name="直接连接符 2"/>
          <p:cNvCxnSpPr/>
          <p:nvPr userDrawn="1"/>
        </p:nvCxnSpPr>
        <p:spPr>
          <a:xfrm>
            <a:off x="1054646" y="6310114"/>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11" name="图片 11"/>
          <p:cNvPicPr>
            <a:picLocks noChangeAspect="1"/>
          </p:cNvPicPr>
          <p:nvPr userDrawn="1"/>
        </p:nvPicPr>
        <p:blipFill>
          <a:blip r:embed="rId5" cstate="print"/>
          <a:stretch>
            <a:fillRect/>
          </a:stretch>
        </p:blipFill>
        <p:spPr>
          <a:xfrm>
            <a:off x="0" y="-26590"/>
            <a:ext cx="12190413" cy="1005677"/>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706" r:id="rId1"/>
    <p:sldLayoutId id="2147483707" r:id="rId2"/>
  </p:sldLayoutIdLst>
  <p:hf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419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839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258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678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8305" indent="-408305"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4555" indent="-340360"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60805" indent="-272415"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5000"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9195" indent="-272415"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339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758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81780"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5975" indent="-272415" algn="l" defTabSz="108839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8390" rtl="0" eaLnBrk="1" latinLnBrk="0" hangingPunct="1">
        <a:defRPr sz="2100" kern="1200">
          <a:solidFill>
            <a:schemeClr val="tx1"/>
          </a:solidFill>
          <a:latin typeface="+mn-lt"/>
          <a:ea typeface="+mn-ea"/>
          <a:cs typeface="+mn-cs"/>
        </a:defRPr>
      </a:lvl1pPr>
      <a:lvl2pPr marL="544195" algn="l" defTabSz="1088390" rtl="0" eaLnBrk="1" latinLnBrk="0" hangingPunct="1">
        <a:defRPr sz="2100" kern="1200">
          <a:solidFill>
            <a:schemeClr val="tx1"/>
          </a:solidFill>
          <a:latin typeface="+mn-lt"/>
          <a:ea typeface="+mn-ea"/>
          <a:cs typeface="+mn-cs"/>
        </a:defRPr>
      </a:lvl2pPr>
      <a:lvl3pPr marL="1088390" algn="l" defTabSz="1088390" rtl="0" eaLnBrk="1" latinLnBrk="0" hangingPunct="1">
        <a:defRPr sz="2100" kern="1200">
          <a:solidFill>
            <a:schemeClr val="tx1"/>
          </a:solidFill>
          <a:latin typeface="+mn-lt"/>
          <a:ea typeface="+mn-ea"/>
          <a:cs typeface="+mn-cs"/>
        </a:defRPr>
      </a:lvl3pPr>
      <a:lvl4pPr marL="1632585" algn="l" defTabSz="1088390" rtl="0" eaLnBrk="1" latinLnBrk="0" hangingPunct="1">
        <a:defRPr sz="2100" kern="1200">
          <a:solidFill>
            <a:schemeClr val="tx1"/>
          </a:solidFill>
          <a:latin typeface="+mn-lt"/>
          <a:ea typeface="+mn-ea"/>
          <a:cs typeface="+mn-cs"/>
        </a:defRPr>
      </a:lvl4pPr>
      <a:lvl5pPr marL="2176780" algn="l" defTabSz="1088390" rtl="0" eaLnBrk="1" latinLnBrk="0" hangingPunct="1">
        <a:defRPr sz="2100" kern="1200">
          <a:solidFill>
            <a:schemeClr val="tx1"/>
          </a:solidFill>
          <a:latin typeface="+mn-lt"/>
          <a:ea typeface="+mn-ea"/>
          <a:cs typeface="+mn-cs"/>
        </a:defRPr>
      </a:lvl5pPr>
      <a:lvl6pPr marL="2720975" algn="l" defTabSz="1088390" rtl="0" eaLnBrk="1" latinLnBrk="0" hangingPunct="1">
        <a:defRPr sz="2100" kern="1200">
          <a:solidFill>
            <a:schemeClr val="tx1"/>
          </a:solidFill>
          <a:latin typeface="+mn-lt"/>
          <a:ea typeface="+mn-ea"/>
          <a:cs typeface="+mn-cs"/>
        </a:defRPr>
      </a:lvl6pPr>
      <a:lvl7pPr marL="3265805" algn="l" defTabSz="1088390" rtl="0" eaLnBrk="1" latinLnBrk="0" hangingPunct="1">
        <a:defRPr sz="2100" kern="1200">
          <a:solidFill>
            <a:schemeClr val="tx1"/>
          </a:solidFill>
          <a:latin typeface="+mn-lt"/>
          <a:ea typeface="+mn-ea"/>
          <a:cs typeface="+mn-cs"/>
        </a:defRPr>
      </a:lvl7pPr>
      <a:lvl8pPr marL="3810000" algn="l" defTabSz="1088390" rtl="0" eaLnBrk="1" latinLnBrk="0" hangingPunct="1">
        <a:defRPr sz="2100" kern="1200">
          <a:solidFill>
            <a:schemeClr val="tx1"/>
          </a:solidFill>
          <a:latin typeface="+mn-lt"/>
          <a:ea typeface="+mn-ea"/>
          <a:cs typeface="+mn-cs"/>
        </a:defRPr>
      </a:lvl8pPr>
      <a:lvl9pPr marL="4354195" algn="l" defTabSz="1088390" rtl="0" eaLnBrk="1" latinLnBrk="0" hangingPunct="1">
        <a:defRPr sz="21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1"/>
          <p:cNvPicPr>
            <a:picLocks noChangeAspect="1"/>
          </p:cNvPicPr>
          <p:nvPr userDrawn="1"/>
        </p:nvPicPr>
        <p:blipFill>
          <a:blip r:embed="rId2" cstate="print"/>
          <a:stretch>
            <a:fillRect/>
          </a:stretch>
        </p:blipFill>
        <p:spPr>
          <a:xfrm>
            <a:off x="38" y="-26538"/>
            <a:ext cx="12190413" cy="1005677"/>
          </a:xfrm>
          <a:prstGeom prst="rect">
            <a:avLst/>
          </a:prstGeom>
          <a:noFill/>
          <a:ln w="9525">
            <a:noFill/>
          </a:ln>
        </p:spPr>
      </p:pic>
      <p:cxnSp>
        <p:nvCxnSpPr>
          <p:cNvPr id="3" name="直接连接符 2"/>
          <p:cNvCxnSpPr/>
          <p:nvPr userDrawn="1"/>
        </p:nvCxnSpPr>
        <p:spPr>
          <a:xfrm>
            <a:off x="982679" y="6382122"/>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2" name="Picture 2"/>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r="35332"/>
          <a:stretch>
            <a:fillRect/>
          </a:stretch>
        </p:blipFill>
        <p:spPr bwMode="auto">
          <a:xfrm>
            <a:off x="9646103" y="6382122"/>
            <a:ext cx="2281751" cy="398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图片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34604" y="5950074"/>
            <a:ext cx="576064" cy="465516"/>
          </a:xfrm>
          <a:prstGeom prst="rect">
            <a:avLst/>
          </a:prstGeom>
        </p:spPr>
      </p:pic>
    </p:spTree>
  </p:cSld>
  <p:clrMap bg1="lt1" tx1="dk1" bg2="lt2" tx2="dk2" accent1="accent1" accent2="accent2" accent3="accent3" accent4="accent4" accent5="accent5" accent6="accent6" hlink="hlink" folHlink="folHlink"/>
  <p:sldLayoutIdLst>
    <p:sldLayoutId id="2147483709" r:id="rId1"/>
  </p:sldLayoutIdLst>
  <p:hf hd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356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775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131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487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7670" indent="-407670"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3920" indent="-339725"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59535" indent="-271780"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3095" indent="-27178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7290" indent="-27178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0850"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4410"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78605"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2165"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7755" rtl="0" eaLnBrk="1" latinLnBrk="0" hangingPunct="1">
        <a:defRPr sz="2100" kern="1200">
          <a:solidFill>
            <a:schemeClr val="tx1"/>
          </a:solidFill>
          <a:latin typeface="+mn-lt"/>
          <a:ea typeface="+mn-ea"/>
          <a:cs typeface="+mn-cs"/>
        </a:defRPr>
      </a:lvl1pPr>
      <a:lvl2pPr marL="543560" algn="l" defTabSz="1087755" rtl="0" eaLnBrk="1" latinLnBrk="0" hangingPunct="1">
        <a:defRPr sz="2100" kern="1200">
          <a:solidFill>
            <a:schemeClr val="tx1"/>
          </a:solidFill>
          <a:latin typeface="+mn-lt"/>
          <a:ea typeface="+mn-ea"/>
          <a:cs typeface="+mn-cs"/>
        </a:defRPr>
      </a:lvl2pPr>
      <a:lvl3pPr marL="1087755" algn="l" defTabSz="1087755" rtl="0" eaLnBrk="1" latinLnBrk="0" hangingPunct="1">
        <a:defRPr sz="2100" kern="1200">
          <a:solidFill>
            <a:schemeClr val="tx1"/>
          </a:solidFill>
          <a:latin typeface="+mn-lt"/>
          <a:ea typeface="+mn-ea"/>
          <a:cs typeface="+mn-cs"/>
        </a:defRPr>
      </a:lvl3pPr>
      <a:lvl4pPr marL="1631315" algn="l" defTabSz="1087755" rtl="0" eaLnBrk="1" latinLnBrk="0" hangingPunct="1">
        <a:defRPr sz="2100" kern="1200">
          <a:solidFill>
            <a:schemeClr val="tx1"/>
          </a:solidFill>
          <a:latin typeface="+mn-lt"/>
          <a:ea typeface="+mn-ea"/>
          <a:cs typeface="+mn-cs"/>
        </a:defRPr>
      </a:lvl4pPr>
      <a:lvl5pPr marL="2174875" algn="l" defTabSz="1087755" rtl="0" eaLnBrk="1" latinLnBrk="0" hangingPunct="1">
        <a:defRPr sz="2100" kern="1200">
          <a:solidFill>
            <a:schemeClr val="tx1"/>
          </a:solidFill>
          <a:latin typeface="+mn-lt"/>
          <a:ea typeface="+mn-ea"/>
          <a:cs typeface="+mn-cs"/>
        </a:defRPr>
      </a:lvl5pPr>
      <a:lvl6pPr marL="2719070" algn="l" defTabSz="1087755" rtl="0" eaLnBrk="1" latinLnBrk="0" hangingPunct="1">
        <a:defRPr sz="2100" kern="1200">
          <a:solidFill>
            <a:schemeClr val="tx1"/>
          </a:solidFill>
          <a:latin typeface="+mn-lt"/>
          <a:ea typeface="+mn-ea"/>
          <a:cs typeface="+mn-cs"/>
        </a:defRPr>
      </a:lvl6pPr>
      <a:lvl7pPr marL="3262630" algn="l" defTabSz="1087755" rtl="0" eaLnBrk="1" latinLnBrk="0" hangingPunct="1">
        <a:defRPr sz="2100" kern="1200">
          <a:solidFill>
            <a:schemeClr val="tx1"/>
          </a:solidFill>
          <a:latin typeface="+mn-lt"/>
          <a:ea typeface="+mn-ea"/>
          <a:cs typeface="+mn-cs"/>
        </a:defRPr>
      </a:lvl7pPr>
      <a:lvl8pPr marL="3806825" algn="l" defTabSz="1087755" rtl="0" eaLnBrk="1" latinLnBrk="0" hangingPunct="1">
        <a:defRPr sz="2100" kern="1200">
          <a:solidFill>
            <a:schemeClr val="tx1"/>
          </a:solidFill>
          <a:latin typeface="+mn-lt"/>
          <a:ea typeface="+mn-ea"/>
          <a:cs typeface="+mn-cs"/>
        </a:defRPr>
      </a:lvl8pPr>
      <a:lvl9pPr marL="4350385" algn="l" defTabSz="1087755" rtl="0" eaLnBrk="1" latinLnBrk="0" hangingPunct="1">
        <a:defRPr sz="21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1"/>
          <p:cNvPicPr>
            <a:picLocks noChangeAspect="1"/>
          </p:cNvPicPr>
          <p:nvPr userDrawn="1"/>
        </p:nvPicPr>
        <p:blipFill>
          <a:blip r:embed="rId2" cstate="print"/>
          <a:stretch>
            <a:fillRect/>
          </a:stretch>
        </p:blipFill>
        <p:spPr>
          <a:xfrm>
            <a:off x="38" y="-26538"/>
            <a:ext cx="12190413" cy="1005677"/>
          </a:xfrm>
          <a:prstGeom prst="rect">
            <a:avLst/>
          </a:prstGeom>
          <a:noFill/>
          <a:ln w="9525">
            <a:noFill/>
          </a:ln>
        </p:spPr>
      </p:pic>
      <p:cxnSp>
        <p:nvCxnSpPr>
          <p:cNvPr id="3" name="直接连接符 2"/>
          <p:cNvCxnSpPr/>
          <p:nvPr userDrawn="1"/>
        </p:nvCxnSpPr>
        <p:spPr>
          <a:xfrm>
            <a:off x="982679" y="6382122"/>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2" name="Picture 2"/>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r="35332"/>
          <a:stretch>
            <a:fillRect/>
          </a:stretch>
        </p:blipFill>
        <p:spPr bwMode="auto">
          <a:xfrm>
            <a:off x="9646103" y="6382122"/>
            <a:ext cx="2281751" cy="398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图片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34604" y="5950074"/>
            <a:ext cx="576064" cy="465516"/>
          </a:xfrm>
          <a:prstGeom prst="rect">
            <a:avLst/>
          </a:prstGeom>
        </p:spPr>
      </p:pic>
    </p:spTree>
  </p:cSld>
  <p:clrMap bg1="lt1" tx1="dk1" bg2="lt2" tx2="dk2" accent1="accent1" accent2="accent2" accent3="accent3" accent4="accent4" accent5="accent5" accent6="accent6" hlink="hlink" folHlink="folHlink"/>
  <p:sldLayoutIdLst>
    <p:sldLayoutId id="2147483711" r:id="rId1"/>
  </p:sldLayoutIdLst>
  <p:hf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356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775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131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487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7670" indent="-407670"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3920" indent="-339725"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59535" indent="-271780"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3095" indent="-27178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7290" indent="-27178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0850"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4410"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78605"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2165"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7755" rtl="0" eaLnBrk="1" latinLnBrk="0" hangingPunct="1">
        <a:defRPr sz="2100" kern="1200">
          <a:solidFill>
            <a:schemeClr val="tx1"/>
          </a:solidFill>
          <a:latin typeface="+mn-lt"/>
          <a:ea typeface="+mn-ea"/>
          <a:cs typeface="+mn-cs"/>
        </a:defRPr>
      </a:lvl1pPr>
      <a:lvl2pPr marL="543560" algn="l" defTabSz="1087755" rtl="0" eaLnBrk="1" latinLnBrk="0" hangingPunct="1">
        <a:defRPr sz="2100" kern="1200">
          <a:solidFill>
            <a:schemeClr val="tx1"/>
          </a:solidFill>
          <a:latin typeface="+mn-lt"/>
          <a:ea typeface="+mn-ea"/>
          <a:cs typeface="+mn-cs"/>
        </a:defRPr>
      </a:lvl2pPr>
      <a:lvl3pPr marL="1087755" algn="l" defTabSz="1087755" rtl="0" eaLnBrk="1" latinLnBrk="0" hangingPunct="1">
        <a:defRPr sz="2100" kern="1200">
          <a:solidFill>
            <a:schemeClr val="tx1"/>
          </a:solidFill>
          <a:latin typeface="+mn-lt"/>
          <a:ea typeface="+mn-ea"/>
          <a:cs typeface="+mn-cs"/>
        </a:defRPr>
      </a:lvl3pPr>
      <a:lvl4pPr marL="1631315" algn="l" defTabSz="1087755" rtl="0" eaLnBrk="1" latinLnBrk="0" hangingPunct="1">
        <a:defRPr sz="2100" kern="1200">
          <a:solidFill>
            <a:schemeClr val="tx1"/>
          </a:solidFill>
          <a:latin typeface="+mn-lt"/>
          <a:ea typeface="+mn-ea"/>
          <a:cs typeface="+mn-cs"/>
        </a:defRPr>
      </a:lvl4pPr>
      <a:lvl5pPr marL="2174875" algn="l" defTabSz="1087755" rtl="0" eaLnBrk="1" latinLnBrk="0" hangingPunct="1">
        <a:defRPr sz="2100" kern="1200">
          <a:solidFill>
            <a:schemeClr val="tx1"/>
          </a:solidFill>
          <a:latin typeface="+mn-lt"/>
          <a:ea typeface="+mn-ea"/>
          <a:cs typeface="+mn-cs"/>
        </a:defRPr>
      </a:lvl5pPr>
      <a:lvl6pPr marL="2719070" algn="l" defTabSz="1087755" rtl="0" eaLnBrk="1" latinLnBrk="0" hangingPunct="1">
        <a:defRPr sz="2100" kern="1200">
          <a:solidFill>
            <a:schemeClr val="tx1"/>
          </a:solidFill>
          <a:latin typeface="+mn-lt"/>
          <a:ea typeface="+mn-ea"/>
          <a:cs typeface="+mn-cs"/>
        </a:defRPr>
      </a:lvl6pPr>
      <a:lvl7pPr marL="3262630" algn="l" defTabSz="1087755" rtl="0" eaLnBrk="1" latinLnBrk="0" hangingPunct="1">
        <a:defRPr sz="2100" kern="1200">
          <a:solidFill>
            <a:schemeClr val="tx1"/>
          </a:solidFill>
          <a:latin typeface="+mn-lt"/>
          <a:ea typeface="+mn-ea"/>
          <a:cs typeface="+mn-cs"/>
        </a:defRPr>
      </a:lvl7pPr>
      <a:lvl8pPr marL="3806825" algn="l" defTabSz="1087755" rtl="0" eaLnBrk="1" latinLnBrk="0" hangingPunct="1">
        <a:defRPr sz="2100" kern="1200">
          <a:solidFill>
            <a:schemeClr val="tx1"/>
          </a:solidFill>
          <a:latin typeface="+mn-lt"/>
          <a:ea typeface="+mn-ea"/>
          <a:cs typeface="+mn-cs"/>
        </a:defRPr>
      </a:lvl8pPr>
      <a:lvl9pPr marL="4350385" algn="l" defTabSz="1087755" rtl="0" eaLnBrk="1" latinLnBrk="0" hangingPunct="1">
        <a:defRPr sz="21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1"/>
          <p:cNvPicPr>
            <a:picLocks noChangeAspect="1"/>
          </p:cNvPicPr>
          <p:nvPr userDrawn="1"/>
        </p:nvPicPr>
        <p:blipFill>
          <a:blip r:embed="rId2" cstate="print"/>
          <a:stretch>
            <a:fillRect/>
          </a:stretch>
        </p:blipFill>
        <p:spPr>
          <a:xfrm>
            <a:off x="38" y="-26538"/>
            <a:ext cx="12190413" cy="1005677"/>
          </a:xfrm>
          <a:prstGeom prst="rect">
            <a:avLst/>
          </a:prstGeom>
          <a:noFill/>
          <a:ln w="9525">
            <a:noFill/>
          </a:ln>
        </p:spPr>
      </p:pic>
      <p:cxnSp>
        <p:nvCxnSpPr>
          <p:cNvPr id="3" name="直接连接符 2"/>
          <p:cNvCxnSpPr/>
          <p:nvPr userDrawn="1"/>
        </p:nvCxnSpPr>
        <p:spPr>
          <a:xfrm>
            <a:off x="982679" y="6382122"/>
            <a:ext cx="10895115" cy="0"/>
          </a:xfrm>
          <a:prstGeom prst="line">
            <a:avLst/>
          </a:prstGeom>
          <a:ln w="28575">
            <a:prstDash val="sysDot"/>
          </a:ln>
        </p:spPr>
        <p:style>
          <a:lnRef idx="1">
            <a:schemeClr val="accent1"/>
          </a:lnRef>
          <a:fillRef idx="0">
            <a:schemeClr val="accent1"/>
          </a:fillRef>
          <a:effectRef idx="0">
            <a:schemeClr val="accent1"/>
          </a:effectRef>
          <a:fontRef idx="minor">
            <a:schemeClr val="tx1"/>
          </a:fontRef>
        </p:style>
      </p:cxnSp>
      <p:pic>
        <p:nvPicPr>
          <p:cNvPr id="2" name="Picture 2"/>
          <p:cNvPicPr>
            <a:picLocks noChangeAspect="1" noChangeArrowheads="1"/>
          </p:cNvPicPr>
          <p:nvPr userDrawn="1"/>
        </p:nvPicPr>
        <p:blipFill rotWithShape="1">
          <a:blip r:embed="rId3" cstate="print">
            <a:extLst>
              <a:ext uri="{28A0092B-C50C-407E-A947-70E740481C1C}">
                <a14:useLocalDpi xmlns:a14="http://schemas.microsoft.com/office/drawing/2010/main" val="0"/>
              </a:ext>
            </a:extLst>
          </a:blip>
          <a:srcRect r="35332"/>
          <a:stretch>
            <a:fillRect/>
          </a:stretch>
        </p:blipFill>
        <p:spPr bwMode="auto">
          <a:xfrm>
            <a:off x="9646103" y="6382122"/>
            <a:ext cx="2281751" cy="398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图片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34604" y="5950074"/>
            <a:ext cx="576064" cy="465516"/>
          </a:xfrm>
          <a:prstGeom prst="rect">
            <a:avLst/>
          </a:prstGeom>
        </p:spPr>
      </p:pic>
    </p:spTree>
  </p:cSld>
  <p:clrMap bg1="lt1" tx1="dk1" bg2="lt2" tx2="dk2" accent1="accent1" accent2="accent2" accent3="accent3" accent4="accent4" accent5="accent5" accent6="accent6" hlink="hlink" folHlink="folHlink"/>
  <p:sldLayoutIdLst>
    <p:sldLayoutId id="2147483713" r:id="rId1"/>
  </p:sldLayoutIdLst>
  <p:hf hdr="0" ftr="0" dt="0"/>
  <p:txStyles>
    <p:titleStyle>
      <a:lvl1pPr algn="ctr" rtl="0" eaLnBrk="0" fontAlgn="base" hangingPunct="0">
        <a:spcBef>
          <a:spcPct val="0"/>
        </a:spcBef>
        <a:spcAft>
          <a:spcPct val="0"/>
        </a:spcAft>
        <a:defRPr sz="5200" kern="1200">
          <a:solidFill>
            <a:schemeClr val="tx1"/>
          </a:solidFill>
          <a:latin typeface="+mj-lt"/>
          <a:ea typeface="+mj-ea"/>
          <a:cs typeface="+mj-cs"/>
        </a:defRPr>
      </a:lvl1pPr>
      <a:lvl2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5200">
          <a:solidFill>
            <a:schemeClr val="tx1"/>
          </a:solidFill>
          <a:latin typeface="Calibri" panose="020F0502020204030204" pitchFamily="34" charset="0"/>
          <a:ea typeface="宋体" panose="02010600030101010101" pitchFamily="2" charset="-122"/>
        </a:defRPr>
      </a:lvl5pPr>
      <a:lvl6pPr marL="543560"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6pPr>
      <a:lvl7pPr marL="108775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7pPr>
      <a:lvl8pPr marL="163131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8pPr>
      <a:lvl9pPr marL="2174875" algn="ctr" rtl="0" fontAlgn="base">
        <a:spcBef>
          <a:spcPct val="0"/>
        </a:spcBef>
        <a:spcAft>
          <a:spcPct val="0"/>
        </a:spcAft>
        <a:defRPr sz="5200">
          <a:solidFill>
            <a:schemeClr val="tx1"/>
          </a:solidFill>
          <a:latin typeface="Calibri" panose="020F0502020204030204" pitchFamily="34" charset="0"/>
          <a:ea typeface="宋体" panose="02010600030101010101" pitchFamily="2" charset="-122"/>
        </a:defRPr>
      </a:lvl9pPr>
    </p:titleStyle>
    <p:bodyStyle>
      <a:lvl1pPr marL="407670" indent="-407670" algn="l" rtl="0" eaLnBrk="0" fontAlgn="base" hangingPunct="0">
        <a:spcBef>
          <a:spcPct val="20000"/>
        </a:spcBef>
        <a:spcAft>
          <a:spcPct val="0"/>
        </a:spcAft>
        <a:buFont typeface="Arial" panose="020B0604020202020204" pitchFamily="34" charset="0"/>
        <a:buChar char="•"/>
        <a:defRPr sz="3800" kern="1200">
          <a:solidFill>
            <a:schemeClr val="tx1"/>
          </a:solidFill>
          <a:latin typeface="+mn-lt"/>
          <a:ea typeface="+mn-ea"/>
          <a:cs typeface="+mn-cs"/>
        </a:defRPr>
      </a:lvl1pPr>
      <a:lvl2pPr marL="883920" indent="-339725" algn="l" rtl="0" eaLnBrk="0" fontAlgn="base" hangingPunct="0">
        <a:spcBef>
          <a:spcPct val="20000"/>
        </a:spcBef>
        <a:spcAft>
          <a:spcPct val="0"/>
        </a:spcAft>
        <a:buFont typeface="Arial" panose="020B0604020202020204" pitchFamily="34" charset="0"/>
        <a:buChar char="–"/>
        <a:defRPr sz="3300" kern="1200">
          <a:solidFill>
            <a:schemeClr val="tx1"/>
          </a:solidFill>
          <a:latin typeface="+mn-lt"/>
          <a:ea typeface="+mn-ea"/>
          <a:cs typeface="+mn-cs"/>
        </a:defRPr>
      </a:lvl2pPr>
      <a:lvl3pPr marL="1359535" indent="-271780" algn="l" rtl="0" eaLnBrk="0" fontAlgn="base" hangingPunct="0">
        <a:spcBef>
          <a:spcPct val="20000"/>
        </a:spcBef>
        <a:spcAft>
          <a:spcPct val="0"/>
        </a:spcAft>
        <a:buFont typeface="Arial" panose="020B0604020202020204" pitchFamily="34" charset="0"/>
        <a:buChar char="•"/>
        <a:defRPr sz="2900" kern="1200">
          <a:solidFill>
            <a:schemeClr val="tx1"/>
          </a:solidFill>
          <a:latin typeface="+mn-lt"/>
          <a:ea typeface="+mn-ea"/>
          <a:cs typeface="+mn-cs"/>
        </a:defRPr>
      </a:lvl3pPr>
      <a:lvl4pPr marL="1903095" indent="-27178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4pPr>
      <a:lvl5pPr marL="2447290" indent="-27178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5pPr>
      <a:lvl6pPr marL="2990850"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6pPr>
      <a:lvl7pPr marL="3534410"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7pPr>
      <a:lvl8pPr marL="4078605"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8pPr>
      <a:lvl9pPr marL="4622165" indent="-271780" algn="l" defTabSz="1087755"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087755" rtl="0" eaLnBrk="1" latinLnBrk="0" hangingPunct="1">
        <a:defRPr sz="2100" kern="1200">
          <a:solidFill>
            <a:schemeClr val="tx1"/>
          </a:solidFill>
          <a:latin typeface="+mn-lt"/>
          <a:ea typeface="+mn-ea"/>
          <a:cs typeface="+mn-cs"/>
        </a:defRPr>
      </a:lvl1pPr>
      <a:lvl2pPr marL="543560" algn="l" defTabSz="1087755" rtl="0" eaLnBrk="1" latinLnBrk="0" hangingPunct="1">
        <a:defRPr sz="2100" kern="1200">
          <a:solidFill>
            <a:schemeClr val="tx1"/>
          </a:solidFill>
          <a:latin typeface="+mn-lt"/>
          <a:ea typeface="+mn-ea"/>
          <a:cs typeface="+mn-cs"/>
        </a:defRPr>
      </a:lvl2pPr>
      <a:lvl3pPr marL="1087755" algn="l" defTabSz="1087755" rtl="0" eaLnBrk="1" latinLnBrk="0" hangingPunct="1">
        <a:defRPr sz="2100" kern="1200">
          <a:solidFill>
            <a:schemeClr val="tx1"/>
          </a:solidFill>
          <a:latin typeface="+mn-lt"/>
          <a:ea typeface="+mn-ea"/>
          <a:cs typeface="+mn-cs"/>
        </a:defRPr>
      </a:lvl3pPr>
      <a:lvl4pPr marL="1631315" algn="l" defTabSz="1087755" rtl="0" eaLnBrk="1" latinLnBrk="0" hangingPunct="1">
        <a:defRPr sz="2100" kern="1200">
          <a:solidFill>
            <a:schemeClr val="tx1"/>
          </a:solidFill>
          <a:latin typeface="+mn-lt"/>
          <a:ea typeface="+mn-ea"/>
          <a:cs typeface="+mn-cs"/>
        </a:defRPr>
      </a:lvl4pPr>
      <a:lvl5pPr marL="2174875" algn="l" defTabSz="1087755" rtl="0" eaLnBrk="1" latinLnBrk="0" hangingPunct="1">
        <a:defRPr sz="2100" kern="1200">
          <a:solidFill>
            <a:schemeClr val="tx1"/>
          </a:solidFill>
          <a:latin typeface="+mn-lt"/>
          <a:ea typeface="+mn-ea"/>
          <a:cs typeface="+mn-cs"/>
        </a:defRPr>
      </a:lvl5pPr>
      <a:lvl6pPr marL="2719070" algn="l" defTabSz="1087755" rtl="0" eaLnBrk="1" latinLnBrk="0" hangingPunct="1">
        <a:defRPr sz="2100" kern="1200">
          <a:solidFill>
            <a:schemeClr val="tx1"/>
          </a:solidFill>
          <a:latin typeface="+mn-lt"/>
          <a:ea typeface="+mn-ea"/>
          <a:cs typeface="+mn-cs"/>
        </a:defRPr>
      </a:lvl6pPr>
      <a:lvl7pPr marL="3262630" algn="l" defTabSz="1087755" rtl="0" eaLnBrk="1" latinLnBrk="0" hangingPunct="1">
        <a:defRPr sz="2100" kern="1200">
          <a:solidFill>
            <a:schemeClr val="tx1"/>
          </a:solidFill>
          <a:latin typeface="+mn-lt"/>
          <a:ea typeface="+mn-ea"/>
          <a:cs typeface="+mn-cs"/>
        </a:defRPr>
      </a:lvl7pPr>
      <a:lvl8pPr marL="3806825" algn="l" defTabSz="1087755" rtl="0" eaLnBrk="1" latinLnBrk="0" hangingPunct="1">
        <a:defRPr sz="2100" kern="1200">
          <a:solidFill>
            <a:schemeClr val="tx1"/>
          </a:solidFill>
          <a:latin typeface="+mn-lt"/>
          <a:ea typeface="+mn-ea"/>
          <a:cs typeface="+mn-cs"/>
        </a:defRPr>
      </a:lvl8pPr>
      <a:lvl9pPr marL="4350385" algn="l" defTabSz="1087755"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7.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tags" Target="../tags/tag5.xml"/><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tags" Target="../tags/tag7.xml"/><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tags" Target="../tags/tag9.xml"/><Relationship Id="rId1" Type="http://schemas.openxmlformats.org/officeDocument/2006/relationships/tags" Target="../tags/tag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033" name="组合 3"/>
          <p:cNvGrpSpPr/>
          <p:nvPr/>
        </p:nvGrpSpPr>
        <p:grpSpPr>
          <a:xfrm>
            <a:off x="27303" y="1845670"/>
            <a:ext cx="12190413" cy="2475376"/>
            <a:chOff x="1958" y="2177866"/>
            <a:chExt cx="9144002" cy="1886742"/>
          </a:xfrm>
        </p:grpSpPr>
        <p:sp>
          <p:nvSpPr>
            <p:cNvPr id="21" name="矩形 20"/>
            <p:cNvSpPr/>
            <p:nvPr/>
          </p:nvSpPr>
          <p:spPr>
            <a:xfrm>
              <a:off x="1958" y="2177866"/>
              <a:ext cx="9144002" cy="165645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anchor="ctr"/>
            <a:lstStyle/>
            <a:p>
              <a:pPr algn="ctr">
                <a:spcBef>
                  <a:spcPct val="0"/>
                </a:spcBef>
                <a:spcAft>
                  <a:spcPct val="0"/>
                </a:spcAft>
                <a:defRPr/>
              </a:pPr>
              <a:endParaRPr lang="zh-CN" altLang="en-US" sz="1850" noProof="1">
                <a:cs typeface="+mn-ea"/>
                <a:sym typeface="+mn-lt"/>
              </a:endParaRPr>
            </a:p>
          </p:txBody>
        </p:sp>
        <p:sp>
          <p:nvSpPr>
            <p:cNvPr id="22" name="矩形 21"/>
            <p:cNvSpPr/>
            <p:nvPr/>
          </p:nvSpPr>
          <p:spPr>
            <a:xfrm>
              <a:off x="1958" y="3842265"/>
              <a:ext cx="9144002" cy="222343"/>
            </a:xfrm>
            <a:prstGeom prst="rect">
              <a:avLst/>
            </a:prstGeom>
            <a:solidFill>
              <a:srgbClr val="97D2FF">
                <a:alpha val="9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1" tIns="45715" rIns="91431" bIns="45715" anchor="ctr"/>
            <a:lstStyle/>
            <a:p>
              <a:pPr algn="ctr">
                <a:spcBef>
                  <a:spcPct val="0"/>
                </a:spcBef>
                <a:spcAft>
                  <a:spcPct val="0"/>
                </a:spcAft>
                <a:defRPr/>
              </a:pPr>
              <a:endParaRPr lang="zh-CN" altLang="en-US" sz="1850" noProof="1">
                <a:cs typeface="+mn-ea"/>
                <a:sym typeface="+mn-lt"/>
              </a:endParaRPr>
            </a:p>
          </p:txBody>
        </p:sp>
      </p:grpSp>
      <p:sp>
        <p:nvSpPr>
          <p:cNvPr id="2" name="TextBox 1"/>
          <p:cNvSpPr txBox="1"/>
          <p:nvPr/>
        </p:nvSpPr>
        <p:spPr>
          <a:xfrm>
            <a:off x="4116636" y="2427007"/>
            <a:ext cx="7955233" cy="600075"/>
          </a:xfrm>
          <a:prstGeom prst="rect">
            <a:avLst/>
          </a:prstGeom>
          <a:noFill/>
        </p:spPr>
        <p:txBody>
          <a:bodyPr wrap="square" lIns="108594" tIns="54297" rIns="108594" bIns="54297" rtlCol="0">
            <a:spAutoFit/>
          </a:bodyPr>
          <a:lstStyle/>
          <a:p>
            <a:pPr algn="ctr"/>
            <a:r>
              <a:rPr sz="3200" b="1" dirty="0">
                <a:solidFill>
                  <a:schemeClr val="bg1"/>
                </a:solidFill>
                <a:cs typeface="+mn-ea"/>
                <a:sym typeface="+mn-lt"/>
              </a:rPr>
              <a:t>新线介入工作注意事项与注意要点</a:t>
            </a:r>
            <a:endParaRPr sz="3200" b="1" dirty="0">
              <a:solidFill>
                <a:schemeClr val="bg1"/>
              </a:solidFill>
              <a:cs typeface="+mn-ea"/>
              <a:sym typeface="+mn-lt"/>
            </a:endParaRPr>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77370" y="1341615"/>
            <a:ext cx="3106888" cy="2079817"/>
          </a:xfrm>
          <a:prstGeom prst="rect">
            <a:avLst/>
          </a:prstGeom>
          <a:solidFill>
            <a:srgbClr val="FFFFFF">
              <a:shade val="85000"/>
            </a:srgbClr>
          </a:solidFill>
          <a:ln w="88900" cap="sq">
            <a:noFill/>
            <a:miter lim="800000"/>
            <a:headEnd/>
            <a:tailEnd/>
          </a:ln>
          <a:effectLst>
            <a:glow rad="228600">
              <a:schemeClr val="accent1">
                <a:satMod val="175000"/>
                <a:alpha val="40000"/>
              </a:schemeClr>
            </a:glo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9" name="TextBox 8"/>
          <p:cNvSpPr txBox="1"/>
          <p:nvPr/>
        </p:nvSpPr>
        <p:spPr>
          <a:xfrm>
            <a:off x="8327390" y="4725670"/>
            <a:ext cx="2325370" cy="737235"/>
          </a:xfrm>
          <a:prstGeom prst="rect">
            <a:avLst/>
          </a:prstGeom>
          <a:noFill/>
        </p:spPr>
        <p:txBody>
          <a:bodyPr wrap="square" rtlCol="0">
            <a:spAutoFit/>
          </a:bodyPr>
          <a:lstStyle/>
          <a:p>
            <a:pPr algn="dist">
              <a:lnSpc>
                <a:spcPct val="150000"/>
              </a:lnSpc>
            </a:pPr>
            <a:r>
              <a:rPr lang="zh-CN" altLang="en-US" sz="2800" dirty="0">
                <a:cs typeface="+mn-ea"/>
                <a:sym typeface="+mn-lt"/>
              </a:rPr>
              <a:t>物资管理中心</a:t>
            </a:r>
            <a:r>
              <a:rPr lang="en-US" altLang="zh-CN" sz="2800" dirty="0">
                <a:cs typeface="+mn-ea"/>
                <a:sym typeface="+mn-lt"/>
              </a:rPr>
              <a:t>         </a:t>
            </a:r>
            <a:r>
              <a:rPr lang="zh-CN" altLang="en-US" sz="2800" dirty="0">
                <a:cs typeface="+mn-ea"/>
                <a:sym typeface="+mn-lt"/>
              </a:rPr>
              <a:t> </a:t>
            </a:r>
            <a:endParaRPr lang="zh-CN" altLang="en-US" sz="2800" dirty="0">
              <a:cs typeface="+mn-ea"/>
              <a:sym typeface="+mn-lt"/>
            </a:endParaRPr>
          </a:p>
        </p:txBody>
      </p:sp>
      <p:sp>
        <p:nvSpPr>
          <p:cNvPr id="4" name="文本框 3"/>
          <p:cNvSpPr txBox="1"/>
          <p:nvPr/>
        </p:nvSpPr>
        <p:spPr>
          <a:xfrm>
            <a:off x="5699162" y="6382122"/>
            <a:ext cx="792088" cy="307777"/>
          </a:xfrm>
          <a:prstGeom prst="rect">
            <a:avLst/>
          </a:prstGeom>
          <a:noFill/>
        </p:spPr>
        <p:txBody>
          <a:bodyPr wrap="square" rtlCol="0">
            <a:spAutoFit/>
          </a:bodyPr>
          <a:lstStyle/>
          <a:p>
            <a:pPr algn="ctr"/>
            <a:r>
              <a:rPr lang="en-US" altLang="zh-CN" sz="1400" dirty="0"/>
              <a:t>1</a:t>
            </a:r>
            <a:endParaRPr lang="zh-CN" alt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008239" y="2637706"/>
            <a:ext cx="6092825" cy="1630045"/>
          </a:xfrm>
          <a:prstGeom prst="rect">
            <a:avLst/>
          </a:prstGeom>
        </p:spPr>
        <p:txBody>
          <a:bodyPr>
            <a:spAutoFit/>
          </a:bodyPr>
          <a:lstStyle/>
          <a:p>
            <a:pPr>
              <a:lnSpc>
                <a:spcPct val="200000"/>
              </a:lnSpc>
              <a:spcBef>
                <a:spcPct val="0"/>
              </a:spcBef>
              <a:spcAft>
                <a:spcPct val="0"/>
              </a:spcAft>
            </a:pPr>
            <a:r>
              <a:rPr lang="zh-CN" altLang="en-US" sz="2500" b="1" dirty="0">
                <a:solidFill>
                  <a:srgbClr val="0070C0"/>
                </a:solidFill>
                <a:cs typeface="+mn-ea"/>
                <a:sym typeface="+mn-lt"/>
              </a:rPr>
              <a:t>一、</a:t>
            </a:r>
            <a:r>
              <a:rPr lang="zh-CN" sz="2500" b="1" dirty="0">
                <a:solidFill>
                  <a:srgbClr val="0070C0"/>
                </a:solidFill>
                <a:cs typeface="+mn-ea"/>
                <a:sym typeface="+mn-lt"/>
              </a:rPr>
              <a:t>新线介入定义及要求</a:t>
            </a:r>
            <a:endParaRPr lang="en-US" altLang="zh-CN" sz="2500" b="1" dirty="0">
              <a:solidFill>
                <a:srgbClr val="0070C0"/>
              </a:solidFill>
              <a:cs typeface="+mn-ea"/>
              <a:sym typeface="+mn-lt"/>
            </a:endParaRPr>
          </a:p>
          <a:p>
            <a:pPr>
              <a:lnSpc>
                <a:spcPct val="200000"/>
              </a:lnSpc>
              <a:spcBef>
                <a:spcPct val="0"/>
              </a:spcBef>
              <a:spcAft>
                <a:spcPct val="0"/>
              </a:spcAft>
            </a:pPr>
            <a:r>
              <a:rPr lang="zh-CN" altLang="en-US" sz="2500" b="1" dirty="0">
                <a:solidFill>
                  <a:srgbClr val="0070C0"/>
                </a:solidFill>
                <a:cs typeface="+mn-ea"/>
                <a:sym typeface="+mn-lt"/>
              </a:rPr>
              <a:t>二、</a:t>
            </a:r>
            <a:r>
              <a:rPr lang="zh-CN" sz="2500" b="1" dirty="0">
                <a:solidFill>
                  <a:srgbClr val="0070C0"/>
                </a:solidFill>
                <a:cs typeface="+mn-ea"/>
                <a:sym typeface="+mn-lt"/>
              </a:rPr>
              <a:t>工作注意事项与工作要点</a:t>
            </a:r>
            <a:endParaRPr lang="zh-CN" altLang="en-US" sz="2400" b="1" dirty="0">
              <a:solidFill>
                <a:srgbClr val="0070C0"/>
              </a:solidFill>
              <a:cs typeface="+mn-ea"/>
              <a:sym typeface="+mn-lt"/>
            </a:endParaRPr>
          </a:p>
        </p:txBody>
      </p:sp>
      <p:sp>
        <p:nvSpPr>
          <p:cNvPr id="9" name="矩形 4"/>
          <p:cNvSpPr/>
          <p:nvPr/>
        </p:nvSpPr>
        <p:spPr>
          <a:xfrm>
            <a:off x="4078982" y="1629794"/>
            <a:ext cx="4356974" cy="687547"/>
          </a:xfrm>
          <a:custGeom>
            <a:avLst/>
            <a:gdLst>
              <a:gd name="connsiteX0" fmla="*/ 0 w 5077054"/>
              <a:gd name="connsiteY0" fmla="*/ 0 h 687547"/>
              <a:gd name="connsiteX1" fmla="*/ 5077054 w 5077054"/>
              <a:gd name="connsiteY1" fmla="*/ 0 h 687547"/>
              <a:gd name="connsiteX2" fmla="*/ 5077054 w 5077054"/>
              <a:gd name="connsiteY2" fmla="*/ 687547 h 687547"/>
              <a:gd name="connsiteX3" fmla="*/ 0 w 5077054"/>
              <a:gd name="connsiteY3" fmla="*/ 687547 h 687547"/>
              <a:gd name="connsiteX4" fmla="*/ 0 w 5077054"/>
              <a:gd name="connsiteY4" fmla="*/ 0 h 687547"/>
              <a:gd name="connsiteX0-1" fmla="*/ 0 w 5077054"/>
              <a:gd name="connsiteY0-2" fmla="*/ 0 h 687547"/>
              <a:gd name="connsiteX1-3" fmla="*/ 4475475 w 5077054"/>
              <a:gd name="connsiteY1-4" fmla="*/ 24063 h 687547"/>
              <a:gd name="connsiteX2-5" fmla="*/ 5077054 w 5077054"/>
              <a:gd name="connsiteY2-6" fmla="*/ 687547 h 687547"/>
              <a:gd name="connsiteX3-7" fmla="*/ 0 w 5077054"/>
              <a:gd name="connsiteY3-8" fmla="*/ 687547 h 687547"/>
              <a:gd name="connsiteX4-9" fmla="*/ 0 w 5077054"/>
              <a:gd name="connsiteY4-10" fmla="*/ 0 h 687547"/>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077054" h="687547">
                <a:moveTo>
                  <a:pt x="0" y="0"/>
                </a:moveTo>
                <a:lnTo>
                  <a:pt x="4475475" y="24063"/>
                </a:lnTo>
                <a:lnTo>
                  <a:pt x="5077054" y="687547"/>
                </a:lnTo>
                <a:lnTo>
                  <a:pt x="0" y="687547"/>
                </a:lnTo>
                <a:lnTo>
                  <a:pt x="0" y="0"/>
                </a:lnTo>
                <a:close/>
              </a:path>
            </a:pathLst>
          </a:custGeom>
          <a:solidFill>
            <a:srgbClr val="0070C0"/>
          </a:solidFill>
          <a:ln w="12700">
            <a:noFill/>
          </a:ln>
        </p:spPr>
        <p:txBody>
          <a:bodyPr lIns="108850" tIns="54425" rIns="108850" bIns="54425" anchor="ctr"/>
          <a:lstStyle/>
          <a:p>
            <a:pPr lvl="0"/>
            <a:r>
              <a:rPr lang="zh-CN" altLang="en-US" sz="3300" dirty="0">
                <a:solidFill>
                  <a:schemeClr val="bg1"/>
                </a:solidFill>
                <a:cs typeface="+mn-ea"/>
                <a:sym typeface="+mn-lt"/>
              </a:rPr>
              <a:t>          目    录</a:t>
            </a:r>
            <a:endParaRPr lang="zh-CN" altLang="en-US" sz="3300" dirty="0">
              <a:solidFill>
                <a:schemeClr val="bg1"/>
              </a:solidFill>
              <a:cs typeface="+mn-ea"/>
              <a:sym typeface="+mn-lt"/>
            </a:endParaRPr>
          </a:p>
        </p:txBody>
      </p:sp>
      <p:sp>
        <p:nvSpPr>
          <p:cNvPr id="6" name="文本框 5"/>
          <p:cNvSpPr txBox="1"/>
          <p:nvPr/>
        </p:nvSpPr>
        <p:spPr>
          <a:xfrm>
            <a:off x="5699162" y="6382122"/>
            <a:ext cx="792088" cy="306705"/>
          </a:xfrm>
          <a:prstGeom prst="rect">
            <a:avLst/>
          </a:prstGeom>
          <a:noFill/>
        </p:spPr>
        <p:txBody>
          <a:bodyPr wrap="square" rtlCol="0">
            <a:spAutoFit/>
          </a:bodyPr>
          <a:lstStyle/>
          <a:p>
            <a:pPr algn="ctr"/>
            <a:r>
              <a:rPr lang="en-US" altLang="zh-CN" sz="1400" dirty="0"/>
              <a:t>2</a:t>
            </a:r>
            <a:endParaRPr lang="zh-CN" alt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0" y="2219662"/>
            <a:ext cx="12190407" cy="2420263"/>
            <a:chOff x="170694" y="177982"/>
            <a:chExt cx="3936004" cy="781165"/>
          </a:xfrm>
        </p:grpSpPr>
        <p:sp>
          <p:nvSpPr>
            <p:cNvPr id="10" name="等腰三角形 9"/>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zh-CN"/>
              </a:defPPr>
              <a:lvl1pPr marL="0" lvl="0" indent="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1pPr>
              <a:lvl2pPr marL="544830" lvl="1" indent="-8763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2pPr>
              <a:lvl3pPr marL="1089025" lvl="2" indent="-174625"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3pPr>
              <a:lvl4pPr marL="1631950" lvl="3" indent="-26035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4pPr>
              <a:lvl5pPr marL="2176780" lvl="4"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5pPr>
              <a:lvl6pPr marL="2286000" lvl="5"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6pPr>
              <a:lvl7pPr marL="2743200" lvl="6"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7pPr>
              <a:lvl8pPr marL="3200400" lvl="7"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8pPr>
              <a:lvl9pPr marL="3657600" lvl="8"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9pPr>
            </a:lstStyle>
            <a:p>
              <a:pPr algn="ctr" defTabSz="1219200" fontAlgn="auto">
                <a:spcBef>
                  <a:spcPts val="0"/>
                </a:spcBef>
                <a:spcAft>
                  <a:spcPts val="0"/>
                </a:spcAft>
              </a:pPr>
              <a:endParaRPr lang="zh-CN" altLang="en-US" sz="2400">
                <a:solidFill>
                  <a:prstClr val="white"/>
                </a:solidFill>
                <a:cs typeface="+mn-ea"/>
                <a:sym typeface="+mn-lt"/>
              </a:endParaRPr>
            </a:p>
          </p:txBody>
        </p:sp>
        <p:sp>
          <p:nvSpPr>
            <p:cNvPr id="11" name="等腰三角形 10"/>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zh-CN"/>
              </a:defPPr>
              <a:lvl1pPr marL="0" lvl="0" indent="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1pPr>
              <a:lvl2pPr marL="544830" lvl="1" indent="-8763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2pPr>
              <a:lvl3pPr marL="1089025" lvl="2" indent="-174625"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3pPr>
              <a:lvl4pPr marL="1631950" lvl="3" indent="-26035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4pPr>
              <a:lvl5pPr marL="2176780" lvl="4"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5pPr>
              <a:lvl6pPr marL="2286000" lvl="5"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6pPr>
              <a:lvl7pPr marL="2743200" lvl="6"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7pPr>
              <a:lvl8pPr marL="3200400" lvl="7"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8pPr>
              <a:lvl9pPr marL="3657600" lvl="8"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9pPr>
            </a:lstStyle>
            <a:p>
              <a:pPr algn="ctr" defTabSz="1219200" fontAlgn="auto">
                <a:spcBef>
                  <a:spcPts val="0"/>
                </a:spcBef>
                <a:spcAft>
                  <a:spcPts val="0"/>
                </a:spcAft>
              </a:pPr>
              <a:endParaRPr lang="zh-CN" altLang="en-US" sz="2400">
                <a:solidFill>
                  <a:prstClr val="white"/>
                </a:solidFill>
                <a:cs typeface="+mn-ea"/>
                <a:sym typeface="+mn-lt"/>
              </a:endParaRPr>
            </a:p>
          </p:txBody>
        </p:sp>
        <p:sp>
          <p:nvSpPr>
            <p:cNvPr id="12" name="矩形 11"/>
            <p:cNvSpPr/>
            <p:nvPr/>
          </p:nvSpPr>
          <p:spPr>
            <a:xfrm>
              <a:off x="170694" y="261768"/>
              <a:ext cx="3936004" cy="611981"/>
            </a:xfrm>
            <a:prstGeom prst="rect">
              <a:avLst/>
            </a:prstGeom>
            <a:gradFill>
              <a:gsLst>
                <a:gs pos="60000">
                  <a:srgbClr val="7FA3CF"/>
                </a:gs>
                <a:gs pos="100000">
                  <a:srgbClr val="045295"/>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zh-CN"/>
              </a:defPPr>
              <a:lvl1pPr marL="0" lvl="0" indent="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1pPr>
              <a:lvl2pPr marL="544830" lvl="1" indent="-8763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2pPr>
              <a:lvl3pPr marL="1089025" lvl="2" indent="-174625"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3pPr>
              <a:lvl4pPr marL="1631950" lvl="3" indent="-26035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4pPr>
              <a:lvl5pPr marL="2176780" lvl="4"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5pPr>
              <a:lvl6pPr marL="2286000" lvl="5"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6pPr>
              <a:lvl7pPr marL="2743200" lvl="6"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7pPr>
              <a:lvl8pPr marL="3200400" lvl="7"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8pPr>
              <a:lvl9pPr marL="3657600" lvl="8"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9pPr>
            </a:lstStyle>
            <a:p>
              <a:pPr algn="ctr" defTabSz="1219200" fontAlgn="auto">
                <a:spcBef>
                  <a:spcPts val="0"/>
                </a:spcBef>
                <a:spcAft>
                  <a:spcPts val="0"/>
                </a:spcAft>
              </a:pPr>
              <a:endParaRPr lang="zh-CN" altLang="en-US" sz="2400" dirty="0">
                <a:solidFill>
                  <a:prstClr val="white"/>
                </a:solidFill>
                <a:cs typeface="+mn-ea"/>
                <a:sym typeface="+mn-lt"/>
              </a:endParaRPr>
            </a:p>
          </p:txBody>
        </p:sp>
        <p:sp>
          <p:nvSpPr>
            <p:cNvPr id="13" name="平行四边形 12"/>
            <p:cNvSpPr/>
            <p:nvPr/>
          </p:nvSpPr>
          <p:spPr>
            <a:xfrm>
              <a:off x="376965" y="178257"/>
              <a:ext cx="1036076" cy="779005"/>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zh-CN"/>
              </a:defPPr>
              <a:lvl1pPr marL="0" lvl="0" indent="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1pPr>
              <a:lvl2pPr marL="544830" lvl="1" indent="-8763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2pPr>
              <a:lvl3pPr marL="1089025" lvl="2" indent="-174625"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3pPr>
              <a:lvl4pPr marL="1631950" lvl="3" indent="-26035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4pPr>
              <a:lvl5pPr marL="2176780" lvl="4"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5pPr>
              <a:lvl6pPr marL="2286000" lvl="5"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6pPr>
              <a:lvl7pPr marL="2743200" lvl="6"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7pPr>
              <a:lvl8pPr marL="3200400" lvl="7"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8pPr>
              <a:lvl9pPr marL="3657600" lvl="8"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9pPr>
            </a:lstStyle>
            <a:p>
              <a:pPr algn="ctr" defTabSz="1219200" fontAlgn="auto">
                <a:spcBef>
                  <a:spcPts val="0"/>
                </a:spcBef>
                <a:spcAft>
                  <a:spcPts val="0"/>
                </a:spcAft>
              </a:pPr>
              <a:endParaRPr lang="zh-CN" altLang="en-US" sz="2400">
                <a:solidFill>
                  <a:prstClr val="white"/>
                </a:solidFill>
                <a:cs typeface="+mn-ea"/>
                <a:sym typeface="+mn-lt"/>
              </a:endParaRPr>
            </a:p>
          </p:txBody>
        </p:sp>
        <p:sp>
          <p:nvSpPr>
            <p:cNvPr id="14" name="文本框 6"/>
            <p:cNvSpPr txBox="1"/>
            <p:nvPr/>
          </p:nvSpPr>
          <p:spPr>
            <a:xfrm>
              <a:off x="673963" y="359393"/>
              <a:ext cx="569115" cy="459439"/>
            </a:xfrm>
            <a:prstGeom prst="rect">
              <a:avLst/>
            </a:prstGeom>
            <a:noFill/>
          </p:spPr>
          <p:txBody>
            <a:bodyPr wrap="square" lIns="68580" tIns="34290" rIns="68580" bIns="34290" rtlCol="0">
              <a:spAutoFit/>
            </a:bodyPr>
            <a:lstStyle>
              <a:defPPr>
                <a:defRPr lang="zh-CN"/>
              </a:defPPr>
              <a:lvl1pPr marL="0" lvl="0" indent="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1pPr>
              <a:lvl2pPr marL="544830" lvl="1" indent="-8763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2pPr>
              <a:lvl3pPr marL="1089025" lvl="2" indent="-174625"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3pPr>
              <a:lvl4pPr marL="1631950" lvl="3" indent="-26035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4pPr>
              <a:lvl5pPr marL="2176780" lvl="4"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9pPr>
            </a:lstStyle>
            <a:p>
              <a:pPr defTabSz="1219200" fontAlgn="auto">
                <a:spcBef>
                  <a:spcPts val="0"/>
                </a:spcBef>
                <a:spcAft>
                  <a:spcPts val="0"/>
                </a:spcAft>
              </a:pPr>
              <a:r>
                <a:rPr lang="en-US" altLang="zh-CN" sz="8800" dirty="0">
                  <a:solidFill>
                    <a:prstClr val="white">
                      <a:lumMod val="95000"/>
                    </a:prstClr>
                  </a:solidFill>
                  <a:latin typeface="字魂105号-简雅黑"/>
                  <a:cs typeface="+mn-ea"/>
                  <a:sym typeface="+mn-lt"/>
                </a:rPr>
                <a:t>01</a:t>
              </a:r>
              <a:endParaRPr lang="zh-CN" altLang="en-US" sz="8800" dirty="0">
                <a:solidFill>
                  <a:prstClr val="white">
                    <a:lumMod val="95000"/>
                  </a:prstClr>
                </a:solidFill>
                <a:latin typeface="字魂105号-简雅黑"/>
                <a:cs typeface="+mn-ea"/>
                <a:sym typeface="+mn-lt"/>
              </a:endParaRPr>
            </a:p>
          </p:txBody>
        </p:sp>
      </p:grpSp>
      <p:sp>
        <p:nvSpPr>
          <p:cNvPr id="9" name="TextBox 48"/>
          <p:cNvSpPr txBox="1"/>
          <p:nvPr/>
        </p:nvSpPr>
        <p:spPr>
          <a:xfrm>
            <a:off x="4392930" y="3086100"/>
            <a:ext cx="7150100" cy="890270"/>
          </a:xfrm>
          <a:prstGeom prst="rect">
            <a:avLst/>
          </a:prstGeom>
          <a:noFill/>
        </p:spPr>
        <p:txBody>
          <a:bodyPr wrap="square" lIns="91428" tIns="45712" rIns="91428" bIns="45712" rtlCol="0">
            <a:spAutoFit/>
          </a:bodyPr>
          <a:lstStyle>
            <a:defPPr>
              <a:defRPr lang="zh-CN"/>
            </a:defPPr>
            <a:lvl1pPr marL="0" lvl="0" indent="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1pPr>
            <a:lvl2pPr marL="544830" lvl="1" indent="-8763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2pPr>
            <a:lvl3pPr marL="1089025" lvl="2" indent="-174625"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3pPr>
            <a:lvl4pPr marL="1631950" lvl="3" indent="-26035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4pPr>
            <a:lvl5pPr marL="2176780" lvl="4"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9pPr>
          </a:lstStyle>
          <a:p>
            <a:pPr>
              <a:lnSpc>
                <a:spcPct val="130000"/>
              </a:lnSpc>
            </a:pPr>
            <a:r>
              <a:rPr lang="zh-CN" altLang="en-US" sz="4000" b="1" dirty="0">
                <a:solidFill>
                  <a:schemeClr val="bg1"/>
                </a:solidFill>
                <a:latin typeface="微软雅黑" panose="020B0503020204020204" pitchFamily="34" charset="-122"/>
                <a:ea typeface="微软雅黑" panose="020B0503020204020204" pitchFamily="34" charset="-122"/>
                <a:sym typeface="+mn-lt"/>
              </a:rPr>
              <a:t>新线介入定义及要求</a:t>
            </a:r>
            <a:endParaRPr lang="zh-CN" altLang="en-US" sz="40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文本框 14"/>
          <p:cNvSpPr txBox="1"/>
          <p:nvPr/>
        </p:nvSpPr>
        <p:spPr>
          <a:xfrm>
            <a:off x="5699162" y="6382122"/>
            <a:ext cx="792088" cy="306705"/>
          </a:xfrm>
          <a:prstGeom prst="rect">
            <a:avLst/>
          </a:prstGeom>
          <a:noFill/>
        </p:spPr>
        <p:txBody>
          <a:bodyPr wrap="square" rtlCol="0">
            <a:spAutoFit/>
          </a:bodyPr>
          <a:lstStyle/>
          <a:p>
            <a:pPr algn="ctr"/>
            <a:r>
              <a:rPr lang="en-US" altLang="zh-CN" sz="1400" dirty="0"/>
              <a:t>3</a:t>
            </a:r>
            <a:endParaRPr lang="zh-CN" alt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262558" y="26254"/>
            <a:ext cx="4805680" cy="521970"/>
          </a:xfrm>
          <a:prstGeom prst="rect">
            <a:avLst/>
          </a:prstGeom>
          <a:noFill/>
        </p:spPr>
        <p:txBody>
          <a:bodyPr wrap="none" rtlCol="0">
            <a:spAutoFit/>
          </a:bodyPr>
          <a:lstStyle/>
          <a:p>
            <a:pPr algn="l"/>
            <a:r>
              <a:rPr lang="zh-CN" altLang="en-US" sz="2800" b="1" dirty="0">
                <a:solidFill>
                  <a:schemeClr val="bg1"/>
                </a:solidFill>
                <a:latin typeface="微软雅黑" panose="020B0503020204020204" pitchFamily="34" charset="-122"/>
                <a:ea typeface="微软雅黑" panose="020B0503020204020204" pitchFamily="34" charset="-122"/>
              </a:rPr>
              <a:t>一、</a:t>
            </a:r>
            <a:r>
              <a:rPr lang="zh-CN" altLang="en-US" sz="2800" b="1" dirty="0">
                <a:solidFill>
                  <a:schemeClr val="bg1"/>
                </a:solidFill>
                <a:latin typeface="微软雅黑" panose="020B0503020204020204" pitchFamily="34" charset="-122"/>
                <a:ea typeface="微软雅黑" panose="020B0503020204020204" pitchFamily="34" charset="-122"/>
                <a:sym typeface="+mn-lt"/>
              </a:rPr>
              <a:t>工作注意事项与工作要点</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6" name="文本框 45"/>
          <p:cNvSpPr txBox="1"/>
          <p:nvPr/>
        </p:nvSpPr>
        <p:spPr>
          <a:xfrm>
            <a:off x="5699162" y="6382122"/>
            <a:ext cx="792088" cy="306705"/>
          </a:xfrm>
          <a:prstGeom prst="rect">
            <a:avLst/>
          </a:prstGeom>
          <a:noFill/>
        </p:spPr>
        <p:txBody>
          <a:bodyPr wrap="square" rtlCol="0">
            <a:spAutoFit/>
          </a:bodyPr>
          <a:lstStyle/>
          <a:p>
            <a:pPr algn="ctr"/>
            <a:r>
              <a:rPr lang="en-US" altLang="zh-CN" sz="1400" dirty="0"/>
              <a:t>4</a:t>
            </a:r>
            <a:endParaRPr lang="zh-CN" altLang="en-US" sz="1400" dirty="0"/>
          </a:p>
        </p:txBody>
      </p:sp>
      <p:sp>
        <p:nvSpPr>
          <p:cNvPr id="2" name="矩形 1"/>
          <p:cNvSpPr/>
          <p:nvPr>
            <p:custDataLst>
              <p:tags r:id="rId1"/>
            </p:custDataLst>
          </p:nvPr>
        </p:nvSpPr>
        <p:spPr>
          <a:xfrm>
            <a:off x="694113" y="1629098"/>
            <a:ext cx="10352135" cy="2306955"/>
          </a:xfrm>
          <a:prstGeom prst="rect">
            <a:avLst/>
          </a:prstGeom>
          <a:noFill/>
          <a:ln w="12700" cmpd="sng">
            <a:noFill/>
            <a:prstDash val="solid"/>
          </a:ln>
        </p:spPr>
        <p:style>
          <a:lnRef idx="2">
            <a:schemeClr val="accent1"/>
          </a:lnRef>
          <a:fillRef idx="1">
            <a:schemeClr val="lt1"/>
          </a:fillRef>
          <a:effectRef idx="0">
            <a:schemeClr val="accent1"/>
          </a:effectRef>
          <a:fontRef idx="minor">
            <a:schemeClr val="dk1"/>
          </a:fontRef>
        </p:style>
        <p:txBody>
          <a:bodyPr wrap="square">
            <a:spAutoFit/>
          </a:bodyPr>
          <a:p>
            <a:pPr>
              <a:lnSpc>
                <a:spcPts val="2880"/>
              </a:lnSpc>
              <a:spcBef>
                <a:spcPts val="1200"/>
              </a:spcBef>
              <a:spcAft>
                <a:spcPts val="1200"/>
              </a:spcAft>
            </a:pPr>
            <a:r>
              <a:rPr lang="en-US" sz="1800" dirty="0">
                <a:solidFill>
                  <a:srgbClr val="006EB4"/>
                </a:solidFill>
                <a:latin typeface="微软雅黑" panose="020B0503020204020204" pitchFamily="34" charset="-122"/>
                <a:ea typeface="微软雅黑" panose="020B0503020204020204" pitchFamily="34" charset="-122"/>
                <a:cs typeface="+mn-ea"/>
                <a:sym typeface="+mn-lt"/>
              </a:rPr>
              <a:t>      </a:t>
            </a:r>
            <a:r>
              <a:rPr sz="1800" dirty="0">
                <a:solidFill>
                  <a:srgbClr val="006EB4"/>
                </a:solidFill>
                <a:latin typeface="微软雅黑" panose="020B0503020204020204" pitchFamily="34" charset="-122"/>
                <a:ea typeface="微软雅黑" panose="020B0503020204020204" pitchFamily="34" charset="-122"/>
                <a:cs typeface="+mn-ea"/>
                <a:sym typeface="+mn-lt"/>
              </a:rPr>
              <a:t>以</a:t>
            </a:r>
            <a:r>
              <a:rPr lang="zh-CN" sz="1800" dirty="0">
                <a:solidFill>
                  <a:srgbClr val="006EB4"/>
                </a:solidFill>
                <a:latin typeface="微软雅黑" panose="020B0503020204020204" pitchFamily="34" charset="-122"/>
                <a:ea typeface="微软雅黑" panose="020B0503020204020204" pitchFamily="34" charset="-122"/>
                <a:cs typeface="+mn-ea"/>
                <a:sym typeface="+mn-lt"/>
              </a:rPr>
              <a:t>原</a:t>
            </a:r>
            <a:r>
              <a:rPr sz="1800" dirty="0">
                <a:solidFill>
                  <a:srgbClr val="006EB4"/>
                </a:solidFill>
                <a:latin typeface="微软雅黑" panose="020B0503020204020204" pitchFamily="34" charset="-122"/>
                <a:ea typeface="微软雅黑" panose="020B0503020204020204" pitchFamily="34" charset="-122"/>
                <a:cs typeface="+mn-ea"/>
                <a:sym typeface="+mn-lt"/>
              </a:rPr>
              <a:t>新线部为总协调，各生产中心指定1名中心副主任，各室指定1名副主任（安全技术室作为中心唯一出口），分别负责本中心、本室的新线介入管理工作，并指定部门（中心）联络员和室联络员，职能部门指定1名副部长和1名新线联络员负责本部门的新线介入管理工作（部门设有二级室的，应增加1名副主任），形成分公司/部门（中心）/室三级新线介入管理网络，及时协调解决新线介入过程中所发现的各类问题。同时，各生产管理中心应建立中心内部新线介入管理网络。新线介入人员应保持相对稳定，必须专职负责。对于分公司新线介入网络人员变动的，应在2个工作日内报</a:t>
            </a:r>
            <a:r>
              <a:rPr lang="zh-CN" sz="1800" dirty="0">
                <a:solidFill>
                  <a:srgbClr val="006EB4"/>
                </a:solidFill>
                <a:latin typeface="微软雅黑" panose="020B0503020204020204" pitchFamily="34" charset="-122"/>
                <a:ea typeface="微软雅黑" panose="020B0503020204020204" pitchFamily="34" charset="-122"/>
                <a:cs typeface="+mn-ea"/>
                <a:sym typeface="+mn-lt"/>
              </a:rPr>
              <a:t>原</a:t>
            </a:r>
            <a:r>
              <a:rPr sz="1800" dirty="0">
                <a:solidFill>
                  <a:srgbClr val="006EB4"/>
                </a:solidFill>
                <a:latin typeface="微软雅黑" panose="020B0503020204020204" pitchFamily="34" charset="-122"/>
                <a:ea typeface="微软雅黑" panose="020B0503020204020204" pitchFamily="34" charset="-122"/>
                <a:cs typeface="+mn-ea"/>
                <a:sym typeface="+mn-lt"/>
              </a:rPr>
              <a:t>新线部备案。</a:t>
            </a:r>
            <a:endParaRPr sz="1800" dirty="0">
              <a:solidFill>
                <a:srgbClr val="006EB4"/>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262558" y="26254"/>
            <a:ext cx="4094480" cy="521970"/>
          </a:xfrm>
          <a:prstGeom prst="rect">
            <a:avLst/>
          </a:prstGeom>
          <a:noFill/>
        </p:spPr>
        <p:txBody>
          <a:bodyPr wrap="none" rtlCol="0">
            <a:spAutoFit/>
          </a:bodyPr>
          <a:lstStyle/>
          <a:p>
            <a:pPr algn="l"/>
            <a:r>
              <a:rPr lang="zh-CN" altLang="en-US" sz="2800" b="1" dirty="0">
                <a:solidFill>
                  <a:schemeClr val="bg1"/>
                </a:solidFill>
                <a:latin typeface="微软雅黑" panose="020B0503020204020204" pitchFamily="34" charset="-122"/>
                <a:ea typeface="微软雅黑" panose="020B0503020204020204" pitchFamily="34" charset="-122"/>
                <a:sym typeface="+mn-ea"/>
              </a:rPr>
              <a:t>一、</a:t>
            </a:r>
            <a:r>
              <a:rPr lang="zh-CN" altLang="en-US" sz="2800" b="1" dirty="0">
                <a:solidFill>
                  <a:schemeClr val="bg1"/>
                </a:solidFill>
                <a:latin typeface="微软雅黑" panose="020B0503020204020204" pitchFamily="34" charset="-122"/>
                <a:ea typeface="微软雅黑" panose="020B0503020204020204" pitchFamily="34" charset="-122"/>
                <a:sym typeface="+mn-lt"/>
              </a:rPr>
              <a:t>新线介入定义及要求</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矩形 24"/>
          <p:cNvSpPr/>
          <p:nvPr/>
        </p:nvSpPr>
        <p:spPr>
          <a:xfrm>
            <a:off x="714433" y="836618"/>
            <a:ext cx="10352135" cy="460375"/>
          </a:xfrm>
          <a:prstGeom prst="rect">
            <a:avLst/>
          </a:prstGeom>
          <a:noFill/>
          <a:ln w="12700" cmpd="sng">
            <a:noFill/>
            <a:prstDash val="solid"/>
          </a:ln>
        </p:spPr>
        <p:style>
          <a:lnRef idx="2">
            <a:schemeClr val="accent1"/>
          </a:lnRef>
          <a:fillRef idx="1">
            <a:schemeClr val="lt1"/>
          </a:fillRef>
          <a:effectRef idx="0">
            <a:schemeClr val="accent1"/>
          </a:effectRef>
          <a:fontRef idx="minor">
            <a:schemeClr val="dk1"/>
          </a:fontRef>
        </p:style>
        <p:txBody>
          <a:bodyPr wrap="square">
            <a:spAutoFit/>
          </a:bodyPr>
          <a:lstStyle/>
          <a:p>
            <a:pPr>
              <a:lnSpc>
                <a:spcPts val="2880"/>
              </a:lnSpc>
              <a:spcBef>
                <a:spcPts val="1200"/>
              </a:spcBef>
              <a:spcAft>
                <a:spcPts val="1200"/>
              </a:spcAft>
            </a:pPr>
            <a:r>
              <a:rPr lang="zh-CN" altLang="en-US" sz="2000" b="1" dirty="0">
                <a:solidFill>
                  <a:srgbClr val="006EB4"/>
                </a:solidFill>
                <a:latin typeface="微软雅黑" panose="020B0503020204020204" pitchFamily="34" charset="-122"/>
                <a:ea typeface="微软雅黑" panose="020B0503020204020204" pitchFamily="34" charset="-122"/>
                <a:cs typeface="+mn-ea"/>
                <a:sym typeface="+mn-lt"/>
              </a:rPr>
              <a:t>（一）</a:t>
            </a:r>
            <a:r>
              <a:rPr lang="zh-CN" sz="2000" b="1" dirty="0">
                <a:solidFill>
                  <a:srgbClr val="006EB4"/>
                </a:solidFill>
                <a:latin typeface="微软雅黑" panose="020B0503020204020204" pitchFamily="34" charset="-122"/>
                <a:ea typeface="微软雅黑" panose="020B0503020204020204" pitchFamily="34" charset="-122"/>
                <a:cs typeface="+mn-ea"/>
                <a:sym typeface="+mn-lt"/>
              </a:rPr>
              <a:t>新线介入相关定义</a:t>
            </a:r>
            <a:endParaRPr lang="zh-CN" sz="2000" b="1" dirty="0">
              <a:solidFill>
                <a:srgbClr val="006EB4"/>
              </a:solidFill>
              <a:latin typeface="微软雅黑" panose="020B0503020204020204" pitchFamily="34" charset="-122"/>
              <a:ea typeface="微软雅黑" panose="020B0503020204020204" pitchFamily="34" charset="-122"/>
              <a:cs typeface="+mn-ea"/>
              <a:sym typeface="+mn-lt"/>
            </a:endParaRPr>
          </a:p>
        </p:txBody>
      </p:sp>
      <p:sp>
        <p:nvSpPr>
          <p:cNvPr id="41" name="文本框 40"/>
          <p:cNvSpPr txBox="1"/>
          <p:nvPr/>
        </p:nvSpPr>
        <p:spPr>
          <a:xfrm>
            <a:off x="714375" y="1485900"/>
            <a:ext cx="10897235" cy="3856355"/>
          </a:xfrm>
          <a:prstGeom prst="rect">
            <a:avLst/>
          </a:prstGeom>
          <a:noFill/>
        </p:spPr>
        <p:txBody>
          <a:bodyPr wrap="square">
            <a:spAutoFit/>
          </a:bodyPr>
          <a:lstStyle/>
          <a:p>
            <a:pPr>
              <a:lnSpc>
                <a:spcPct val="170000"/>
              </a:lnSpc>
            </a:pPr>
            <a:r>
              <a:rPr lang="en-US" sz="1800" dirty="0">
                <a:solidFill>
                  <a:srgbClr val="006EB4"/>
                </a:solidFill>
                <a:latin typeface="微软雅黑" panose="020B0503020204020204" pitchFamily="34" charset="-122"/>
                <a:ea typeface="微软雅黑" panose="020B0503020204020204" pitchFamily="34" charset="-122"/>
                <a:cs typeface="+mn-ea"/>
              </a:rPr>
              <a:t>1.</a:t>
            </a:r>
            <a:r>
              <a:rPr lang="zh-CN" altLang="en-US" sz="1800" dirty="0">
                <a:solidFill>
                  <a:srgbClr val="006EB4"/>
                </a:solidFill>
                <a:latin typeface="微软雅黑" panose="020B0503020204020204" pitchFamily="34" charset="-122"/>
                <a:ea typeface="微软雅黑" panose="020B0503020204020204" pitchFamily="34" charset="-122"/>
                <a:cs typeface="+mn-ea"/>
              </a:rPr>
              <a:t>新线介入</a:t>
            </a:r>
            <a:r>
              <a:rPr sz="1800" dirty="0">
                <a:solidFill>
                  <a:srgbClr val="006EB4"/>
                </a:solidFill>
                <a:latin typeface="微软雅黑" panose="020B0503020204020204" pitchFamily="34" charset="-122"/>
                <a:ea typeface="微软雅黑" panose="020B0503020204020204" pitchFamily="34" charset="-122"/>
                <a:cs typeface="+mn-ea"/>
              </a:rPr>
              <a:t>指分公司介入郑州市轨道交通工程的规划、预备可行性研究报告（以下简称“预可研”）、工程可行性研究报告（以下简称“工可”）、设计文件、设备采购招标文件流转、土建施工、设备安装及调试直至开通试运营全过程等新线建设不同阶段所有工作的总称，主要内容包括新线图纸资料审核、技术文件审核、参加新线会议、施工现场介入、运营意见反馈、跟踪与落实等。</a:t>
            </a:r>
            <a:endParaRPr sz="1800" dirty="0">
              <a:solidFill>
                <a:srgbClr val="006EB4"/>
              </a:solidFill>
              <a:latin typeface="微软雅黑" panose="020B0503020204020204" pitchFamily="34" charset="-122"/>
              <a:ea typeface="微软雅黑" panose="020B0503020204020204" pitchFamily="34" charset="-122"/>
              <a:cs typeface="+mn-ea"/>
            </a:endParaRPr>
          </a:p>
          <a:p>
            <a:pPr>
              <a:lnSpc>
                <a:spcPct val="170000"/>
              </a:lnSpc>
            </a:pPr>
            <a:r>
              <a:rPr lang="en-US" sz="1800" dirty="0">
                <a:solidFill>
                  <a:srgbClr val="006EB4"/>
                </a:solidFill>
                <a:latin typeface="微软雅黑" panose="020B0503020204020204" pitchFamily="34" charset="-122"/>
                <a:ea typeface="微软雅黑" panose="020B0503020204020204" pitchFamily="34" charset="-122"/>
                <a:cs typeface="+mn-ea"/>
              </a:rPr>
              <a:t>2.新线介入前期工作是指分公司介入新线建设中的预可研、工可、设计文件、招标文件、设备系统招标、合同谈判、设计联络、设备系统出厂验收等工作。</a:t>
            </a:r>
            <a:endParaRPr lang="en-US" sz="1800" dirty="0">
              <a:solidFill>
                <a:srgbClr val="006EB4"/>
              </a:solidFill>
              <a:latin typeface="微软雅黑" panose="020B0503020204020204" pitchFamily="34" charset="-122"/>
              <a:ea typeface="微软雅黑" panose="020B0503020204020204" pitchFamily="34" charset="-122"/>
              <a:cs typeface="+mn-ea"/>
            </a:endParaRPr>
          </a:p>
          <a:p>
            <a:pPr>
              <a:lnSpc>
                <a:spcPct val="170000"/>
              </a:lnSpc>
            </a:pPr>
            <a:r>
              <a:rPr lang="en-US" sz="1800" dirty="0">
                <a:solidFill>
                  <a:srgbClr val="006EB4"/>
                </a:solidFill>
                <a:latin typeface="微软雅黑" panose="020B0503020204020204" pitchFamily="34" charset="-122"/>
                <a:ea typeface="微软雅黑" panose="020B0503020204020204" pitchFamily="34" charset="-122"/>
                <a:cs typeface="+mn-ea"/>
              </a:rPr>
              <a:t>3.新线介入后期工作是指分公司介入新线建设中的土建工程、安装装修工程、系统设备安装工程、设备调试、工程验收等工作。</a:t>
            </a:r>
            <a:endParaRPr lang="en-US" sz="1800" dirty="0">
              <a:solidFill>
                <a:srgbClr val="006EB4"/>
              </a:solidFill>
              <a:latin typeface="微软雅黑" panose="020B0503020204020204" pitchFamily="34" charset="-122"/>
              <a:ea typeface="微软雅黑" panose="020B0503020204020204" pitchFamily="34" charset="-122"/>
              <a:cs typeface="+mn-ea"/>
            </a:endParaRPr>
          </a:p>
        </p:txBody>
      </p:sp>
      <p:sp>
        <p:nvSpPr>
          <p:cNvPr id="46" name="文本框 45"/>
          <p:cNvSpPr txBox="1"/>
          <p:nvPr/>
        </p:nvSpPr>
        <p:spPr>
          <a:xfrm>
            <a:off x="5699162" y="6382122"/>
            <a:ext cx="792088" cy="306705"/>
          </a:xfrm>
          <a:prstGeom prst="rect">
            <a:avLst/>
          </a:prstGeom>
          <a:noFill/>
        </p:spPr>
        <p:txBody>
          <a:bodyPr wrap="square" rtlCol="0">
            <a:spAutoFit/>
          </a:bodyPr>
          <a:lstStyle/>
          <a:p>
            <a:pPr algn="ctr"/>
            <a:r>
              <a:rPr lang="en-US" altLang="zh-CN" sz="1400" dirty="0"/>
              <a:t>5</a:t>
            </a:r>
            <a:endParaRPr lang="zh-CN" alt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262558" y="26254"/>
            <a:ext cx="4094480" cy="521970"/>
          </a:xfrm>
          <a:prstGeom prst="rect">
            <a:avLst/>
          </a:prstGeom>
          <a:noFill/>
        </p:spPr>
        <p:txBody>
          <a:bodyPr wrap="none" rtlCol="0">
            <a:spAutoFit/>
          </a:bodyPr>
          <a:lstStyle/>
          <a:p>
            <a:pPr algn="l"/>
            <a:r>
              <a:rPr lang="zh-CN" altLang="en-US" sz="2800" b="1" dirty="0">
                <a:solidFill>
                  <a:schemeClr val="bg1"/>
                </a:solidFill>
                <a:latin typeface="微软雅黑" panose="020B0503020204020204" pitchFamily="34" charset="-122"/>
                <a:ea typeface="微软雅黑" panose="020B0503020204020204" pitchFamily="34" charset="-122"/>
              </a:rPr>
              <a:t>一、</a:t>
            </a:r>
            <a:r>
              <a:rPr lang="zh-CN" altLang="en-US" sz="2800" b="1" dirty="0">
                <a:solidFill>
                  <a:schemeClr val="bg1"/>
                </a:solidFill>
                <a:latin typeface="微软雅黑" panose="020B0503020204020204" pitchFamily="34" charset="-122"/>
                <a:ea typeface="微软雅黑" panose="020B0503020204020204" pitchFamily="34" charset="-122"/>
                <a:sym typeface="+mn-lt"/>
              </a:rPr>
              <a:t>新线介入定义及要求</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矩形 24"/>
          <p:cNvSpPr/>
          <p:nvPr/>
        </p:nvSpPr>
        <p:spPr>
          <a:xfrm>
            <a:off x="714433" y="836618"/>
            <a:ext cx="10352135" cy="460375"/>
          </a:xfrm>
          <a:prstGeom prst="rect">
            <a:avLst/>
          </a:prstGeom>
          <a:noFill/>
          <a:ln w="12700" cmpd="sng">
            <a:noFill/>
            <a:prstDash val="solid"/>
          </a:ln>
        </p:spPr>
        <p:style>
          <a:lnRef idx="2">
            <a:schemeClr val="accent1"/>
          </a:lnRef>
          <a:fillRef idx="1">
            <a:schemeClr val="lt1"/>
          </a:fillRef>
          <a:effectRef idx="0">
            <a:schemeClr val="accent1"/>
          </a:effectRef>
          <a:fontRef idx="minor">
            <a:schemeClr val="dk1"/>
          </a:fontRef>
        </p:style>
        <p:txBody>
          <a:bodyPr wrap="square">
            <a:spAutoFit/>
          </a:bodyPr>
          <a:lstStyle/>
          <a:p>
            <a:pPr>
              <a:lnSpc>
                <a:spcPts val="2880"/>
              </a:lnSpc>
              <a:spcBef>
                <a:spcPts val="1200"/>
              </a:spcBef>
              <a:spcAft>
                <a:spcPts val="1200"/>
              </a:spcAft>
            </a:pPr>
            <a:r>
              <a:rPr lang="zh-CN" altLang="en-US" sz="2000" b="1" dirty="0">
                <a:solidFill>
                  <a:srgbClr val="006EB4"/>
                </a:solidFill>
                <a:latin typeface="微软雅黑" panose="020B0503020204020204" pitchFamily="34" charset="-122"/>
                <a:ea typeface="微软雅黑" panose="020B0503020204020204" pitchFamily="34" charset="-122"/>
                <a:cs typeface="+mn-ea"/>
                <a:sym typeface="+mn-lt"/>
              </a:rPr>
              <a:t>（二）</a:t>
            </a:r>
            <a:r>
              <a:rPr lang="zh-CN" sz="2000" b="1" dirty="0">
                <a:solidFill>
                  <a:srgbClr val="006EB4"/>
                </a:solidFill>
                <a:latin typeface="微软雅黑" panose="020B0503020204020204" pitchFamily="34" charset="-122"/>
                <a:ea typeface="微软雅黑" panose="020B0503020204020204" pitchFamily="34" charset="-122"/>
                <a:cs typeface="+mn-ea"/>
                <a:sym typeface="+mn-lt"/>
              </a:rPr>
              <a:t>新线介入要求</a:t>
            </a:r>
            <a:endParaRPr lang="zh-CN" sz="2000" b="1" dirty="0">
              <a:solidFill>
                <a:srgbClr val="006EB4"/>
              </a:solidFill>
              <a:latin typeface="微软雅黑" panose="020B0503020204020204" pitchFamily="34" charset="-122"/>
              <a:ea typeface="微软雅黑" panose="020B0503020204020204" pitchFamily="34" charset="-122"/>
              <a:cs typeface="+mn-ea"/>
              <a:sym typeface="+mn-lt"/>
            </a:endParaRPr>
          </a:p>
        </p:txBody>
      </p:sp>
      <p:sp>
        <p:nvSpPr>
          <p:cNvPr id="41" name="文本框 40"/>
          <p:cNvSpPr txBox="1"/>
          <p:nvPr/>
        </p:nvSpPr>
        <p:spPr>
          <a:xfrm>
            <a:off x="642620" y="1414145"/>
            <a:ext cx="11002645" cy="3856355"/>
          </a:xfrm>
          <a:prstGeom prst="rect">
            <a:avLst/>
          </a:prstGeom>
          <a:noFill/>
        </p:spPr>
        <p:txBody>
          <a:bodyPr wrap="square">
            <a:spAutoFit/>
          </a:bodyPr>
          <a:lstStyle/>
          <a:p>
            <a:pPr>
              <a:lnSpc>
                <a:spcPct val="170000"/>
              </a:lnSpc>
            </a:pPr>
            <a:r>
              <a:rPr lang="en-US" sz="1800" dirty="0">
                <a:solidFill>
                  <a:srgbClr val="006EB4"/>
                </a:solidFill>
                <a:latin typeface="微软雅黑" panose="020B0503020204020204" pitchFamily="34" charset="-122"/>
                <a:ea typeface="微软雅黑" panose="020B0503020204020204" pitchFamily="34" charset="-122"/>
                <a:cs typeface="+mn-ea"/>
              </a:rPr>
              <a:t>1.</a:t>
            </a:r>
            <a:r>
              <a:rPr sz="1800" dirty="0">
                <a:solidFill>
                  <a:srgbClr val="006EB4"/>
                </a:solidFill>
                <a:latin typeface="微软雅黑" panose="020B0503020204020204" pitchFamily="34" charset="-122"/>
                <a:ea typeface="微软雅黑" panose="020B0503020204020204" pitchFamily="34" charset="-122"/>
                <a:cs typeface="+mn-ea"/>
              </a:rPr>
              <a:t>各部门（中心）按本管理程序相关要求分线别编制现场介入实施方案。</a:t>
            </a:r>
            <a:endParaRPr sz="1800" dirty="0">
              <a:solidFill>
                <a:srgbClr val="006EB4"/>
              </a:solidFill>
              <a:latin typeface="微软雅黑" panose="020B0503020204020204" pitchFamily="34" charset="-122"/>
              <a:ea typeface="微软雅黑" panose="020B0503020204020204" pitchFamily="34" charset="-122"/>
              <a:cs typeface="+mn-ea"/>
            </a:endParaRPr>
          </a:p>
          <a:p>
            <a:pPr>
              <a:lnSpc>
                <a:spcPct val="170000"/>
              </a:lnSpc>
            </a:pPr>
            <a:r>
              <a:rPr lang="en-US" sz="1800" dirty="0">
                <a:solidFill>
                  <a:srgbClr val="006EB4"/>
                </a:solidFill>
                <a:latin typeface="微软雅黑" panose="020B0503020204020204" pitchFamily="34" charset="-122"/>
                <a:ea typeface="微软雅黑" panose="020B0503020204020204" pitchFamily="34" charset="-122"/>
                <a:cs typeface="+mn-ea"/>
              </a:rPr>
              <a:t>2.</a:t>
            </a:r>
            <a:r>
              <a:rPr sz="1800" dirty="0">
                <a:solidFill>
                  <a:srgbClr val="006EB4"/>
                </a:solidFill>
                <a:latin typeface="微软雅黑" panose="020B0503020204020204" pitchFamily="34" charset="-122"/>
                <a:ea typeface="微软雅黑" panose="020B0503020204020204" pitchFamily="34" charset="-122"/>
                <a:cs typeface="+mn-ea"/>
              </a:rPr>
              <a:t>分公司新线现场介入以车站房建结构、设备安装、装饰装修、设备系统调试和联调为切入点，正线以标段为单位，车辆段以场段为单位，根据施工进度分阶段、分批次逐步增加运营筹备力量。</a:t>
            </a:r>
            <a:endParaRPr sz="1800" dirty="0">
              <a:solidFill>
                <a:srgbClr val="006EB4"/>
              </a:solidFill>
              <a:latin typeface="微软雅黑" panose="020B0503020204020204" pitchFamily="34" charset="-122"/>
              <a:ea typeface="微软雅黑" panose="020B0503020204020204" pitchFamily="34" charset="-122"/>
              <a:cs typeface="+mn-ea"/>
            </a:endParaRPr>
          </a:p>
          <a:p>
            <a:pPr>
              <a:lnSpc>
                <a:spcPct val="170000"/>
              </a:lnSpc>
            </a:pPr>
            <a:r>
              <a:rPr lang="en-US" sz="1800" dirty="0">
                <a:solidFill>
                  <a:srgbClr val="006EB4"/>
                </a:solidFill>
                <a:latin typeface="微软雅黑" panose="020B0503020204020204" pitchFamily="34" charset="-122"/>
                <a:ea typeface="微软雅黑" panose="020B0503020204020204" pitchFamily="34" charset="-122"/>
                <a:cs typeface="+mn-ea"/>
              </a:rPr>
              <a:t>3.</a:t>
            </a:r>
            <a:r>
              <a:rPr sz="1800" dirty="0">
                <a:solidFill>
                  <a:srgbClr val="006EB4"/>
                </a:solidFill>
                <a:latin typeface="微软雅黑" panose="020B0503020204020204" pitchFamily="34" charset="-122"/>
                <a:ea typeface="微软雅黑" panose="020B0503020204020204" pitchFamily="34" charset="-122"/>
                <a:cs typeface="+mn-ea"/>
              </a:rPr>
              <a:t>新线施工现场介入人员必须严格遵守公司、分公司轨行区管理办法和分公司《承包商安全管理办法》规定。</a:t>
            </a:r>
            <a:endParaRPr sz="1800" dirty="0">
              <a:solidFill>
                <a:srgbClr val="006EB4"/>
              </a:solidFill>
              <a:latin typeface="微软雅黑" panose="020B0503020204020204" pitchFamily="34" charset="-122"/>
              <a:ea typeface="微软雅黑" panose="020B0503020204020204" pitchFamily="34" charset="-122"/>
              <a:cs typeface="+mn-ea"/>
            </a:endParaRPr>
          </a:p>
          <a:p>
            <a:pPr>
              <a:lnSpc>
                <a:spcPct val="170000"/>
              </a:lnSpc>
            </a:pPr>
            <a:r>
              <a:rPr lang="en-US" sz="1800" dirty="0">
                <a:solidFill>
                  <a:srgbClr val="006EB4"/>
                </a:solidFill>
                <a:latin typeface="微软雅黑" panose="020B0503020204020204" pitchFamily="34" charset="-122"/>
                <a:ea typeface="微软雅黑" panose="020B0503020204020204" pitchFamily="34" charset="-122"/>
                <a:cs typeface="+mn-ea"/>
              </a:rPr>
              <a:t>4.</a:t>
            </a:r>
            <a:r>
              <a:rPr sz="1800" dirty="0">
                <a:solidFill>
                  <a:srgbClr val="006EB4"/>
                </a:solidFill>
                <a:latin typeface="微软雅黑" panose="020B0503020204020204" pitchFamily="34" charset="-122"/>
                <a:ea typeface="微软雅黑" panose="020B0503020204020204" pitchFamily="34" charset="-122"/>
                <a:cs typeface="+mn-ea"/>
              </a:rPr>
              <a:t>不得安排未经过三级安全教育的员工到新线施工现场参观学习。</a:t>
            </a:r>
            <a:endParaRPr sz="1800" dirty="0">
              <a:solidFill>
                <a:srgbClr val="006EB4"/>
              </a:solidFill>
              <a:latin typeface="微软雅黑" panose="020B0503020204020204" pitchFamily="34" charset="-122"/>
              <a:ea typeface="微软雅黑" panose="020B0503020204020204" pitchFamily="34" charset="-122"/>
              <a:cs typeface="+mn-ea"/>
            </a:endParaRPr>
          </a:p>
          <a:p>
            <a:pPr>
              <a:lnSpc>
                <a:spcPct val="170000"/>
              </a:lnSpc>
            </a:pPr>
            <a:r>
              <a:rPr lang="en-US" sz="1800" dirty="0">
                <a:solidFill>
                  <a:srgbClr val="006EB4"/>
                </a:solidFill>
                <a:latin typeface="微软雅黑" panose="020B0503020204020204" pitchFamily="34" charset="-122"/>
                <a:ea typeface="微软雅黑" panose="020B0503020204020204" pitchFamily="34" charset="-122"/>
                <a:cs typeface="+mn-ea"/>
              </a:rPr>
              <a:t>5.</a:t>
            </a:r>
            <a:r>
              <a:rPr sz="1800" dirty="0">
                <a:solidFill>
                  <a:srgbClr val="006EB4"/>
                </a:solidFill>
                <a:latin typeface="微软雅黑" panose="020B0503020204020204" pitchFamily="34" charset="-122"/>
                <a:ea typeface="微软雅黑" panose="020B0503020204020204" pitchFamily="34" charset="-122"/>
                <a:cs typeface="+mn-ea"/>
              </a:rPr>
              <a:t>每次现场介入人数应不少于 2 人且介入过程中禁止单独行动，各部门（中心）应选择业务精、责任心强、熟悉现场的人员担任现场介入的负责人和安全负责人，并按本办法相关规定，提前做好现场介入人员的安全教育、现场介入申请和审批等工作，严格执行同去同回的原则。</a:t>
            </a:r>
            <a:endParaRPr sz="1800" dirty="0">
              <a:solidFill>
                <a:srgbClr val="006EB4"/>
              </a:solidFill>
              <a:latin typeface="微软雅黑" panose="020B0503020204020204" pitchFamily="34" charset="-122"/>
              <a:ea typeface="微软雅黑" panose="020B0503020204020204" pitchFamily="34" charset="-122"/>
              <a:cs typeface="+mn-ea"/>
            </a:endParaRPr>
          </a:p>
        </p:txBody>
      </p:sp>
      <p:sp>
        <p:nvSpPr>
          <p:cNvPr id="46" name="文本框 45"/>
          <p:cNvSpPr txBox="1"/>
          <p:nvPr/>
        </p:nvSpPr>
        <p:spPr>
          <a:xfrm>
            <a:off x="5699162" y="6382122"/>
            <a:ext cx="792088" cy="306705"/>
          </a:xfrm>
          <a:prstGeom prst="rect">
            <a:avLst/>
          </a:prstGeom>
          <a:noFill/>
        </p:spPr>
        <p:txBody>
          <a:bodyPr wrap="square" rtlCol="0">
            <a:spAutoFit/>
          </a:bodyPr>
          <a:lstStyle/>
          <a:p>
            <a:pPr algn="ctr"/>
            <a:r>
              <a:rPr lang="en-US" altLang="zh-CN" sz="1400" dirty="0"/>
              <a:t>6</a:t>
            </a:r>
            <a:endParaRPr lang="zh-CN" alt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262558" y="26254"/>
            <a:ext cx="4094480" cy="521970"/>
          </a:xfrm>
          <a:prstGeom prst="rect">
            <a:avLst/>
          </a:prstGeom>
          <a:noFill/>
        </p:spPr>
        <p:txBody>
          <a:bodyPr wrap="none" rtlCol="0">
            <a:spAutoFit/>
          </a:bodyPr>
          <a:lstStyle/>
          <a:p>
            <a:pPr algn="l"/>
            <a:r>
              <a:rPr lang="zh-CN" altLang="en-US" sz="2800" b="1" dirty="0">
                <a:solidFill>
                  <a:schemeClr val="bg1"/>
                </a:solidFill>
                <a:latin typeface="微软雅黑" panose="020B0503020204020204" pitchFamily="34" charset="-122"/>
                <a:ea typeface="微软雅黑" panose="020B0503020204020204" pitchFamily="34" charset="-122"/>
              </a:rPr>
              <a:t>一、</a:t>
            </a:r>
            <a:r>
              <a:rPr lang="zh-CN" altLang="en-US" sz="2800" b="1" dirty="0">
                <a:solidFill>
                  <a:schemeClr val="bg1"/>
                </a:solidFill>
                <a:latin typeface="微软雅黑" panose="020B0503020204020204" pitchFamily="34" charset="-122"/>
                <a:ea typeface="微软雅黑" panose="020B0503020204020204" pitchFamily="34" charset="-122"/>
                <a:sym typeface="+mn-lt"/>
              </a:rPr>
              <a:t>新线介入定义及要求</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5" name="矩形 24"/>
          <p:cNvSpPr/>
          <p:nvPr/>
        </p:nvSpPr>
        <p:spPr>
          <a:xfrm>
            <a:off x="714433" y="836618"/>
            <a:ext cx="10352135" cy="460375"/>
          </a:xfrm>
          <a:prstGeom prst="rect">
            <a:avLst/>
          </a:prstGeom>
          <a:noFill/>
          <a:ln w="12700" cmpd="sng">
            <a:noFill/>
            <a:prstDash val="solid"/>
          </a:ln>
        </p:spPr>
        <p:style>
          <a:lnRef idx="2">
            <a:schemeClr val="accent1"/>
          </a:lnRef>
          <a:fillRef idx="1">
            <a:schemeClr val="lt1"/>
          </a:fillRef>
          <a:effectRef idx="0">
            <a:schemeClr val="accent1"/>
          </a:effectRef>
          <a:fontRef idx="minor">
            <a:schemeClr val="dk1"/>
          </a:fontRef>
        </p:style>
        <p:txBody>
          <a:bodyPr wrap="square">
            <a:spAutoFit/>
          </a:bodyPr>
          <a:lstStyle/>
          <a:p>
            <a:pPr>
              <a:lnSpc>
                <a:spcPts val="2880"/>
              </a:lnSpc>
              <a:spcBef>
                <a:spcPts val="1200"/>
              </a:spcBef>
              <a:spcAft>
                <a:spcPts val="1200"/>
              </a:spcAft>
            </a:pPr>
            <a:r>
              <a:rPr lang="zh-CN" altLang="en-US" sz="2000" b="1" dirty="0">
                <a:solidFill>
                  <a:srgbClr val="006EB4"/>
                </a:solidFill>
                <a:latin typeface="微软雅黑" panose="020B0503020204020204" pitchFamily="34" charset="-122"/>
                <a:ea typeface="微软雅黑" panose="020B0503020204020204" pitchFamily="34" charset="-122"/>
                <a:cs typeface="+mn-ea"/>
                <a:sym typeface="+mn-lt"/>
              </a:rPr>
              <a:t>（</a:t>
            </a:r>
            <a:r>
              <a:rPr lang="zh-CN" altLang="en-US" sz="2000" b="1" dirty="0">
                <a:solidFill>
                  <a:srgbClr val="006EB4"/>
                </a:solidFill>
                <a:latin typeface="微软雅黑" panose="020B0503020204020204" pitchFamily="34" charset="-122"/>
                <a:ea typeface="微软雅黑" panose="020B0503020204020204" pitchFamily="34" charset="-122"/>
                <a:cs typeface="+mn-ea"/>
                <a:sym typeface="+mn-lt"/>
              </a:rPr>
              <a:t>二</a:t>
            </a:r>
            <a:r>
              <a:rPr lang="zh-CN" altLang="en-US" sz="2000" b="1" dirty="0">
                <a:solidFill>
                  <a:srgbClr val="006EB4"/>
                </a:solidFill>
                <a:latin typeface="微软雅黑" panose="020B0503020204020204" pitchFamily="34" charset="-122"/>
                <a:ea typeface="微软雅黑" panose="020B0503020204020204" pitchFamily="34" charset="-122"/>
                <a:cs typeface="+mn-ea"/>
                <a:sym typeface="+mn-lt"/>
              </a:rPr>
              <a:t>）</a:t>
            </a:r>
            <a:r>
              <a:rPr lang="zh-CN" sz="2000" b="1" dirty="0">
                <a:solidFill>
                  <a:srgbClr val="006EB4"/>
                </a:solidFill>
                <a:latin typeface="微软雅黑" panose="020B0503020204020204" pitchFamily="34" charset="-122"/>
                <a:ea typeface="微软雅黑" panose="020B0503020204020204" pitchFamily="34" charset="-122"/>
                <a:cs typeface="+mn-ea"/>
                <a:sym typeface="+mn-lt"/>
              </a:rPr>
              <a:t>新线介入要求</a:t>
            </a:r>
            <a:endParaRPr lang="zh-CN" sz="2000" b="1" dirty="0">
              <a:solidFill>
                <a:srgbClr val="006EB4"/>
              </a:solidFill>
              <a:latin typeface="微软雅黑" panose="020B0503020204020204" pitchFamily="34" charset="-122"/>
              <a:ea typeface="微软雅黑" panose="020B0503020204020204" pitchFamily="34" charset="-122"/>
              <a:cs typeface="+mn-ea"/>
              <a:sym typeface="+mn-lt"/>
            </a:endParaRPr>
          </a:p>
        </p:txBody>
      </p:sp>
      <p:sp>
        <p:nvSpPr>
          <p:cNvPr id="41" name="文本框 40"/>
          <p:cNvSpPr txBox="1"/>
          <p:nvPr/>
        </p:nvSpPr>
        <p:spPr>
          <a:xfrm>
            <a:off x="642620" y="1414145"/>
            <a:ext cx="10469245" cy="3385820"/>
          </a:xfrm>
          <a:prstGeom prst="rect">
            <a:avLst/>
          </a:prstGeom>
          <a:noFill/>
        </p:spPr>
        <p:txBody>
          <a:bodyPr wrap="square">
            <a:spAutoFit/>
          </a:bodyPr>
          <a:lstStyle/>
          <a:p>
            <a:pPr>
              <a:lnSpc>
                <a:spcPct val="170000"/>
              </a:lnSpc>
            </a:pPr>
            <a:r>
              <a:rPr lang="en-US" sz="1800" dirty="0">
                <a:solidFill>
                  <a:srgbClr val="006EB4"/>
                </a:solidFill>
                <a:latin typeface="微软雅黑" panose="020B0503020204020204" pitchFamily="34" charset="-122"/>
                <a:ea typeface="微软雅黑" panose="020B0503020204020204" pitchFamily="34" charset="-122"/>
                <a:cs typeface="+mn-ea"/>
              </a:rPr>
              <a:t>6.</a:t>
            </a:r>
            <a:r>
              <a:rPr sz="1800" dirty="0">
                <a:solidFill>
                  <a:srgbClr val="006EB4"/>
                </a:solidFill>
                <a:latin typeface="微软雅黑" panose="020B0503020204020204" pitchFamily="34" charset="-122"/>
                <a:ea typeface="微软雅黑" panose="020B0503020204020204" pitchFamily="34" charset="-122"/>
                <a:cs typeface="+mn-ea"/>
              </a:rPr>
              <a:t>现场介入过程中，应注意现场成品保护，服从属地承包商和监理的管理，时刻留意现场情况，确保人身和设备安全。</a:t>
            </a:r>
            <a:endParaRPr sz="1800" dirty="0">
              <a:solidFill>
                <a:srgbClr val="006EB4"/>
              </a:solidFill>
              <a:latin typeface="微软雅黑" panose="020B0503020204020204" pitchFamily="34" charset="-122"/>
              <a:ea typeface="微软雅黑" panose="020B0503020204020204" pitchFamily="34" charset="-122"/>
              <a:cs typeface="+mn-ea"/>
            </a:endParaRPr>
          </a:p>
          <a:p>
            <a:pPr>
              <a:lnSpc>
                <a:spcPct val="170000"/>
              </a:lnSpc>
            </a:pPr>
            <a:r>
              <a:rPr lang="en-US" sz="1800" dirty="0">
                <a:solidFill>
                  <a:srgbClr val="006EB4"/>
                </a:solidFill>
                <a:latin typeface="微软雅黑" panose="020B0503020204020204" pitchFamily="34" charset="-122"/>
                <a:ea typeface="微软雅黑" panose="020B0503020204020204" pitchFamily="34" charset="-122"/>
                <a:cs typeface="+mn-ea"/>
              </a:rPr>
              <a:t>7.</a:t>
            </a:r>
            <a:r>
              <a:rPr sz="1800" dirty="0">
                <a:solidFill>
                  <a:srgbClr val="006EB4"/>
                </a:solidFill>
                <a:latin typeface="微软雅黑" panose="020B0503020204020204" pitchFamily="34" charset="-122"/>
                <a:ea typeface="微软雅黑" panose="020B0503020204020204" pitchFamily="34" charset="-122"/>
                <a:cs typeface="+mn-ea"/>
              </a:rPr>
              <a:t>现场介入工作结束后，现场介入负责人及时办理相关出清手续。</a:t>
            </a:r>
            <a:endParaRPr sz="1800" dirty="0">
              <a:solidFill>
                <a:srgbClr val="006EB4"/>
              </a:solidFill>
              <a:latin typeface="微软雅黑" panose="020B0503020204020204" pitchFamily="34" charset="-122"/>
              <a:ea typeface="微软雅黑" panose="020B0503020204020204" pitchFamily="34" charset="-122"/>
              <a:cs typeface="+mn-ea"/>
            </a:endParaRPr>
          </a:p>
          <a:p>
            <a:pPr>
              <a:lnSpc>
                <a:spcPct val="170000"/>
              </a:lnSpc>
            </a:pPr>
            <a:r>
              <a:rPr lang="en-US" sz="1800" dirty="0">
                <a:solidFill>
                  <a:srgbClr val="006EB4"/>
                </a:solidFill>
                <a:latin typeface="微软雅黑" panose="020B0503020204020204" pitchFamily="34" charset="-122"/>
                <a:ea typeface="微软雅黑" panose="020B0503020204020204" pitchFamily="34" charset="-122"/>
                <a:cs typeface="+mn-ea"/>
              </a:rPr>
              <a:t>8.</a:t>
            </a:r>
            <a:r>
              <a:rPr sz="1800" dirty="0">
                <a:solidFill>
                  <a:srgbClr val="006EB4"/>
                </a:solidFill>
                <a:latin typeface="微软雅黑" panose="020B0503020204020204" pitchFamily="34" charset="-122"/>
                <a:ea typeface="微软雅黑" panose="020B0503020204020204" pitchFamily="34" charset="-122"/>
                <a:cs typeface="+mn-ea"/>
              </a:rPr>
              <a:t>现场介入主要人员应有新线介入经验的技术骨干人员，要求相对固定，以保证现场介入工作的可持续性和连贯性。</a:t>
            </a:r>
            <a:endParaRPr sz="1800" dirty="0">
              <a:solidFill>
                <a:srgbClr val="006EB4"/>
              </a:solidFill>
              <a:latin typeface="微软雅黑" panose="020B0503020204020204" pitchFamily="34" charset="-122"/>
              <a:ea typeface="微软雅黑" panose="020B0503020204020204" pitchFamily="34" charset="-122"/>
              <a:cs typeface="+mn-ea"/>
            </a:endParaRPr>
          </a:p>
          <a:p>
            <a:pPr>
              <a:lnSpc>
                <a:spcPct val="170000"/>
              </a:lnSpc>
            </a:pPr>
            <a:r>
              <a:rPr lang="en-US" sz="1800" dirty="0">
                <a:solidFill>
                  <a:srgbClr val="006EB4"/>
                </a:solidFill>
                <a:latin typeface="微软雅黑" panose="020B0503020204020204" pitchFamily="34" charset="-122"/>
                <a:ea typeface="微软雅黑" panose="020B0503020204020204" pitchFamily="34" charset="-122"/>
                <a:cs typeface="+mn-ea"/>
              </a:rPr>
              <a:t>9.</a:t>
            </a:r>
            <a:r>
              <a:rPr sz="1800" dirty="0">
                <a:solidFill>
                  <a:srgbClr val="006EB4"/>
                </a:solidFill>
                <a:latin typeface="微软雅黑" panose="020B0503020204020204" pitchFamily="34" charset="-122"/>
                <a:ea typeface="微软雅黑" panose="020B0503020204020204" pitchFamily="34" charset="-122"/>
                <a:cs typeface="+mn-ea"/>
              </a:rPr>
              <a:t>现场介入人员应按本部门（中心）提交至新线部备案的《施工现场介入计划》按时、按量完成现场介入工作任务。</a:t>
            </a:r>
            <a:endParaRPr sz="1800" dirty="0">
              <a:solidFill>
                <a:srgbClr val="006EB4"/>
              </a:solidFill>
              <a:latin typeface="微软雅黑" panose="020B0503020204020204" pitchFamily="34" charset="-122"/>
              <a:ea typeface="微软雅黑" panose="020B0503020204020204" pitchFamily="34" charset="-122"/>
              <a:cs typeface="+mn-ea"/>
            </a:endParaRPr>
          </a:p>
        </p:txBody>
      </p:sp>
      <p:sp>
        <p:nvSpPr>
          <p:cNvPr id="46" name="文本框 45"/>
          <p:cNvSpPr txBox="1"/>
          <p:nvPr/>
        </p:nvSpPr>
        <p:spPr>
          <a:xfrm>
            <a:off x="5699162" y="6382122"/>
            <a:ext cx="792088" cy="306705"/>
          </a:xfrm>
          <a:prstGeom prst="rect">
            <a:avLst/>
          </a:prstGeom>
          <a:noFill/>
        </p:spPr>
        <p:txBody>
          <a:bodyPr wrap="square" rtlCol="0">
            <a:spAutoFit/>
          </a:bodyPr>
          <a:lstStyle/>
          <a:p>
            <a:pPr algn="ctr"/>
            <a:r>
              <a:rPr lang="en-US" altLang="zh-CN" sz="1400" dirty="0"/>
              <a:t>7</a:t>
            </a:r>
            <a:endParaRPr lang="zh-CN" alt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0" y="2219662"/>
            <a:ext cx="12190407" cy="2420263"/>
            <a:chOff x="170694" y="177982"/>
            <a:chExt cx="3936004" cy="781165"/>
          </a:xfrm>
        </p:grpSpPr>
        <p:sp>
          <p:nvSpPr>
            <p:cNvPr id="10" name="等腰三角形 9"/>
            <p:cNvSpPr/>
            <p:nvPr/>
          </p:nvSpPr>
          <p:spPr>
            <a:xfrm>
              <a:off x="1233863" y="177982"/>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zh-CN"/>
              </a:defPPr>
              <a:lvl1pPr marL="0" lvl="0" indent="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1pPr>
              <a:lvl2pPr marL="544830" lvl="1" indent="-8763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2pPr>
              <a:lvl3pPr marL="1089025" lvl="2" indent="-174625"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3pPr>
              <a:lvl4pPr marL="1631950" lvl="3" indent="-26035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4pPr>
              <a:lvl5pPr marL="2176780" lvl="4"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5pPr>
              <a:lvl6pPr marL="2286000" lvl="5"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6pPr>
              <a:lvl7pPr marL="2743200" lvl="6"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7pPr>
              <a:lvl8pPr marL="3200400" lvl="7"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8pPr>
              <a:lvl9pPr marL="3657600" lvl="8"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9pPr>
            </a:lstStyle>
            <a:p>
              <a:pPr algn="ctr" defTabSz="1219200" fontAlgn="auto">
                <a:spcBef>
                  <a:spcPts val="0"/>
                </a:spcBef>
                <a:spcAft>
                  <a:spcPts val="0"/>
                </a:spcAft>
              </a:pPr>
              <a:endParaRPr lang="zh-CN" altLang="en-US" sz="2400">
                <a:solidFill>
                  <a:prstClr val="white"/>
                </a:solidFill>
                <a:cs typeface="+mn-ea"/>
                <a:sym typeface="+mn-lt"/>
              </a:endParaRPr>
            </a:p>
          </p:txBody>
        </p:sp>
        <p:sp>
          <p:nvSpPr>
            <p:cNvPr id="11" name="等腰三角形 10"/>
            <p:cNvSpPr/>
            <p:nvPr/>
          </p:nvSpPr>
          <p:spPr>
            <a:xfrm flipV="1">
              <a:off x="200258" y="602633"/>
              <a:ext cx="355284" cy="356514"/>
            </a:xfrm>
            <a:prstGeom prs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zh-CN"/>
              </a:defPPr>
              <a:lvl1pPr marL="0" lvl="0" indent="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1pPr>
              <a:lvl2pPr marL="544830" lvl="1" indent="-8763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2pPr>
              <a:lvl3pPr marL="1089025" lvl="2" indent="-174625"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3pPr>
              <a:lvl4pPr marL="1631950" lvl="3" indent="-26035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4pPr>
              <a:lvl5pPr marL="2176780" lvl="4"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5pPr>
              <a:lvl6pPr marL="2286000" lvl="5"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6pPr>
              <a:lvl7pPr marL="2743200" lvl="6"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7pPr>
              <a:lvl8pPr marL="3200400" lvl="7"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8pPr>
              <a:lvl9pPr marL="3657600" lvl="8"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9pPr>
            </a:lstStyle>
            <a:p>
              <a:pPr algn="ctr" defTabSz="1219200" fontAlgn="auto">
                <a:spcBef>
                  <a:spcPts val="0"/>
                </a:spcBef>
                <a:spcAft>
                  <a:spcPts val="0"/>
                </a:spcAft>
              </a:pPr>
              <a:endParaRPr lang="zh-CN" altLang="en-US" sz="2400">
                <a:solidFill>
                  <a:prstClr val="white"/>
                </a:solidFill>
                <a:cs typeface="+mn-ea"/>
                <a:sym typeface="+mn-lt"/>
              </a:endParaRPr>
            </a:p>
          </p:txBody>
        </p:sp>
        <p:sp>
          <p:nvSpPr>
            <p:cNvPr id="12" name="矩形 11"/>
            <p:cNvSpPr/>
            <p:nvPr/>
          </p:nvSpPr>
          <p:spPr>
            <a:xfrm>
              <a:off x="170694" y="261768"/>
              <a:ext cx="3936004" cy="611981"/>
            </a:xfrm>
            <a:prstGeom prst="rect">
              <a:avLst/>
            </a:prstGeom>
            <a:gradFill>
              <a:gsLst>
                <a:gs pos="60000">
                  <a:srgbClr val="7FA3CF"/>
                </a:gs>
                <a:gs pos="100000">
                  <a:srgbClr val="045295"/>
                </a:gs>
              </a:gsLst>
              <a:lin ang="9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zh-CN"/>
              </a:defPPr>
              <a:lvl1pPr marL="0" lvl="0" indent="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1pPr>
              <a:lvl2pPr marL="544830" lvl="1" indent="-8763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2pPr>
              <a:lvl3pPr marL="1089025" lvl="2" indent="-174625"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3pPr>
              <a:lvl4pPr marL="1631950" lvl="3" indent="-26035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4pPr>
              <a:lvl5pPr marL="2176780" lvl="4"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5pPr>
              <a:lvl6pPr marL="2286000" lvl="5"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6pPr>
              <a:lvl7pPr marL="2743200" lvl="6"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7pPr>
              <a:lvl8pPr marL="3200400" lvl="7"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8pPr>
              <a:lvl9pPr marL="3657600" lvl="8"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9pPr>
            </a:lstStyle>
            <a:p>
              <a:pPr algn="ctr" defTabSz="1219200" fontAlgn="auto">
                <a:spcBef>
                  <a:spcPts val="0"/>
                </a:spcBef>
                <a:spcAft>
                  <a:spcPts val="0"/>
                </a:spcAft>
              </a:pPr>
              <a:endParaRPr lang="zh-CN" altLang="en-US" sz="2400" dirty="0">
                <a:solidFill>
                  <a:prstClr val="white"/>
                </a:solidFill>
                <a:cs typeface="+mn-ea"/>
                <a:sym typeface="+mn-lt"/>
              </a:endParaRPr>
            </a:p>
          </p:txBody>
        </p:sp>
        <p:sp>
          <p:nvSpPr>
            <p:cNvPr id="13" name="平行四边形 12"/>
            <p:cNvSpPr/>
            <p:nvPr/>
          </p:nvSpPr>
          <p:spPr>
            <a:xfrm>
              <a:off x="376965" y="178257"/>
              <a:ext cx="1036076" cy="779005"/>
            </a:xfrm>
            <a:prstGeom prst="parallelogram">
              <a:avLst>
                <a:gd name="adj" fmla="val 4820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defPPr>
                <a:defRPr lang="zh-CN"/>
              </a:defPPr>
              <a:lvl1pPr marL="0" lvl="0" indent="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1pPr>
              <a:lvl2pPr marL="544830" lvl="1" indent="-8763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2pPr>
              <a:lvl3pPr marL="1089025" lvl="2" indent="-174625"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3pPr>
              <a:lvl4pPr marL="1631950" lvl="3" indent="-26035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4pPr>
              <a:lvl5pPr marL="2176780" lvl="4"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5pPr>
              <a:lvl6pPr marL="2286000" lvl="5"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6pPr>
              <a:lvl7pPr marL="2743200" lvl="6"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7pPr>
              <a:lvl8pPr marL="3200400" lvl="7"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8pPr>
              <a:lvl9pPr marL="3657600" lvl="8"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lt1"/>
                  </a:solidFill>
                  <a:latin typeface="+mn-lt"/>
                  <a:ea typeface="+mn-ea"/>
                  <a:cs typeface="+mn-cs"/>
                </a:defRPr>
              </a:lvl9pPr>
            </a:lstStyle>
            <a:p>
              <a:pPr algn="ctr" defTabSz="1219200" fontAlgn="auto">
                <a:spcBef>
                  <a:spcPts val="0"/>
                </a:spcBef>
                <a:spcAft>
                  <a:spcPts val="0"/>
                </a:spcAft>
              </a:pPr>
              <a:endParaRPr lang="zh-CN" altLang="en-US" sz="2400">
                <a:solidFill>
                  <a:prstClr val="white"/>
                </a:solidFill>
                <a:cs typeface="+mn-ea"/>
                <a:sym typeface="+mn-lt"/>
              </a:endParaRPr>
            </a:p>
          </p:txBody>
        </p:sp>
        <p:sp>
          <p:nvSpPr>
            <p:cNvPr id="14" name="文本框 6"/>
            <p:cNvSpPr txBox="1"/>
            <p:nvPr/>
          </p:nvSpPr>
          <p:spPr>
            <a:xfrm>
              <a:off x="673963" y="359393"/>
              <a:ext cx="569115" cy="459094"/>
            </a:xfrm>
            <a:prstGeom prst="rect">
              <a:avLst/>
            </a:prstGeom>
            <a:noFill/>
          </p:spPr>
          <p:txBody>
            <a:bodyPr wrap="square" lIns="68580" tIns="34290" rIns="68580" bIns="34290" rtlCol="0">
              <a:spAutoFit/>
            </a:bodyPr>
            <a:lstStyle>
              <a:defPPr>
                <a:defRPr lang="zh-CN"/>
              </a:defPPr>
              <a:lvl1pPr marL="0" lvl="0" indent="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1pPr>
              <a:lvl2pPr marL="544830" lvl="1" indent="-8763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2pPr>
              <a:lvl3pPr marL="1089025" lvl="2" indent="-174625"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3pPr>
              <a:lvl4pPr marL="1631950" lvl="3" indent="-26035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4pPr>
              <a:lvl5pPr marL="2176780" lvl="4"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9pPr>
            </a:lstStyle>
            <a:p>
              <a:pPr defTabSz="1219200" fontAlgn="auto">
                <a:spcBef>
                  <a:spcPts val="0"/>
                </a:spcBef>
                <a:spcAft>
                  <a:spcPts val="0"/>
                </a:spcAft>
              </a:pPr>
              <a:r>
                <a:rPr lang="en-US" altLang="zh-CN" sz="8800" dirty="0">
                  <a:solidFill>
                    <a:prstClr val="white">
                      <a:lumMod val="95000"/>
                    </a:prstClr>
                  </a:solidFill>
                  <a:latin typeface="字魂105号-简雅黑"/>
                  <a:cs typeface="+mn-ea"/>
                  <a:sym typeface="+mn-lt"/>
                </a:rPr>
                <a:t>02</a:t>
              </a:r>
              <a:endParaRPr lang="zh-CN" altLang="en-US" sz="8800" dirty="0">
                <a:solidFill>
                  <a:prstClr val="white">
                    <a:lumMod val="95000"/>
                  </a:prstClr>
                </a:solidFill>
                <a:latin typeface="字魂105号-简雅黑"/>
                <a:cs typeface="+mn-ea"/>
                <a:sym typeface="+mn-lt"/>
              </a:endParaRPr>
            </a:p>
          </p:txBody>
        </p:sp>
      </p:grpSp>
      <p:sp>
        <p:nvSpPr>
          <p:cNvPr id="9" name="TextBox 48"/>
          <p:cNvSpPr txBox="1"/>
          <p:nvPr/>
        </p:nvSpPr>
        <p:spPr>
          <a:xfrm>
            <a:off x="4392930" y="3086100"/>
            <a:ext cx="7150100" cy="890270"/>
          </a:xfrm>
          <a:prstGeom prst="rect">
            <a:avLst/>
          </a:prstGeom>
          <a:noFill/>
        </p:spPr>
        <p:txBody>
          <a:bodyPr wrap="square" lIns="91428" tIns="45712" rIns="91428" bIns="45712" rtlCol="0">
            <a:spAutoFit/>
          </a:bodyPr>
          <a:lstStyle>
            <a:defPPr>
              <a:defRPr lang="zh-CN"/>
            </a:defPPr>
            <a:lvl1pPr marL="0" lvl="0" indent="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1pPr>
            <a:lvl2pPr marL="544830" lvl="1" indent="-8763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2pPr>
            <a:lvl3pPr marL="1089025" lvl="2" indent="-174625"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3pPr>
            <a:lvl4pPr marL="1631950" lvl="3" indent="-26035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4pPr>
            <a:lvl5pPr marL="2176780" lvl="4"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5pPr>
            <a:lvl6pPr marL="2286000" lvl="5"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6pPr>
            <a:lvl7pPr marL="2743200" lvl="6"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7pPr>
            <a:lvl8pPr marL="3200400" lvl="7"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8pPr>
            <a:lvl9pPr marL="3657600" lvl="8" indent="-347980" algn="l" defTabSz="1089025" rtl="0" eaLnBrk="1" fontAlgn="base" latinLnBrk="0" hangingPunct="1">
              <a:lnSpc>
                <a:spcPct val="100000"/>
              </a:lnSpc>
              <a:spcBef>
                <a:spcPct val="0"/>
              </a:spcBef>
              <a:spcAft>
                <a:spcPct val="0"/>
              </a:spcAft>
              <a:buFont typeface="Arial" panose="020B0604020202020204" pitchFamily="34" charset="0"/>
              <a:buNone/>
              <a:defRPr sz="2100" b="0" i="0" u="none" kern="1200" baseline="0">
                <a:solidFill>
                  <a:schemeClr val="tx1"/>
                </a:solidFill>
                <a:latin typeface="Calibri" panose="020F0502020204030204" pitchFamily="34" charset="0"/>
                <a:ea typeface="宋体" panose="02010600030101010101" pitchFamily="2" charset="-122"/>
                <a:cs typeface="+mn-cs"/>
              </a:defRPr>
            </a:lvl9pPr>
          </a:lstStyle>
          <a:p>
            <a:pPr>
              <a:lnSpc>
                <a:spcPct val="130000"/>
              </a:lnSpc>
            </a:pPr>
            <a:r>
              <a:rPr lang="zh-CN" altLang="en-US" sz="4000" b="1" dirty="0">
                <a:solidFill>
                  <a:schemeClr val="bg1"/>
                </a:solidFill>
                <a:latin typeface="微软雅黑" panose="020B0503020204020204" pitchFamily="34" charset="-122"/>
                <a:ea typeface="微软雅黑" panose="020B0503020204020204" pitchFamily="34" charset="-122"/>
                <a:sym typeface="+mn-lt"/>
              </a:rPr>
              <a:t>工作注意事项与工作要点</a:t>
            </a:r>
            <a:endParaRPr lang="zh-CN" altLang="en-US" sz="40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文本框 14"/>
          <p:cNvSpPr txBox="1"/>
          <p:nvPr/>
        </p:nvSpPr>
        <p:spPr>
          <a:xfrm>
            <a:off x="5699162" y="6382122"/>
            <a:ext cx="792088" cy="306705"/>
          </a:xfrm>
          <a:prstGeom prst="rect">
            <a:avLst/>
          </a:prstGeom>
          <a:noFill/>
        </p:spPr>
        <p:txBody>
          <a:bodyPr wrap="square" rtlCol="0">
            <a:spAutoFit/>
          </a:bodyPr>
          <a:lstStyle/>
          <a:p>
            <a:pPr algn="ctr"/>
            <a:r>
              <a:rPr lang="en-US" altLang="zh-CN" sz="1400" dirty="0"/>
              <a:t>8</a:t>
            </a:r>
            <a:endParaRPr lang="zh-CN" alt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262558" y="26254"/>
            <a:ext cx="4805680" cy="521970"/>
          </a:xfrm>
          <a:prstGeom prst="rect">
            <a:avLst/>
          </a:prstGeom>
          <a:noFill/>
        </p:spPr>
        <p:txBody>
          <a:bodyPr wrap="none" rtlCol="0">
            <a:spAutoFit/>
          </a:bodyPr>
          <a:lstStyle/>
          <a:p>
            <a:pPr algn="l"/>
            <a:r>
              <a:rPr lang="zh-CN" altLang="en-US" sz="2800" b="1" dirty="0">
                <a:solidFill>
                  <a:schemeClr val="bg1"/>
                </a:solidFill>
                <a:latin typeface="微软雅黑" panose="020B0503020204020204" pitchFamily="34" charset="-122"/>
                <a:ea typeface="微软雅黑" panose="020B0503020204020204" pitchFamily="34" charset="-122"/>
              </a:rPr>
              <a:t>一、</a:t>
            </a:r>
            <a:r>
              <a:rPr lang="zh-CN" altLang="en-US" sz="2800" b="1" dirty="0">
                <a:solidFill>
                  <a:schemeClr val="bg1"/>
                </a:solidFill>
                <a:latin typeface="微软雅黑" panose="020B0503020204020204" pitchFamily="34" charset="-122"/>
                <a:ea typeface="微软雅黑" panose="020B0503020204020204" pitchFamily="34" charset="-122"/>
                <a:sym typeface="+mn-lt"/>
              </a:rPr>
              <a:t>工作注意事项与工作要点</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6" name="文本框 45"/>
          <p:cNvSpPr txBox="1"/>
          <p:nvPr/>
        </p:nvSpPr>
        <p:spPr>
          <a:xfrm>
            <a:off x="5734722" y="6382122"/>
            <a:ext cx="792088" cy="306705"/>
          </a:xfrm>
          <a:prstGeom prst="rect">
            <a:avLst/>
          </a:prstGeom>
          <a:noFill/>
        </p:spPr>
        <p:txBody>
          <a:bodyPr wrap="square" rtlCol="0">
            <a:spAutoFit/>
          </a:bodyPr>
          <a:lstStyle/>
          <a:p>
            <a:pPr algn="ctr"/>
            <a:r>
              <a:rPr lang="en-US" altLang="zh-CN" sz="1400" dirty="0"/>
              <a:t>9</a:t>
            </a:r>
            <a:endParaRPr lang="zh-CN" altLang="en-US" sz="1400" dirty="0"/>
          </a:p>
        </p:txBody>
      </p:sp>
      <p:sp>
        <p:nvSpPr>
          <p:cNvPr id="2" name="矩形 1"/>
          <p:cNvSpPr/>
          <p:nvPr>
            <p:custDataLst>
              <p:tags r:id="rId1"/>
            </p:custDataLst>
          </p:nvPr>
        </p:nvSpPr>
        <p:spPr>
          <a:xfrm>
            <a:off x="714433" y="621353"/>
            <a:ext cx="10352135" cy="5077460"/>
          </a:xfrm>
          <a:prstGeom prst="rect">
            <a:avLst/>
          </a:prstGeom>
          <a:noFill/>
          <a:ln w="12700" cmpd="sng">
            <a:noFill/>
            <a:prstDash val="solid"/>
          </a:ln>
        </p:spPr>
        <p:style>
          <a:lnRef idx="2">
            <a:schemeClr val="accent1"/>
          </a:lnRef>
          <a:fillRef idx="1">
            <a:schemeClr val="lt1"/>
          </a:fillRef>
          <a:effectRef idx="0">
            <a:schemeClr val="accent1"/>
          </a:effectRef>
          <a:fontRef idx="minor">
            <a:schemeClr val="dk1"/>
          </a:fontRef>
        </p:style>
        <p:txBody>
          <a:bodyPr wrap="square">
            <a:spAutoFit/>
          </a:bodyPr>
          <a:p>
            <a:pPr>
              <a:lnSpc>
                <a:spcPts val="2880"/>
              </a:lnSpc>
              <a:spcBef>
                <a:spcPts val="1200"/>
              </a:spcBef>
              <a:spcAft>
                <a:spcPts val="1200"/>
              </a:spcAft>
            </a:pPr>
            <a:r>
              <a:rPr lang="zh-CN" altLang="en-US" sz="2000" b="1" dirty="0">
                <a:solidFill>
                  <a:srgbClr val="006EB4"/>
                </a:solidFill>
                <a:latin typeface="微软雅黑" panose="020B0503020204020204" pitchFamily="34" charset="-122"/>
                <a:ea typeface="微软雅黑" panose="020B0503020204020204" pitchFamily="34" charset="-122"/>
                <a:cs typeface="+mn-ea"/>
                <a:sym typeface="+mn-lt"/>
              </a:rPr>
              <a:t>（一）</a:t>
            </a:r>
            <a:r>
              <a:rPr lang="zh-CN" sz="2000" b="1" dirty="0">
                <a:solidFill>
                  <a:srgbClr val="006EB4"/>
                </a:solidFill>
                <a:latin typeface="微软雅黑" panose="020B0503020204020204" pitchFamily="34" charset="-122"/>
                <a:ea typeface="微软雅黑" panose="020B0503020204020204" pitchFamily="34" charset="-122"/>
                <a:cs typeface="+mn-ea"/>
                <a:sym typeface="+mn-lt"/>
              </a:rPr>
              <a:t>工作注意事项</a:t>
            </a:r>
            <a:endParaRPr lang="zh-CN" sz="2000" b="1" dirty="0">
              <a:solidFill>
                <a:srgbClr val="006EB4"/>
              </a:solidFill>
              <a:latin typeface="微软雅黑" panose="020B0503020204020204" pitchFamily="34" charset="-122"/>
              <a:ea typeface="微软雅黑" panose="020B0503020204020204" pitchFamily="34" charset="-122"/>
              <a:cs typeface="+mn-ea"/>
              <a:sym typeface="+mn-lt"/>
            </a:endParaRPr>
          </a:p>
          <a:p>
            <a:pPr indent="0" fontAlgn="auto">
              <a:lnSpc>
                <a:spcPts val="2000"/>
              </a:lnSpc>
              <a:spcBef>
                <a:spcPts val="1200"/>
              </a:spcBef>
              <a:spcAft>
                <a:spcPts val="1200"/>
              </a:spcAft>
            </a:pPr>
            <a:r>
              <a:rPr lang="en-US" sz="1800" dirty="0">
                <a:solidFill>
                  <a:srgbClr val="006EB4"/>
                </a:solidFill>
                <a:latin typeface="微软雅黑" panose="020B0503020204020204" pitchFamily="34" charset="-122"/>
                <a:ea typeface="微软雅黑" panose="020B0503020204020204" pitchFamily="34" charset="-122"/>
                <a:cs typeface="+mn-ea"/>
                <a:sym typeface="+mn-lt"/>
              </a:rPr>
              <a:t>1</a:t>
            </a:r>
            <a:r>
              <a:rPr sz="1800" dirty="0">
                <a:solidFill>
                  <a:srgbClr val="006EB4"/>
                </a:solidFill>
                <a:latin typeface="微软雅黑" panose="020B0503020204020204" pitchFamily="34" charset="-122"/>
                <a:ea typeface="微软雅黑" panose="020B0503020204020204" pitchFamily="34" charset="-122"/>
                <a:cs typeface="+mn-ea"/>
                <a:sym typeface="+mn-lt"/>
              </a:rPr>
              <a:t>.新线图纸和资料审核管理</a:t>
            </a:r>
            <a:r>
              <a:rPr lang="zh-CN" sz="1800" dirty="0">
                <a:solidFill>
                  <a:srgbClr val="006EB4"/>
                </a:solidFill>
                <a:latin typeface="微软雅黑" panose="020B0503020204020204" pitchFamily="34" charset="-122"/>
                <a:ea typeface="微软雅黑" panose="020B0503020204020204" pitchFamily="34" charset="-122"/>
                <a:cs typeface="+mn-ea"/>
                <a:sym typeface="+mn-lt"/>
              </a:rPr>
              <a:t>：</a:t>
            </a:r>
            <a:endParaRPr lang="zh-CN" sz="1800" dirty="0">
              <a:solidFill>
                <a:srgbClr val="006EB4"/>
              </a:solidFill>
              <a:latin typeface="微软雅黑" panose="020B0503020204020204" pitchFamily="34" charset="-122"/>
              <a:ea typeface="微软雅黑" panose="020B0503020204020204" pitchFamily="34" charset="-122"/>
              <a:cs typeface="+mn-ea"/>
              <a:sym typeface="+mn-lt"/>
            </a:endParaRPr>
          </a:p>
          <a:p>
            <a:pPr indent="0" fontAlgn="auto">
              <a:lnSpc>
                <a:spcPts val="2000"/>
              </a:lnSpc>
              <a:spcBef>
                <a:spcPts val="1200"/>
              </a:spcBef>
              <a:spcAft>
                <a:spcPts val="1200"/>
              </a:spcAft>
            </a:pPr>
            <a:r>
              <a:rPr lang="zh-CN" sz="1800" dirty="0">
                <a:solidFill>
                  <a:srgbClr val="006EB4"/>
                </a:solidFill>
                <a:latin typeface="微软雅黑" panose="020B0503020204020204" pitchFamily="34" charset="-122"/>
                <a:ea typeface="微软雅黑" panose="020B0503020204020204" pitchFamily="34" charset="-122"/>
                <a:cs typeface="+mn-ea"/>
                <a:sym typeface="+mn-lt"/>
              </a:rPr>
              <a:t>a) 工程可行性研究报告阶段：对网络化运营项目的统筹；对资源共享的方案；</a:t>
            </a:r>
            <a:r>
              <a:rPr sz="1800" dirty="0">
                <a:solidFill>
                  <a:srgbClr val="006EB4"/>
                </a:solidFill>
                <a:latin typeface="微软雅黑" panose="020B0503020204020204" pitchFamily="34" charset="-122"/>
                <a:ea typeface="微软雅黑" panose="020B0503020204020204" pitchFamily="34" charset="-122"/>
                <a:cs typeface="+mn-ea"/>
                <a:sym typeface="+mn-lt"/>
              </a:rPr>
              <a:t>对新建和拟建线路技术标准、设备系统制式、运行交路、配线设置方案、车辆基地功能与配置等方面提出运营建议。</a:t>
            </a:r>
            <a:endParaRPr sz="1800" dirty="0">
              <a:solidFill>
                <a:srgbClr val="006EB4"/>
              </a:solidFill>
              <a:latin typeface="微软雅黑" panose="020B0503020204020204" pitchFamily="34" charset="-122"/>
              <a:ea typeface="微软雅黑" panose="020B0503020204020204" pitchFamily="34" charset="-122"/>
              <a:cs typeface="+mn-ea"/>
              <a:sym typeface="+mn-lt"/>
            </a:endParaRPr>
          </a:p>
          <a:p>
            <a:pPr indent="0" fontAlgn="auto">
              <a:lnSpc>
                <a:spcPts val="2000"/>
              </a:lnSpc>
              <a:spcBef>
                <a:spcPts val="1200"/>
              </a:spcBef>
              <a:spcAft>
                <a:spcPts val="1200"/>
              </a:spcAft>
            </a:pPr>
            <a:r>
              <a:rPr sz="1800" dirty="0">
                <a:solidFill>
                  <a:srgbClr val="006EB4"/>
                </a:solidFill>
                <a:latin typeface="微软雅黑" panose="020B0503020204020204" pitchFamily="34" charset="-122"/>
                <a:ea typeface="微软雅黑" panose="020B0503020204020204" pitchFamily="34" charset="-122"/>
                <a:cs typeface="+mn-ea"/>
                <a:sym typeface="+mn-lt"/>
              </a:rPr>
              <a:t>b) 初步设计阶段：对各专业设计的技术要求；设备用房、管理用房、工区用房、特定功能用房（如档案、展陈及培训等）的配置标准及要求；车辆基地的工艺设备配置需求；相关既有车站、车辆基地、主变电站、控制中心的改造要求；换乘站换乘流线及车站布局原则等方面提出运营建议。</a:t>
            </a:r>
            <a:endParaRPr sz="1800" dirty="0">
              <a:solidFill>
                <a:srgbClr val="006EB4"/>
              </a:solidFill>
              <a:latin typeface="微软雅黑" panose="020B0503020204020204" pitchFamily="34" charset="-122"/>
              <a:ea typeface="微软雅黑" panose="020B0503020204020204" pitchFamily="34" charset="-122"/>
              <a:cs typeface="+mn-ea"/>
              <a:sym typeface="+mn-lt"/>
            </a:endParaRPr>
          </a:p>
          <a:p>
            <a:pPr indent="0" fontAlgn="auto">
              <a:lnSpc>
                <a:spcPts val="2000"/>
              </a:lnSpc>
              <a:spcBef>
                <a:spcPts val="1200"/>
              </a:spcBef>
              <a:spcAft>
                <a:spcPts val="1200"/>
              </a:spcAft>
            </a:pPr>
            <a:r>
              <a:rPr sz="1800" dirty="0">
                <a:solidFill>
                  <a:srgbClr val="006EB4"/>
                </a:solidFill>
                <a:latin typeface="微软雅黑" panose="020B0503020204020204" pitchFamily="34" charset="-122"/>
                <a:ea typeface="微软雅黑" panose="020B0503020204020204" pitchFamily="34" charset="-122"/>
                <a:cs typeface="+mn-ea"/>
                <a:sym typeface="+mn-lt"/>
              </a:rPr>
              <a:t>c) 施工图设计阶段：对初设阶段用户需求的深化、细化、量化技术文件和资料；公共区与设备区的具体布置；结合设备系统设计联络的开展确定的细节需求；对轨道标识、导向标识以及设备用房标识系统的具体要求等方面提出运营建议。</a:t>
            </a:r>
            <a:endParaRPr sz="1800" dirty="0">
              <a:solidFill>
                <a:srgbClr val="006EB4"/>
              </a:solidFill>
              <a:latin typeface="微软雅黑" panose="020B0503020204020204" pitchFamily="34" charset="-122"/>
              <a:ea typeface="微软雅黑" panose="020B0503020204020204" pitchFamily="34" charset="-122"/>
              <a:cs typeface="+mn-ea"/>
              <a:sym typeface="+mn-lt"/>
            </a:endParaRPr>
          </a:p>
          <a:p>
            <a:pPr indent="0" fontAlgn="auto">
              <a:lnSpc>
                <a:spcPts val="2000"/>
              </a:lnSpc>
              <a:spcBef>
                <a:spcPts val="1200"/>
              </a:spcBef>
              <a:spcAft>
                <a:spcPts val="1200"/>
              </a:spcAft>
            </a:pPr>
            <a:r>
              <a:rPr sz="1800" dirty="0">
                <a:solidFill>
                  <a:srgbClr val="006EB4"/>
                </a:solidFill>
                <a:latin typeface="微软雅黑" panose="020B0503020204020204" pitchFamily="34" charset="-122"/>
                <a:ea typeface="微软雅黑" panose="020B0503020204020204" pitchFamily="34" charset="-122"/>
                <a:cs typeface="+mn-ea"/>
                <a:sym typeface="+mn-lt"/>
              </a:rPr>
              <a:t>d) 招标及用户需求书阶段：</a:t>
            </a:r>
            <a:r>
              <a:rPr lang="zh-CN" sz="1800" dirty="0">
                <a:solidFill>
                  <a:srgbClr val="006EB4"/>
                </a:solidFill>
                <a:latin typeface="微软雅黑" panose="020B0503020204020204" pitchFamily="34" charset="-122"/>
                <a:ea typeface="微软雅黑" panose="020B0503020204020204" pitchFamily="34" charset="-122"/>
                <a:cs typeface="+mn-ea"/>
                <a:sym typeface="+mn-lt"/>
              </a:rPr>
              <a:t>依据设计文件、设计规范、公司、分公司相关会议纪要、运营需求技术文件等正式文件材料对需求书的技术标准、设施设备配置、布局进行重点审核；以及对招标的范围、技术要求、备品备件、质保期等方面进行重点研究，并提出运营建议。</a:t>
            </a:r>
            <a:endParaRPr lang="zh-CN" sz="1800" dirty="0">
              <a:solidFill>
                <a:srgbClr val="006EB4"/>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262558" y="26254"/>
            <a:ext cx="4805680" cy="521970"/>
          </a:xfrm>
          <a:prstGeom prst="rect">
            <a:avLst/>
          </a:prstGeom>
          <a:noFill/>
        </p:spPr>
        <p:txBody>
          <a:bodyPr wrap="none" rtlCol="0">
            <a:spAutoFit/>
          </a:bodyPr>
          <a:lstStyle/>
          <a:p>
            <a:pPr algn="l"/>
            <a:r>
              <a:rPr lang="zh-CN" altLang="en-US" sz="2800" b="1" dirty="0">
                <a:solidFill>
                  <a:schemeClr val="bg1"/>
                </a:solidFill>
                <a:latin typeface="微软雅黑" panose="020B0503020204020204" pitchFamily="34" charset="-122"/>
                <a:ea typeface="微软雅黑" panose="020B0503020204020204" pitchFamily="34" charset="-122"/>
              </a:rPr>
              <a:t>一、</a:t>
            </a:r>
            <a:r>
              <a:rPr lang="zh-CN" altLang="en-US" sz="2800" b="1" dirty="0">
                <a:solidFill>
                  <a:schemeClr val="bg1"/>
                </a:solidFill>
                <a:latin typeface="微软雅黑" panose="020B0503020204020204" pitchFamily="34" charset="-122"/>
                <a:ea typeface="微软雅黑" panose="020B0503020204020204" pitchFamily="34" charset="-122"/>
                <a:sym typeface="+mn-lt"/>
              </a:rPr>
              <a:t>工作注意事项与工作要点</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6" name="文本框 45"/>
          <p:cNvSpPr txBox="1"/>
          <p:nvPr/>
        </p:nvSpPr>
        <p:spPr>
          <a:xfrm>
            <a:off x="5699162" y="6382122"/>
            <a:ext cx="792088" cy="306705"/>
          </a:xfrm>
          <a:prstGeom prst="rect">
            <a:avLst/>
          </a:prstGeom>
          <a:noFill/>
        </p:spPr>
        <p:txBody>
          <a:bodyPr wrap="square" rtlCol="0">
            <a:spAutoFit/>
          </a:bodyPr>
          <a:lstStyle/>
          <a:p>
            <a:pPr algn="ctr"/>
            <a:r>
              <a:rPr lang="en-US" altLang="zh-CN" sz="1400" dirty="0"/>
              <a:t>10</a:t>
            </a:r>
            <a:endParaRPr lang="zh-CN" altLang="en-US" sz="1400" dirty="0"/>
          </a:p>
        </p:txBody>
      </p:sp>
      <p:sp>
        <p:nvSpPr>
          <p:cNvPr id="2" name="矩形 1"/>
          <p:cNvSpPr/>
          <p:nvPr>
            <p:custDataLst>
              <p:tags r:id="rId1"/>
            </p:custDataLst>
          </p:nvPr>
        </p:nvSpPr>
        <p:spPr>
          <a:xfrm>
            <a:off x="714375" y="621665"/>
            <a:ext cx="11062970" cy="5087620"/>
          </a:xfrm>
          <a:prstGeom prst="rect">
            <a:avLst/>
          </a:prstGeom>
          <a:noFill/>
          <a:ln w="12700" cmpd="sng">
            <a:noFill/>
            <a:prstDash val="solid"/>
          </a:ln>
        </p:spPr>
        <p:style>
          <a:lnRef idx="2">
            <a:schemeClr val="accent1"/>
          </a:lnRef>
          <a:fillRef idx="1">
            <a:schemeClr val="lt1"/>
          </a:fillRef>
          <a:effectRef idx="0">
            <a:schemeClr val="accent1"/>
          </a:effectRef>
          <a:fontRef idx="minor">
            <a:schemeClr val="dk1"/>
          </a:fontRef>
        </p:style>
        <p:txBody>
          <a:bodyPr wrap="square">
            <a:spAutoFit/>
          </a:bodyPr>
          <a:p>
            <a:pPr>
              <a:lnSpc>
                <a:spcPts val="2880"/>
              </a:lnSpc>
              <a:spcBef>
                <a:spcPts val="1200"/>
              </a:spcBef>
              <a:spcAft>
                <a:spcPts val="1200"/>
              </a:spcAft>
            </a:pPr>
            <a:r>
              <a:rPr lang="zh-CN" altLang="en-US" sz="2000" b="1" dirty="0">
                <a:solidFill>
                  <a:srgbClr val="006EB4"/>
                </a:solidFill>
                <a:latin typeface="微软雅黑" panose="020B0503020204020204" pitchFamily="34" charset="-122"/>
                <a:ea typeface="微软雅黑" panose="020B0503020204020204" pitchFamily="34" charset="-122"/>
                <a:cs typeface="+mn-ea"/>
                <a:sym typeface="+mn-lt"/>
              </a:rPr>
              <a:t>（一）</a:t>
            </a:r>
            <a:r>
              <a:rPr lang="zh-CN" sz="2000" b="1" dirty="0">
                <a:solidFill>
                  <a:srgbClr val="006EB4"/>
                </a:solidFill>
                <a:latin typeface="微软雅黑" panose="020B0503020204020204" pitchFamily="34" charset="-122"/>
                <a:ea typeface="微软雅黑" panose="020B0503020204020204" pitchFamily="34" charset="-122"/>
                <a:cs typeface="+mn-ea"/>
                <a:sym typeface="+mn-lt"/>
              </a:rPr>
              <a:t>工作注意事项</a:t>
            </a:r>
            <a:endParaRPr lang="zh-CN" sz="2000" b="1" dirty="0">
              <a:solidFill>
                <a:srgbClr val="006EB4"/>
              </a:solidFill>
              <a:latin typeface="微软雅黑" panose="020B0503020204020204" pitchFamily="34" charset="-122"/>
              <a:ea typeface="微软雅黑" panose="020B0503020204020204" pitchFamily="34" charset="-122"/>
              <a:cs typeface="+mn-ea"/>
              <a:sym typeface="+mn-lt"/>
            </a:endParaRPr>
          </a:p>
          <a:p>
            <a:pPr>
              <a:lnSpc>
                <a:spcPts val="2880"/>
              </a:lnSpc>
              <a:spcBef>
                <a:spcPts val="1200"/>
              </a:spcBef>
              <a:spcAft>
                <a:spcPts val="1200"/>
              </a:spcAft>
            </a:pPr>
            <a:r>
              <a:rPr sz="1800" dirty="0">
                <a:solidFill>
                  <a:srgbClr val="006EB4"/>
                </a:solidFill>
                <a:latin typeface="微软雅黑" panose="020B0503020204020204" pitchFamily="34" charset="-122"/>
                <a:ea typeface="微软雅黑" panose="020B0503020204020204" pitchFamily="34" charset="-122"/>
                <a:cs typeface="+mn-ea"/>
                <a:sym typeface="+mn-lt"/>
              </a:rPr>
              <a:t>2.现场介入安全管理：</a:t>
            </a:r>
            <a:endParaRPr sz="1800" dirty="0">
              <a:solidFill>
                <a:srgbClr val="006EB4"/>
              </a:solidFill>
              <a:latin typeface="微软雅黑" panose="020B0503020204020204" pitchFamily="34" charset="-122"/>
              <a:ea typeface="微软雅黑" panose="020B0503020204020204" pitchFamily="34" charset="-122"/>
              <a:cs typeface="+mn-ea"/>
              <a:sym typeface="+mn-lt"/>
            </a:endParaRPr>
          </a:p>
          <a:p>
            <a:pPr indent="0" fontAlgn="auto">
              <a:lnSpc>
                <a:spcPts val="2000"/>
              </a:lnSpc>
              <a:spcBef>
                <a:spcPts val="1200"/>
              </a:spcBef>
              <a:spcAft>
                <a:spcPts val="1200"/>
              </a:spcAft>
            </a:pPr>
            <a:r>
              <a:rPr lang="en-US" sz="1800" dirty="0">
                <a:solidFill>
                  <a:srgbClr val="006EB4"/>
                </a:solidFill>
                <a:latin typeface="微软雅黑" panose="020B0503020204020204" pitchFamily="34" charset="-122"/>
                <a:ea typeface="微软雅黑" panose="020B0503020204020204" pitchFamily="34" charset="-122"/>
                <a:cs typeface="+mn-ea"/>
                <a:sym typeface="+mn-lt"/>
              </a:rPr>
              <a:t>a)</a:t>
            </a:r>
            <a:r>
              <a:rPr sz="1800" dirty="0">
                <a:solidFill>
                  <a:srgbClr val="006EB4"/>
                </a:solidFill>
                <a:latin typeface="微软雅黑" panose="020B0503020204020204" pitchFamily="34" charset="-122"/>
                <a:ea typeface="微软雅黑" panose="020B0503020204020204" pitchFamily="34" charset="-122"/>
                <a:cs typeface="+mn-ea"/>
                <a:sym typeface="+mn-lt"/>
              </a:rPr>
              <a:t>各部门（中心）应尽可能选择技术熟练，对车站、轨行区等情况比较熟悉的人员进行现场情况通报。</a:t>
            </a:r>
            <a:endParaRPr sz="1800" dirty="0">
              <a:solidFill>
                <a:srgbClr val="006EB4"/>
              </a:solidFill>
              <a:latin typeface="微软雅黑" panose="020B0503020204020204" pitchFamily="34" charset="-122"/>
              <a:ea typeface="微软雅黑" panose="020B0503020204020204" pitchFamily="34" charset="-122"/>
              <a:cs typeface="+mn-ea"/>
              <a:sym typeface="+mn-lt"/>
            </a:endParaRPr>
          </a:p>
          <a:p>
            <a:pPr indent="0" fontAlgn="auto">
              <a:lnSpc>
                <a:spcPts val="2000"/>
              </a:lnSpc>
              <a:spcBef>
                <a:spcPts val="1200"/>
              </a:spcBef>
              <a:spcAft>
                <a:spcPts val="1200"/>
              </a:spcAft>
            </a:pPr>
            <a:r>
              <a:rPr sz="1800" dirty="0">
                <a:solidFill>
                  <a:srgbClr val="006EB4"/>
                </a:solidFill>
                <a:latin typeface="微软雅黑" panose="020B0503020204020204" pitchFamily="34" charset="-122"/>
                <a:ea typeface="微软雅黑" panose="020B0503020204020204" pitchFamily="34" charset="-122"/>
                <a:cs typeface="+mn-ea"/>
                <a:sym typeface="+mn-lt"/>
              </a:rPr>
              <a:t>b) 每次现场介入必须指定人员担任现场介入负责人和安全负责人。</a:t>
            </a:r>
            <a:endParaRPr sz="1800" dirty="0">
              <a:solidFill>
                <a:srgbClr val="006EB4"/>
              </a:solidFill>
              <a:latin typeface="微软雅黑" panose="020B0503020204020204" pitchFamily="34" charset="-122"/>
              <a:ea typeface="微软雅黑" panose="020B0503020204020204" pitchFamily="34" charset="-122"/>
              <a:cs typeface="+mn-ea"/>
              <a:sym typeface="+mn-lt"/>
            </a:endParaRPr>
          </a:p>
          <a:p>
            <a:pPr indent="0" fontAlgn="auto">
              <a:lnSpc>
                <a:spcPts val="2000"/>
              </a:lnSpc>
              <a:spcBef>
                <a:spcPts val="1200"/>
              </a:spcBef>
              <a:spcAft>
                <a:spcPts val="1200"/>
              </a:spcAft>
            </a:pPr>
            <a:r>
              <a:rPr sz="1800" dirty="0">
                <a:solidFill>
                  <a:srgbClr val="006EB4"/>
                </a:solidFill>
                <a:latin typeface="微软雅黑" panose="020B0503020204020204" pitchFamily="34" charset="-122"/>
                <a:ea typeface="微软雅黑" panose="020B0503020204020204" pitchFamily="34" charset="-122"/>
                <a:cs typeface="+mn-ea"/>
                <a:sym typeface="+mn-lt"/>
              </a:rPr>
              <a:t>c) 对现场介入人员进行施工现场安全注意事项的专题安全教育。</a:t>
            </a:r>
            <a:endParaRPr sz="1800" dirty="0">
              <a:solidFill>
                <a:srgbClr val="006EB4"/>
              </a:solidFill>
              <a:latin typeface="微软雅黑" panose="020B0503020204020204" pitchFamily="34" charset="-122"/>
              <a:ea typeface="微软雅黑" panose="020B0503020204020204" pitchFamily="34" charset="-122"/>
              <a:cs typeface="+mn-ea"/>
              <a:sym typeface="+mn-lt"/>
            </a:endParaRPr>
          </a:p>
          <a:p>
            <a:pPr indent="0" fontAlgn="auto">
              <a:lnSpc>
                <a:spcPts val="2000"/>
              </a:lnSpc>
              <a:spcBef>
                <a:spcPts val="1200"/>
              </a:spcBef>
              <a:spcAft>
                <a:spcPts val="1200"/>
              </a:spcAft>
            </a:pPr>
            <a:r>
              <a:rPr sz="1800" dirty="0">
                <a:solidFill>
                  <a:srgbClr val="006EB4"/>
                </a:solidFill>
                <a:latin typeface="微软雅黑" panose="020B0503020204020204" pitchFamily="34" charset="-122"/>
                <a:ea typeface="微软雅黑" panose="020B0503020204020204" pitchFamily="34" charset="-122"/>
                <a:cs typeface="+mn-ea"/>
                <a:sym typeface="+mn-lt"/>
              </a:rPr>
              <a:t>d) 新线施工现场介入安全注意事项必须列入室级安全教育内容。</a:t>
            </a:r>
            <a:endParaRPr sz="1800" dirty="0">
              <a:solidFill>
                <a:srgbClr val="006EB4"/>
              </a:solidFill>
              <a:latin typeface="微软雅黑" panose="020B0503020204020204" pitchFamily="34" charset="-122"/>
              <a:ea typeface="微软雅黑" panose="020B0503020204020204" pitchFamily="34" charset="-122"/>
              <a:cs typeface="+mn-ea"/>
              <a:sym typeface="+mn-lt"/>
            </a:endParaRPr>
          </a:p>
          <a:p>
            <a:pPr indent="0" fontAlgn="auto">
              <a:lnSpc>
                <a:spcPts val="2000"/>
              </a:lnSpc>
              <a:spcBef>
                <a:spcPts val="1200"/>
              </a:spcBef>
              <a:spcAft>
                <a:spcPts val="1200"/>
              </a:spcAft>
            </a:pPr>
            <a:r>
              <a:rPr sz="1800" dirty="0">
                <a:solidFill>
                  <a:srgbClr val="006EB4"/>
                </a:solidFill>
                <a:latin typeface="微软雅黑" panose="020B0503020204020204" pitchFamily="34" charset="-122"/>
                <a:ea typeface="微软雅黑" panose="020B0503020204020204" pitchFamily="34" charset="-122"/>
                <a:cs typeface="+mn-ea"/>
                <a:sym typeface="+mn-lt"/>
              </a:rPr>
              <a:t>e) 严禁在没有老员工的情况下，安排新员工进入新线施工现场。</a:t>
            </a:r>
            <a:endParaRPr sz="1800" dirty="0">
              <a:solidFill>
                <a:srgbClr val="006EB4"/>
              </a:solidFill>
              <a:latin typeface="微软雅黑" panose="020B0503020204020204" pitchFamily="34" charset="-122"/>
              <a:ea typeface="微软雅黑" panose="020B0503020204020204" pitchFamily="34" charset="-122"/>
              <a:cs typeface="+mn-ea"/>
              <a:sym typeface="+mn-lt"/>
            </a:endParaRPr>
          </a:p>
          <a:p>
            <a:pPr indent="0" fontAlgn="auto">
              <a:lnSpc>
                <a:spcPts val="2000"/>
              </a:lnSpc>
              <a:spcBef>
                <a:spcPts val="1200"/>
              </a:spcBef>
              <a:spcAft>
                <a:spcPts val="1200"/>
              </a:spcAft>
            </a:pPr>
            <a:r>
              <a:rPr sz="1800" dirty="0">
                <a:solidFill>
                  <a:srgbClr val="006EB4"/>
                </a:solidFill>
                <a:latin typeface="微软雅黑" panose="020B0503020204020204" pitchFamily="34" charset="-122"/>
                <a:ea typeface="微软雅黑" panose="020B0503020204020204" pitchFamily="34" charset="-122"/>
                <a:cs typeface="+mn-ea"/>
                <a:sym typeface="+mn-lt"/>
              </a:rPr>
              <a:t>f) 主动与负责施工现场区域的业主代表、承包商、监理人员等联系，确认现场情况适合介入人员进入。</a:t>
            </a:r>
            <a:endParaRPr sz="1800" dirty="0">
              <a:solidFill>
                <a:srgbClr val="006EB4"/>
              </a:solidFill>
              <a:latin typeface="微软雅黑" panose="020B0503020204020204" pitchFamily="34" charset="-122"/>
              <a:ea typeface="微软雅黑" panose="020B0503020204020204" pitchFamily="34" charset="-122"/>
              <a:cs typeface="+mn-ea"/>
              <a:sym typeface="+mn-lt"/>
            </a:endParaRPr>
          </a:p>
          <a:p>
            <a:pPr indent="0" fontAlgn="auto">
              <a:lnSpc>
                <a:spcPts val="2000"/>
              </a:lnSpc>
              <a:spcBef>
                <a:spcPts val="1200"/>
              </a:spcBef>
              <a:spcAft>
                <a:spcPts val="1200"/>
              </a:spcAft>
            </a:pPr>
            <a:r>
              <a:rPr sz="1800" dirty="0">
                <a:solidFill>
                  <a:srgbClr val="006EB4"/>
                </a:solidFill>
                <a:latin typeface="微软雅黑" panose="020B0503020204020204" pitchFamily="34" charset="-122"/>
                <a:ea typeface="微软雅黑" panose="020B0503020204020204" pitchFamily="34" charset="-122"/>
                <a:cs typeface="+mn-ea"/>
                <a:sym typeface="+mn-lt"/>
              </a:rPr>
              <a:t>g) 安全负责人出发前应做好同行人员的安全教育，做到人人知晓现场存在的危险因素和采取的防范措施。</a:t>
            </a:r>
            <a:endParaRPr sz="1800" dirty="0">
              <a:solidFill>
                <a:srgbClr val="006EB4"/>
              </a:solidFill>
              <a:latin typeface="微软雅黑" panose="020B0503020204020204" pitchFamily="34" charset="-122"/>
              <a:ea typeface="微软雅黑" panose="020B0503020204020204" pitchFamily="34" charset="-122"/>
              <a:cs typeface="+mn-ea"/>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262558" y="26254"/>
            <a:ext cx="2316480" cy="521970"/>
          </a:xfrm>
          <a:prstGeom prst="rect">
            <a:avLst/>
          </a:prstGeom>
          <a:noFill/>
        </p:spPr>
        <p:txBody>
          <a:bodyPr wrap="none" rtlCol="0">
            <a:spAutoFit/>
          </a:bodyPr>
          <a:lstStyle/>
          <a:p>
            <a:pPr algn="l"/>
            <a:r>
              <a:rPr lang="zh-CN" altLang="en-US" sz="2800" b="1" dirty="0">
                <a:solidFill>
                  <a:schemeClr val="bg1"/>
                </a:solidFill>
                <a:latin typeface="微软雅黑" panose="020B0503020204020204" pitchFamily="34" charset="-122"/>
                <a:ea typeface="微软雅黑" panose="020B0503020204020204" pitchFamily="34" charset="-122"/>
              </a:rPr>
              <a:t>二、</a:t>
            </a:r>
            <a:r>
              <a:rPr lang="zh-CN" altLang="en-US" sz="2800" b="1" dirty="0">
                <a:solidFill>
                  <a:schemeClr val="bg1"/>
                </a:solidFill>
                <a:latin typeface="微软雅黑" panose="020B0503020204020204" pitchFamily="34" charset="-122"/>
                <a:ea typeface="微软雅黑" panose="020B0503020204020204" pitchFamily="34" charset="-122"/>
                <a:sym typeface="+mn-lt"/>
              </a:rPr>
              <a:t>工作流程</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6" name="文本框 45"/>
          <p:cNvSpPr txBox="1"/>
          <p:nvPr/>
        </p:nvSpPr>
        <p:spPr>
          <a:xfrm>
            <a:off x="5699162" y="6382122"/>
            <a:ext cx="792088" cy="306705"/>
          </a:xfrm>
          <a:prstGeom prst="rect">
            <a:avLst/>
          </a:prstGeom>
          <a:noFill/>
        </p:spPr>
        <p:txBody>
          <a:bodyPr wrap="square" rtlCol="0">
            <a:spAutoFit/>
          </a:bodyPr>
          <a:lstStyle/>
          <a:p>
            <a:pPr algn="ctr"/>
            <a:r>
              <a:rPr lang="en-US" altLang="zh-CN" sz="1400" dirty="0"/>
              <a:t>11</a:t>
            </a:r>
            <a:endParaRPr lang="zh-CN" altLang="en-US" sz="1400" dirty="0"/>
          </a:p>
        </p:txBody>
      </p:sp>
      <p:sp>
        <p:nvSpPr>
          <p:cNvPr id="2" name="矩形 1"/>
          <p:cNvSpPr/>
          <p:nvPr>
            <p:custDataLst>
              <p:tags r:id="rId1"/>
            </p:custDataLst>
          </p:nvPr>
        </p:nvSpPr>
        <p:spPr>
          <a:xfrm>
            <a:off x="714375" y="621665"/>
            <a:ext cx="11062970" cy="460375"/>
          </a:xfrm>
          <a:prstGeom prst="rect">
            <a:avLst/>
          </a:prstGeom>
          <a:noFill/>
          <a:ln w="12700" cmpd="sng">
            <a:noFill/>
            <a:prstDash val="solid"/>
          </a:ln>
        </p:spPr>
        <p:style>
          <a:lnRef idx="2">
            <a:schemeClr val="accent1"/>
          </a:lnRef>
          <a:fillRef idx="1">
            <a:schemeClr val="lt1"/>
          </a:fillRef>
          <a:effectRef idx="0">
            <a:schemeClr val="accent1"/>
          </a:effectRef>
          <a:fontRef idx="minor">
            <a:schemeClr val="dk1"/>
          </a:fontRef>
        </p:style>
        <p:txBody>
          <a:bodyPr wrap="square">
            <a:spAutoFit/>
          </a:bodyPr>
          <a:p>
            <a:pPr>
              <a:lnSpc>
                <a:spcPts val="2880"/>
              </a:lnSpc>
              <a:spcBef>
                <a:spcPts val="1200"/>
              </a:spcBef>
              <a:spcAft>
                <a:spcPts val="1200"/>
              </a:spcAft>
            </a:pPr>
            <a:r>
              <a:rPr lang="zh-CN" altLang="en-US" sz="2000" b="1" dirty="0">
                <a:solidFill>
                  <a:srgbClr val="006EB4"/>
                </a:solidFill>
                <a:latin typeface="微软雅黑" panose="020B0503020204020204" pitchFamily="34" charset="-122"/>
                <a:ea typeface="微软雅黑" panose="020B0503020204020204" pitchFamily="34" charset="-122"/>
                <a:cs typeface="+mn-ea"/>
                <a:sym typeface="+mn-lt"/>
              </a:rPr>
              <a:t>（一）</a:t>
            </a:r>
            <a:r>
              <a:rPr lang="zh-CN" sz="2000" b="1" dirty="0">
                <a:solidFill>
                  <a:srgbClr val="006EB4"/>
                </a:solidFill>
                <a:latin typeface="微软雅黑" panose="020B0503020204020204" pitchFamily="34" charset="-122"/>
                <a:ea typeface="微软雅黑" panose="020B0503020204020204" pitchFamily="34" charset="-122"/>
                <a:cs typeface="+mn-ea"/>
                <a:sym typeface="+mn-lt"/>
              </a:rPr>
              <a:t>新线图纸和资料审核流程图</a:t>
            </a:r>
            <a:endParaRPr lang="zh-CN" sz="2000" b="1" dirty="0">
              <a:solidFill>
                <a:srgbClr val="006EB4"/>
              </a:solidFill>
              <a:latin typeface="微软雅黑" panose="020B0503020204020204" pitchFamily="34" charset="-122"/>
              <a:ea typeface="微软雅黑" panose="020B0503020204020204" pitchFamily="34" charset="-122"/>
              <a:cs typeface="+mn-ea"/>
              <a:sym typeface="+mn-lt"/>
            </a:endParaRPr>
          </a:p>
        </p:txBody>
      </p:sp>
      <p:pic>
        <p:nvPicPr>
          <p:cNvPr id="3" name="图片 2"/>
          <p:cNvPicPr>
            <a:picLocks noChangeAspect="1"/>
          </p:cNvPicPr>
          <p:nvPr>
            <p:custDataLst>
              <p:tags r:id="rId2"/>
            </p:custDataLst>
          </p:nvPr>
        </p:nvPicPr>
        <p:blipFill>
          <a:blip r:embed="rId3"/>
          <a:stretch>
            <a:fillRect/>
          </a:stretch>
        </p:blipFill>
        <p:spPr>
          <a:xfrm>
            <a:off x="2791460" y="983615"/>
            <a:ext cx="7601585" cy="54317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262558" y="26254"/>
            <a:ext cx="2316480" cy="521970"/>
          </a:xfrm>
          <a:prstGeom prst="rect">
            <a:avLst/>
          </a:prstGeom>
          <a:noFill/>
        </p:spPr>
        <p:txBody>
          <a:bodyPr wrap="none" rtlCol="0">
            <a:spAutoFit/>
          </a:bodyPr>
          <a:lstStyle/>
          <a:p>
            <a:pPr algn="l"/>
            <a:r>
              <a:rPr lang="zh-CN" altLang="en-US" sz="2800" b="1" dirty="0">
                <a:solidFill>
                  <a:schemeClr val="bg1"/>
                </a:solidFill>
                <a:latin typeface="微软雅黑" panose="020B0503020204020204" pitchFamily="34" charset="-122"/>
                <a:ea typeface="微软雅黑" panose="020B0503020204020204" pitchFamily="34" charset="-122"/>
              </a:rPr>
              <a:t>二、</a:t>
            </a:r>
            <a:r>
              <a:rPr lang="zh-CN" altLang="en-US" sz="2800" b="1" dirty="0">
                <a:solidFill>
                  <a:schemeClr val="bg1"/>
                </a:solidFill>
                <a:latin typeface="微软雅黑" panose="020B0503020204020204" pitchFamily="34" charset="-122"/>
                <a:ea typeface="微软雅黑" panose="020B0503020204020204" pitchFamily="34" charset="-122"/>
                <a:sym typeface="+mn-lt"/>
              </a:rPr>
              <a:t>工作流程</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6" name="文本框 45"/>
          <p:cNvSpPr txBox="1"/>
          <p:nvPr/>
        </p:nvSpPr>
        <p:spPr>
          <a:xfrm>
            <a:off x="5699162" y="6382122"/>
            <a:ext cx="792088" cy="306705"/>
          </a:xfrm>
          <a:prstGeom prst="rect">
            <a:avLst/>
          </a:prstGeom>
          <a:noFill/>
        </p:spPr>
        <p:txBody>
          <a:bodyPr wrap="square" rtlCol="0">
            <a:spAutoFit/>
          </a:bodyPr>
          <a:lstStyle/>
          <a:p>
            <a:pPr algn="ctr"/>
            <a:r>
              <a:rPr lang="en-US" altLang="zh-CN" sz="1400" dirty="0"/>
              <a:t>12</a:t>
            </a:r>
            <a:endParaRPr lang="zh-CN" altLang="en-US" sz="1400" dirty="0"/>
          </a:p>
        </p:txBody>
      </p:sp>
      <p:sp>
        <p:nvSpPr>
          <p:cNvPr id="2" name="矩形 1"/>
          <p:cNvSpPr/>
          <p:nvPr>
            <p:custDataLst>
              <p:tags r:id="rId1"/>
            </p:custDataLst>
          </p:nvPr>
        </p:nvSpPr>
        <p:spPr>
          <a:xfrm>
            <a:off x="714375" y="621665"/>
            <a:ext cx="11062970" cy="1137285"/>
          </a:xfrm>
          <a:prstGeom prst="rect">
            <a:avLst/>
          </a:prstGeom>
          <a:noFill/>
          <a:ln w="12700" cmpd="sng">
            <a:noFill/>
            <a:prstDash val="solid"/>
          </a:ln>
        </p:spPr>
        <p:style>
          <a:lnRef idx="2">
            <a:schemeClr val="accent1"/>
          </a:lnRef>
          <a:fillRef idx="1">
            <a:schemeClr val="lt1"/>
          </a:fillRef>
          <a:effectRef idx="0">
            <a:schemeClr val="accent1"/>
          </a:effectRef>
          <a:fontRef idx="minor">
            <a:schemeClr val="dk1"/>
          </a:fontRef>
        </p:style>
        <p:txBody>
          <a:bodyPr wrap="square">
            <a:spAutoFit/>
          </a:bodyPr>
          <a:p>
            <a:pPr>
              <a:lnSpc>
                <a:spcPts val="2880"/>
              </a:lnSpc>
              <a:spcBef>
                <a:spcPts val="1200"/>
              </a:spcBef>
              <a:spcAft>
                <a:spcPts val="1200"/>
              </a:spcAft>
            </a:pPr>
            <a:r>
              <a:rPr lang="zh-CN" altLang="en-US" sz="2000" b="1" dirty="0">
                <a:solidFill>
                  <a:srgbClr val="006EB4"/>
                </a:solidFill>
                <a:latin typeface="微软雅黑" panose="020B0503020204020204" pitchFamily="34" charset="-122"/>
                <a:ea typeface="微软雅黑" panose="020B0503020204020204" pitchFamily="34" charset="-122"/>
                <a:cs typeface="+mn-ea"/>
                <a:sym typeface="+mn-lt"/>
              </a:rPr>
              <a:t>（二）</a:t>
            </a:r>
            <a:r>
              <a:rPr lang="zh-CN" sz="2000" b="1" dirty="0">
                <a:solidFill>
                  <a:srgbClr val="006EB4"/>
                </a:solidFill>
                <a:latin typeface="微软雅黑" panose="020B0503020204020204" pitchFamily="34" charset="-122"/>
                <a:ea typeface="微软雅黑" panose="020B0503020204020204" pitchFamily="34" charset="-122"/>
                <a:cs typeface="+mn-ea"/>
                <a:sym typeface="+mn-lt"/>
              </a:rPr>
              <a:t>新线现场介入流程</a:t>
            </a:r>
            <a:endParaRPr lang="zh-CN" sz="2000" b="1" dirty="0">
              <a:solidFill>
                <a:srgbClr val="006EB4"/>
              </a:solidFill>
              <a:latin typeface="微软雅黑" panose="020B0503020204020204" pitchFamily="34" charset="-122"/>
              <a:ea typeface="微软雅黑" panose="020B0503020204020204" pitchFamily="34" charset="-122"/>
              <a:cs typeface="+mn-ea"/>
              <a:sym typeface="+mn-lt"/>
            </a:endParaRPr>
          </a:p>
          <a:p>
            <a:pPr>
              <a:lnSpc>
                <a:spcPts val="2880"/>
              </a:lnSpc>
              <a:spcBef>
                <a:spcPts val="1200"/>
              </a:spcBef>
              <a:spcAft>
                <a:spcPts val="1200"/>
              </a:spcAft>
            </a:pPr>
            <a:endParaRPr sz="1800" dirty="0">
              <a:solidFill>
                <a:srgbClr val="006EB4"/>
              </a:solidFill>
              <a:latin typeface="微软雅黑" panose="020B0503020204020204" pitchFamily="34" charset="-122"/>
              <a:ea typeface="微软雅黑" panose="020B0503020204020204" pitchFamily="34" charset="-122"/>
              <a:cs typeface="+mn-ea"/>
              <a:sym typeface="+mn-lt"/>
            </a:endParaRPr>
          </a:p>
        </p:txBody>
      </p:sp>
      <p:pic>
        <p:nvPicPr>
          <p:cNvPr id="4" name="图片 3"/>
          <p:cNvPicPr>
            <a:picLocks noChangeAspect="1"/>
          </p:cNvPicPr>
          <p:nvPr>
            <p:custDataLst>
              <p:tags r:id="rId2"/>
            </p:custDataLst>
          </p:nvPr>
        </p:nvPicPr>
        <p:blipFill>
          <a:blip r:embed="rId3"/>
          <a:stretch>
            <a:fillRect/>
          </a:stretch>
        </p:blipFill>
        <p:spPr>
          <a:xfrm>
            <a:off x="3790950" y="946150"/>
            <a:ext cx="6175375" cy="524065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262558" y="26254"/>
            <a:ext cx="2316480" cy="521970"/>
          </a:xfrm>
          <a:prstGeom prst="rect">
            <a:avLst/>
          </a:prstGeom>
          <a:noFill/>
        </p:spPr>
        <p:txBody>
          <a:bodyPr wrap="none" rtlCol="0">
            <a:spAutoFit/>
          </a:bodyPr>
          <a:lstStyle/>
          <a:p>
            <a:pPr algn="l"/>
            <a:r>
              <a:rPr lang="zh-CN" altLang="en-US" sz="2800" b="1" dirty="0">
                <a:solidFill>
                  <a:schemeClr val="bg1"/>
                </a:solidFill>
                <a:latin typeface="微软雅黑" panose="020B0503020204020204" pitchFamily="34" charset="-122"/>
                <a:ea typeface="微软雅黑" panose="020B0503020204020204" pitchFamily="34" charset="-122"/>
              </a:rPr>
              <a:t>二、</a:t>
            </a:r>
            <a:r>
              <a:rPr lang="zh-CN" altLang="en-US" sz="2800" b="1" dirty="0">
                <a:solidFill>
                  <a:schemeClr val="bg1"/>
                </a:solidFill>
                <a:latin typeface="微软雅黑" panose="020B0503020204020204" pitchFamily="34" charset="-122"/>
                <a:ea typeface="微软雅黑" panose="020B0503020204020204" pitchFamily="34" charset="-122"/>
                <a:sym typeface="+mn-lt"/>
              </a:rPr>
              <a:t>工作流程</a:t>
            </a:r>
            <a:endParaRPr lang="zh-CN" altLang="en-US" sz="28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6" name="文本框 45"/>
          <p:cNvSpPr txBox="1"/>
          <p:nvPr/>
        </p:nvSpPr>
        <p:spPr>
          <a:xfrm>
            <a:off x="5699162" y="6382122"/>
            <a:ext cx="792088" cy="306705"/>
          </a:xfrm>
          <a:prstGeom prst="rect">
            <a:avLst/>
          </a:prstGeom>
          <a:noFill/>
        </p:spPr>
        <p:txBody>
          <a:bodyPr wrap="square" rtlCol="0">
            <a:spAutoFit/>
          </a:bodyPr>
          <a:lstStyle/>
          <a:p>
            <a:pPr algn="ctr"/>
            <a:r>
              <a:rPr lang="en-US" altLang="zh-CN" sz="1400" dirty="0"/>
              <a:t>13</a:t>
            </a:r>
            <a:endParaRPr lang="zh-CN" altLang="en-US" sz="1400" dirty="0"/>
          </a:p>
        </p:txBody>
      </p:sp>
      <p:sp>
        <p:nvSpPr>
          <p:cNvPr id="2" name="矩形 1"/>
          <p:cNvSpPr/>
          <p:nvPr>
            <p:custDataLst>
              <p:tags r:id="rId1"/>
            </p:custDataLst>
          </p:nvPr>
        </p:nvSpPr>
        <p:spPr>
          <a:xfrm>
            <a:off x="714375" y="621665"/>
            <a:ext cx="11062970" cy="1137285"/>
          </a:xfrm>
          <a:prstGeom prst="rect">
            <a:avLst/>
          </a:prstGeom>
          <a:noFill/>
          <a:ln w="12700" cmpd="sng">
            <a:noFill/>
            <a:prstDash val="solid"/>
          </a:ln>
        </p:spPr>
        <p:style>
          <a:lnRef idx="2">
            <a:schemeClr val="accent1"/>
          </a:lnRef>
          <a:fillRef idx="1">
            <a:schemeClr val="lt1"/>
          </a:fillRef>
          <a:effectRef idx="0">
            <a:schemeClr val="accent1"/>
          </a:effectRef>
          <a:fontRef idx="minor">
            <a:schemeClr val="dk1"/>
          </a:fontRef>
        </p:style>
        <p:txBody>
          <a:bodyPr wrap="square">
            <a:spAutoFit/>
          </a:bodyPr>
          <a:p>
            <a:pPr>
              <a:lnSpc>
                <a:spcPts val="2880"/>
              </a:lnSpc>
              <a:spcBef>
                <a:spcPts val="1200"/>
              </a:spcBef>
              <a:spcAft>
                <a:spcPts val="1200"/>
              </a:spcAft>
            </a:pPr>
            <a:r>
              <a:rPr lang="zh-CN" altLang="en-US" sz="2000" b="1" dirty="0">
                <a:solidFill>
                  <a:srgbClr val="006EB4"/>
                </a:solidFill>
                <a:latin typeface="微软雅黑" panose="020B0503020204020204" pitchFamily="34" charset="-122"/>
                <a:ea typeface="微软雅黑" panose="020B0503020204020204" pitchFamily="34" charset="-122"/>
                <a:cs typeface="+mn-ea"/>
                <a:sym typeface="+mn-lt"/>
              </a:rPr>
              <a:t>（三）</a:t>
            </a:r>
            <a:r>
              <a:rPr lang="zh-CN" sz="2000" b="1" dirty="0">
                <a:solidFill>
                  <a:srgbClr val="006EB4"/>
                </a:solidFill>
                <a:latin typeface="微软雅黑" panose="020B0503020204020204" pitchFamily="34" charset="-122"/>
                <a:ea typeface="微软雅黑" panose="020B0503020204020204" pitchFamily="34" charset="-122"/>
                <a:cs typeface="+mn-ea"/>
                <a:sym typeface="+mn-lt"/>
              </a:rPr>
              <a:t>新线现场介入需求类问题提报流程</a:t>
            </a:r>
            <a:endParaRPr lang="zh-CN" sz="2000" b="1" dirty="0">
              <a:solidFill>
                <a:srgbClr val="006EB4"/>
              </a:solidFill>
              <a:latin typeface="微软雅黑" panose="020B0503020204020204" pitchFamily="34" charset="-122"/>
              <a:ea typeface="微软雅黑" panose="020B0503020204020204" pitchFamily="34" charset="-122"/>
              <a:cs typeface="+mn-ea"/>
              <a:sym typeface="+mn-lt"/>
            </a:endParaRPr>
          </a:p>
          <a:p>
            <a:pPr>
              <a:lnSpc>
                <a:spcPts val="2880"/>
              </a:lnSpc>
              <a:spcBef>
                <a:spcPts val="1200"/>
              </a:spcBef>
              <a:spcAft>
                <a:spcPts val="1200"/>
              </a:spcAft>
            </a:pPr>
            <a:endParaRPr sz="1800" dirty="0">
              <a:solidFill>
                <a:srgbClr val="006EB4"/>
              </a:solidFill>
              <a:latin typeface="微软雅黑" panose="020B0503020204020204" pitchFamily="34" charset="-122"/>
              <a:ea typeface="微软雅黑" panose="020B0503020204020204" pitchFamily="34" charset="-122"/>
              <a:cs typeface="+mn-ea"/>
              <a:sym typeface="+mn-lt"/>
            </a:endParaRPr>
          </a:p>
        </p:txBody>
      </p:sp>
      <p:pic>
        <p:nvPicPr>
          <p:cNvPr id="3" name="图片 2"/>
          <p:cNvPicPr>
            <a:picLocks noChangeAspect="1"/>
          </p:cNvPicPr>
          <p:nvPr>
            <p:custDataLst>
              <p:tags r:id="rId2"/>
            </p:custDataLst>
          </p:nvPr>
        </p:nvPicPr>
        <p:blipFill>
          <a:blip r:embed="rId3"/>
          <a:stretch>
            <a:fillRect/>
          </a:stretch>
        </p:blipFill>
        <p:spPr>
          <a:xfrm>
            <a:off x="3790950" y="1196975"/>
            <a:ext cx="5492750" cy="490156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048794" y="2493794"/>
            <a:ext cx="6092825" cy="1106805"/>
          </a:xfrm>
          <a:prstGeom prst="rect">
            <a:avLst/>
          </a:prstGeom>
        </p:spPr>
        <p:txBody>
          <a:bodyPr>
            <a:spAutoFit/>
          </a:bodyPr>
          <a:lstStyle/>
          <a:p>
            <a:pPr algn="ctr">
              <a:spcBef>
                <a:spcPts val="715"/>
              </a:spcBef>
            </a:pPr>
            <a:r>
              <a:rPr lang="zh-CN" altLang="en-US" sz="6600" b="1" dirty="0">
                <a:solidFill>
                  <a:srgbClr val="0255A0"/>
                </a:solidFill>
                <a:cs typeface="+mn-ea"/>
                <a:sym typeface="+mn-lt"/>
              </a:rPr>
              <a:t>感谢观看</a:t>
            </a:r>
            <a:endParaRPr lang="zh-CN" altLang="en-US" sz="6600" b="1" dirty="0">
              <a:solidFill>
                <a:srgbClr val="0255A0"/>
              </a:solidFill>
              <a:cs typeface="+mn-ea"/>
              <a:sym typeface="+mn-lt"/>
            </a:endParaRPr>
          </a:p>
        </p:txBody>
      </p:sp>
      <p:sp>
        <p:nvSpPr>
          <p:cNvPr id="4" name="文本框 3"/>
          <p:cNvSpPr txBox="1"/>
          <p:nvPr/>
        </p:nvSpPr>
        <p:spPr>
          <a:xfrm>
            <a:off x="5851562" y="6534522"/>
            <a:ext cx="792088" cy="306705"/>
          </a:xfrm>
          <a:prstGeom prst="rect">
            <a:avLst/>
          </a:prstGeom>
          <a:noFill/>
        </p:spPr>
        <p:txBody>
          <a:bodyPr wrap="square" rtlCol="0">
            <a:spAutoFit/>
          </a:bodyPr>
          <a:lstStyle/>
          <a:p>
            <a:pPr algn="ctr"/>
            <a:r>
              <a:rPr lang="en-US" altLang="zh-CN" sz="1400" dirty="0"/>
              <a:t>14</a:t>
            </a:r>
            <a:endParaRPr lang="zh-CN" altLang="en-US" sz="1400" dirty="0"/>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 name="KSO_WM_UNIT_PLACING_PICTURE_USER_VIEWPORT" val="{&quot;height&quot;:9405,&quot;width&quot;:7635}"/>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PP_MARK_KEY" val="e3e00baf-bcc8-4f35-8cd2-68471336c053"/>
  <p:tag name="COMMONDATA" val="eyJoZGlkIjoiOWQxYjJhYjliZDRjMmY1MGJlNDkwMWU5NDdhOTRjMz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5tn2qlzm">
      <a:majorFont>
        <a:latin typeface=""/>
        <a:ea typeface="微软雅黑"/>
        <a:cs typeface=""/>
      </a:majorFont>
      <a:minorFont>
        <a:latin typeface=""/>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5tn2qlzm">
      <a:majorFont>
        <a:latin typeface=""/>
        <a:ea typeface="微软雅黑"/>
        <a:cs typeface=""/>
      </a:majorFont>
      <a:minorFont>
        <a:latin typeface=""/>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5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5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0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23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5tn2qlzm">
      <a:majorFont>
        <a:latin typeface=""/>
        <a:ea typeface="微软雅黑"/>
        <a:cs typeface=""/>
      </a:majorFont>
      <a:minorFont>
        <a:latin typeface=""/>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24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5tn2qlzm">
      <a:majorFont>
        <a:latin typeface=""/>
        <a:ea typeface="微软雅黑"/>
        <a:cs typeface=""/>
      </a:majorFont>
      <a:minorFont>
        <a:latin typeface=""/>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26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27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5tn2qlzm">
      <a:majorFont>
        <a:latin typeface=""/>
        <a:ea typeface="微软雅黑"/>
        <a:cs typeface=""/>
      </a:majorFont>
      <a:minorFont>
        <a:latin typeface=""/>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33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5tn2qlzm">
      <a:majorFont>
        <a:latin typeface=""/>
        <a:ea typeface="微软雅黑"/>
        <a:cs typeface=""/>
      </a:majorFont>
      <a:minorFont>
        <a:latin typeface=""/>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34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35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36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37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38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39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6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7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5tn2qlzm">
      <a:majorFont>
        <a:latin typeface=""/>
        <a:ea typeface="微软雅黑"/>
        <a:cs typeface=""/>
      </a:majorFont>
      <a:minorFont>
        <a:latin typeface=""/>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3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5tn2qlzm">
      <a:majorFont>
        <a:latin typeface=""/>
        <a:ea typeface="微软雅黑"/>
        <a:cs typeface=""/>
      </a:majorFont>
      <a:minorFont>
        <a:latin typeface=""/>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4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5tn2qlzm">
      <a:majorFont>
        <a:latin typeface=""/>
        <a:ea typeface="微软雅黑"/>
        <a:cs typeface=""/>
      </a:majorFont>
      <a:minorFont>
        <a:latin typeface=""/>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2109</Words>
  <Application>WPS 演示</Application>
  <PresentationFormat>自定义</PresentationFormat>
  <Paragraphs>113</Paragraphs>
  <Slides>14</Slides>
  <Notes>5</Notes>
  <HiddenSlides>0</HiddenSlides>
  <MMClips>0</MMClips>
  <ScaleCrop>false</ScaleCrop>
  <HeadingPairs>
    <vt:vector size="6" baseType="variant">
      <vt:variant>
        <vt:lpstr>已用的字体</vt:lpstr>
      </vt:variant>
      <vt:variant>
        <vt:i4>10</vt:i4>
      </vt:variant>
      <vt:variant>
        <vt:lpstr>主题</vt:lpstr>
      </vt:variant>
      <vt:variant>
        <vt:i4>23</vt:i4>
      </vt:variant>
      <vt:variant>
        <vt:lpstr>幻灯片标题</vt:lpstr>
      </vt:variant>
      <vt:variant>
        <vt:i4>14</vt:i4>
      </vt:variant>
    </vt:vector>
  </HeadingPairs>
  <TitlesOfParts>
    <vt:vector size="47" baseType="lpstr">
      <vt:lpstr>Arial</vt:lpstr>
      <vt:lpstr>宋体</vt:lpstr>
      <vt:lpstr>Wingdings</vt:lpstr>
      <vt:lpstr>Calibri</vt:lpstr>
      <vt:lpstr>字魂105号-简雅黑</vt:lpstr>
      <vt:lpstr>黑体</vt:lpstr>
      <vt:lpstr>微软雅黑</vt:lpstr>
      <vt:lpstr>Arial Unicode MS</vt:lpstr>
      <vt:lpstr>字魂105号-简雅黑</vt:lpstr>
      <vt:lpstr>字小魂简雅黑</vt:lpstr>
      <vt:lpstr>Office 主题​​</vt:lpstr>
      <vt:lpstr>5_Office 主题​​</vt:lpstr>
      <vt:lpstr>15_Office 主题​​</vt:lpstr>
      <vt:lpstr>25_Office 主题​​</vt:lpstr>
      <vt:lpstr>20_Office 主题​​</vt:lpstr>
      <vt:lpstr>21_Office 主题​​</vt:lpstr>
      <vt:lpstr>23_Office 主题​​</vt:lpstr>
      <vt:lpstr>24_Office 主题​​</vt:lpstr>
      <vt:lpstr>26_Office 主题​​</vt:lpstr>
      <vt:lpstr>27_Office 主题​​</vt:lpstr>
      <vt:lpstr>33_Office 主题​​</vt:lpstr>
      <vt:lpstr>34_Office 主题​​</vt:lpstr>
      <vt:lpstr>35_Office 主题​​</vt:lpstr>
      <vt:lpstr>36_Office 主题​​</vt:lpstr>
      <vt:lpstr>37_Office 主题​​</vt:lpstr>
      <vt:lpstr>38_Office 主题​​</vt:lpstr>
      <vt:lpstr>39_Office 主题​​</vt:lpstr>
      <vt:lpstr>16_Office 主题​​</vt:lpstr>
      <vt:lpstr>1_Office 主题​​</vt:lpstr>
      <vt:lpstr>17_Office 主题​​</vt:lpstr>
      <vt:lpstr>2_Office 主题​​</vt:lpstr>
      <vt:lpstr>3_Office 主题​​</vt:lpstr>
      <vt:lpstr>4_Office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郭凯</dc:creator>
  <cp:lastModifiedBy>刘朋</cp:lastModifiedBy>
  <cp:revision>3087</cp:revision>
  <cp:lastPrinted>2021-11-16T02:17:00Z</cp:lastPrinted>
  <dcterms:created xsi:type="dcterms:W3CDTF">2017-03-20T05:25:00Z</dcterms:created>
  <dcterms:modified xsi:type="dcterms:W3CDTF">2026-06-09T18:46:23Z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9908ACBCA4874AB18688A6B5014108BE</vt:lpwstr>
  </property>
</Properties>
</file>